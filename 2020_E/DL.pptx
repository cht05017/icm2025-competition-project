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4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814132-92F7-4804-B7F3-BB0222B95700}" type="datetimeFigureOut">
              <a:rPr lang="zh-CN" altLang="en-US" smtClean="0"/>
              <a:t>2025/1/17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AC66E0-A3BF-4310-B31E-83CD62ECDA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7101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2025/1/17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53961CEC-9C5D-6954-558F-C7E847E02904}"/>
              </a:ext>
            </a:extLst>
          </p:cNvPr>
          <p:cNvGrpSpPr/>
          <p:nvPr/>
        </p:nvGrpSpPr>
        <p:grpSpPr>
          <a:xfrm>
            <a:off x="1263650" y="812800"/>
            <a:ext cx="8921750" cy="4591050"/>
            <a:chOff x="1263650" y="812800"/>
            <a:chExt cx="8921750" cy="4591050"/>
          </a:xfrm>
        </p:grpSpPr>
        <p:sp>
          <p:nvSpPr>
            <p:cNvPr id="104" name="矩形: 圆角 103">
              <a:extLst>
                <a:ext uri="{FF2B5EF4-FFF2-40B4-BE49-F238E27FC236}">
                  <a16:creationId xmlns:a16="http://schemas.microsoft.com/office/drawing/2014/main" id="{18D10565-EBEF-6467-AB89-2D6C3E2FEDA0}"/>
                </a:ext>
              </a:extLst>
            </p:cNvPr>
            <p:cNvSpPr/>
            <p:nvPr/>
          </p:nvSpPr>
          <p:spPr>
            <a:xfrm>
              <a:off x="1263650" y="812800"/>
              <a:ext cx="8921750" cy="4591050"/>
            </a:xfrm>
            <a:prstGeom prst="round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Google Shape;599;p26">
              <a:extLst>
                <a:ext uri="{FF2B5EF4-FFF2-40B4-BE49-F238E27FC236}">
                  <a16:creationId xmlns:a16="http://schemas.microsoft.com/office/drawing/2014/main" id="{F1108752-F9BF-E7A8-DC53-039D0A64BE98}"/>
                </a:ext>
              </a:extLst>
            </p:cNvPr>
            <p:cNvSpPr txBox="1"/>
            <p:nvPr/>
          </p:nvSpPr>
          <p:spPr>
            <a:xfrm>
              <a:off x="1724159" y="1593652"/>
              <a:ext cx="1398600" cy="3762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  <a:sym typeface="Consolas" panose="020B0609020204030204"/>
                </a:rPr>
                <a:t>Input Layer</a:t>
              </a:r>
              <a:endParaRPr sz="120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endParaRPr>
            </a:p>
          </p:txBody>
        </p:sp>
        <p:sp>
          <p:nvSpPr>
            <p:cNvPr id="5" name="Google Shape;600;p26">
              <a:extLst>
                <a:ext uri="{FF2B5EF4-FFF2-40B4-BE49-F238E27FC236}">
                  <a16:creationId xmlns:a16="http://schemas.microsoft.com/office/drawing/2014/main" id="{E5B63181-521B-D2ED-7352-06F3EF44F826}"/>
                </a:ext>
              </a:extLst>
            </p:cNvPr>
            <p:cNvSpPr txBox="1"/>
            <p:nvPr/>
          </p:nvSpPr>
          <p:spPr>
            <a:xfrm>
              <a:off x="3905250" y="1152069"/>
              <a:ext cx="3599113" cy="3762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  <a:sym typeface="Consolas" panose="020B0609020204030204"/>
                </a:rPr>
                <a:t>6 neurons + dropout(p=0.1) + 3neurons</a:t>
              </a:r>
              <a:endParaRPr sz="120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endParaRPr>
            </a:p>
          </p:txBody>
        </p:sp>
        <p:sp>
          <p:nvSpPr>
            <p:cNvPr id="6" name="Google Shape;601;p26">
              <a:extLst>
                <a:ext uri="{FF2B5EF4-FFF2-40B4-BE49-F238E27FC236}">
                  <a16:creationId xmlns:a16="http://schemas.microsoft.com/office/drawing/2014/main" id="{CB3CD6EF-2A61-6543-A6A2-7E11F7208C3E}"/>
                </a:ext>
              </a:extLst>
            </p:cNvPr>
            <p:cNvSpPr txBox="1"/>
            <p:nvPr/>
          </p:nvSpPr>
          <p:spPr>
            <a:xfrm>
              <a:off x="8159989" y="1593652"/>
              <a:ext cx="1219200" cy="3762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  <a:sym typeface="Consolas" panose="020B0609020204030204"/>
                </a:rPr>
                <a:t>Output Layer</a:t>
              </a:r>
              <a:endParaRPr sz="120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endParaRPr>
            </a:p>
          </p:txBody>
        </p:sp>
        <p:sp>
          <p:nvSpPr>
            <p:cNvPr id="8" name="Google Shape;603;p26">
              <a:extLst>
                <a:ext uri="{FF2B5EF4-FFF2-40B4-BE49-F238E27FC236}">
                  <a16:creationId xmlns:a16="http://schemas.microsoft.com/office/drawing/2014/main" id="{408787E7-3603-5FC4-FF32-D4B0FF1A4768}"/>
                </a:ext>
              </a:extLst>
            </p:cNvPr>
            <p:cNvSpPr/>
            <p:nvPr/>
          </p:nvSpPr>
          <p:spPr>
            <a:xfrm>
              <a:off x="2648535" y="2373871"/>
              <a:ext cx="79500" cy="68400"/>
            </a:xfrm>
            <a:prstGeom prst="flowChartConnector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604;p26">
              <a:extLst>
                <a:ext uri="{FF2B5EF4-FFF2-40B4-BE49-F238E27FC236}">
                  <a16:creationId xmlns:a16="http://schemas.microsoft.com/office/drawing/2014/main" id="{574E95A2-5779-F28C-68DB-ACA267985594}"/>
                </a:ext>
              </a:extLst>
            </p:cNvPr>
            <p:cNvSpPr/>
            <p:nvPr/>
          </p:nvSpPr>
          <p:spPr>
            <a:xfrm>
              <a:off x="2648535" y="2641358"/>
              <a:ext cx="79500" cy="68400"/>
            </a:xfrm>
            <a:prstGeom prst="flowChartConnector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605;p26">
              <a:extLst>
                <a:ext uri="{FF2B5EF4-FFF2-40B4-BE49-F238E27FC236}">
                  <a16:creationId xmlns:a16="http://schemas.microsoft.com/office/drawing/2014/main" id="{520A3BF7-E0F7-5762-D927-666BDEBBCDCB}"/>
                </a:ext>
              </a:extLst>
            </p:cNvPr>
            <p:cNvSpPr/>
            <p:nvPr/>
          </p:nvSpPr>
          <p:spPr>
            <a:xfrm>
              <a:off x="2648535" y="2908845"/>
              <a:ext cx="79500" cy="68400"/>
            </a:xfrm>
            <a:prstGeom prst="flowChartConnector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606;p26">
              <a:extLst>
                <a:ext uri="{FF2B5EF4-FFF2-40B4-BE49-F238E27FC236}">
                  <a16:creationId xmlns:a16="http://schemas.microsoft.com/office/drawing/2014/main" id="{D30C1774-9841-8B3F-5381-F8607548EDAE}"/>
                </a:ext>
              </a:extLst>
            </p:cNvPr>
            <p:cNvSpPr/>
            <p:nvPr/>
          </p:nvSpPr>
          <p:spPr>
            <a:xfrm>
              <a:off x="8500189" y="2799353"/>
              <a:ext cx="538800" cy="557700"/>
            </a:xfrm>
            <a:prstGeom prst="ellipse">
              <a:avLst/>
            </a:prstGeom>
            <a:gradFill>
              <a:gsLst>
                <a:gs pos="0">
                  <a:srgbClr val="D8EDBA">
                    <a:alpha val="26274"/>
                  </a:srgbClr>
                </a:gs>
                <a:gs pos="100000">
                  <a:srgbClr val="BF06E8">
                    <a:alpha val="16862"/>
                  </a:srgbClr>
                </a:gs>
              </a:gsLst>
              <a:lin ang="13500032" scaled="0"/>
            </a:gradFill>
            <a:ln w="19050" cap="flat" cmpd="sng">
              <a:solidFill>
                <a:srgbClr val="F4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r>
                <a:rPr lang="en-GB" sz="1100">
                  <a:solidFill>
                    <a:srgbClr val="F4CCCC"/>
                  </a:solidFill>
                </a:rPr>
                <a:t>a</a:t>
              </a:r>
              <a:r>
                <a:rPr lang="en-GB" sz="1100" baseline="30000">
                  <a:solidFill>
                    <a:srgbClr val="F4CCCC"/>
                  </a:solidFill>
                </a:rPr>
                <a:t>[4]</a:t>
              </a:r>
              <a:endParaRPr sz="1600">
                <a:solidFill>
                  <a:srgbClr val="F4CCCC"/>
                </a:solidFill>
              </a:endParaRPr>
            </a:p>
          </p:txBody>
        </p:sp>
        <p:cxnSp>
          <p:nvCxnSpPr>
            <p:cNvPr id="12" name="Google Shape;607;p26">
              <a:extLst>
                <a:ext uri="{FF2B5EF4-FFF2-40B4-BE49-F238E27FC236}">
                  <a16:creationId xmlns:a16="http://schemas.microsoft.com/office/drawing/2014/main" id="{70BCB66C-F0CF-2610-88CC-50E68BD849C0}"/>
                </a:ext>
              </a:extLst>
            </p:cNvPr>
            <p:cNvCxnSpPr>
              <a:stCxn id="11" idx="6"/>
              <a:endCxn id="21" idx="1"/>
            </p:cNvCxnSpPr>
            <p:nvPr/>
          </p:nvCxnSpPr>
          <p:spPr>
            <a:xfrm rot="10800000" flipH="1">
              <a:off x="9038989" y="3064703"/>
              <a:ext cx="435900" cy="135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5" name="Google Shape;611;p26">
              <a:extLst>
                <a:ext uri="{FF2B5EF4-FFF2-40B4-BE49-F238E27FC236}">
                  <a16:creationId xmlns:a16="http://schemas.microsoft.com/office/drawing/2014/main" id="{7DC0935F-D796-1553-9E8B-A320F482AB59}"/>
                </a:ext>
              </a:extLst>
            </p:cNvPr>
            <p:cNvSpPr/>
            <p:nvPr/>
          </p:nvSpPr>
          <p:spPr>
            <a:xfrm>
              <a:off x="2249925" y="2162303"/>
              <a:ext cx="347100" cy="1971000"/>
            </a:xfrm>
            <a:prstGeom prst="leftBracket">
              <a:avLst>
                <a:gd name="adj" fmla="val 8333"/>
              </a:avLst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612;p26">
              <a:extLst>
                <a:ext uri="{FF2B5EF4-FFF2-40B4-BE49-F238E27FC236}">
                  <a16:creationId xmlns:a16="http://schemas.microsoft.com/office/drawing/2014/main" id="{5F772903-7555-D3E1-7782-B1E24B52CFCA}"/>
                </a:ext>
              </a:extLst>
            </p:cNvPr>
            <p:cNvSpPr txBox="1"/>
            <p:nvPr/>
          </p:nvSpPr>
          <p:spPr>
            <a:xfrm>
              <a:off x="1665692" y="2959702"/>
              <a:ext cx="452100" cy="376200"/>
            </a:xfrm>
            <a:prstGeom prst="rect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  <a:sym typeface="Consolas" panose="020B0609020204030204"/>
                </a:rPr>
                <a:t>X</a:t>
              </a:r>
              <a:endParaRPr sz="120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endParaRPr>
            </a:p>
          </p:txBody>
        </p:sp>
        <p:cxnSp>
          <p:nvCxnSpPr>
            <p:cNvPr id="17" name="Google Shape;613;p26">
              <a:extLst>
                <a:ext uri="{FF2B5EF4-FFF2-40B4-BE49-F238E27FC236}">
                  <a16:creationId xmlns:a16="http://schemas.microsoft.com/office/drawing/2014/main" id="{B0677AD2-F43C-CE7C-E6F7-1DD31BA7A209}"/>
                </a:ext>
              </a:extLst>
            </p:cNvPr>
            <p:cNvCxnSpPr>
              <a:stCxn id="33" idx="6"/>
              <a:endCxn id="11" idx="2"/>
            </p:cNvCxnSpPr>
            <p:nvPr/>
          </p:nvCxnSpPr>
          <p:spPr>
            <a:xfrm rot="10800000" flipH="1">
              <a:off x="7504375" y="3078211"/>
              <a:ext cx="995700" cy="15906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8" name="Google Shape;615;p26">
              <a:extLst>
                <a:ext uri="{FF2B5EF4-FFF2-40B4-BE49-F238E27FC236}">
                  <a16:creationId xmlns:a16="http://schemas.microsoft.com/office/drawing/2014/main" id="{1FC4C73E-EA74-8B9A-ED20-9BA26BFFBE0A}"/>
                </a:ext>
              </a:extLst>
            </p:cNvPr>
            <p:cNvCxnSpPr>
              <a:stCxn id="31" idx="6"/>
              <a:endCxn id="11" idx="2"/>
            </p:cNvCxnSpPr>
            <p:nvPr/>
          </p:nvCxnSpPr>
          <p:spPr>
            <a:xfrm>
              <a:off x="7504375" y="2676790"/>
              <a:ext cx="995700" cy="4014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9" name="Google Shape;617;p26">
              <a:extLst>
                <a:ext uri="{FF2B5EF4-FFF2-40B4-BE49-F238E27FC236}">
                  <a16:creationId xmlns:a16="http://schemas.microsoft.com/office/drawing/2014/main" id="{3CD302A3-3AB6-18C1-99C6-7087E85F5099}"/>
                </a:ext>
              </a:extLst>
            </p:cNvPr>
            <p:cNvCxnSpPr>
              <a:stCxn id="30" idx="6"/>
              <a:endCxn id="11" idx="2"/>
            </p:cNvCxnSpPr>
            <p:nvPr/>
          </p:nvCxnSpPr>
          <p:spPr>
            <a:xfrm>
              <a:off x="7504375" y="1902518"/>
              <a:ext cx="995700" cy="11757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0" name="Google Shape;619;p26">
              <a:extLst>
                <a:ext uri="{FF2B5EF4-FFF2-40B4-BE49-F238E27FC236}">
                  <a16:creationId xmlns:a16="http://schemas.microsoft.com/office/drawing/2014/main" id="{27672606-50C0-BD19-B81F-B87AE52D6DED}"/>
                </a:ext>
              </a:extLst>
            </p:cNvPr>
            <p:cNvCxnSpPr>
              <a:stCxn id="22" idx="6"/>
              <a:endCxn id="26" idx="2"/>
            </p:cNvCxnSpPr>
            <p:nvPr/>
          </p:nvCxnSpPr>
          <p:spPr>
            <a:xfrm>
              <a:off x="4817275" y="1902518"/>
              <a:ext cx="7503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1" name="Google Shape;608;p26">
              <a:extLst>
                <a:ext uri="{FF2B5EF4-FFF2-40B4-BE49-F238E27FC236}">
                  <a16:creationId xmlns:a16="http://schemas.microsoft.com/office/drawing/2014/main" id="{D2CA45E7-B744-B66E-799B-C426104E7067}"/>
                </a:ext>
              </a:extLst>
            </p:cNvPr>
            <p:cNvSpPr txBox="1"/>
            <p:nvPr/>
          </p:nvSpPr>
          <p:spPr>
            <a:xfrm>
              <a:off x="9474942" y="2876602"/>
              <a:ext cx="452100" cy="376200"/>
            </a:xfrm>
            <a:prstGeom prst="rect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r>
                <a:rPr lang="en-GB" sz="1100" b="1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  <a:sym typeface="Consolas" panose="020B0609020204030204"/>
                </a:rPr>
                <a:t>Ŷ</a:t>
              </a:r>
              <a:endParaRPr sz="120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endParaRPr>
            </a:p>
          </p:txBody>
        </p:sp>
        <p:sp>
          <p:nvSpPr>
            <p:cNvPr id="22" name="Google Shape;620;p26">
              <a:extLst>
                <a:ext uri="{FF2B5EF4-FFF2-40B4-BE49-F238E27FC236}">
                  <a16:creationId xmlns:a16="http://schemas.microsoft.com/office/drawing/2014/main" id="{726A7016-3980-7501-3C6E-502AA1F1D416}"/>
                </a:ext>
              </a:extLst>
            </p:cNvPr>
            <p:cNvSpPr/>
            <p:nvPr/>
          </p:nvSpPr>
          <p:spPr>
            <a:xfrm>
              <a:off x="4224175" y="1596668"/>
              <a:ext cx="593100" cy="611700"/>
            </a:xfrm>
            <a:prstGeom prst="ellipse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19050" cap="flat" cmpd="sng">
              <a:solidFill>
                <a:srgbClr val="D9EAD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r>
                <a:rPr lang="en-GB" sz="1100">
                  <a:solidFill>
                    <a:srgbClr val="D9EAD3"/>
                  </a:solidFill>
                </a:rPr>
                <a:t>a</a:t>
              </a:r>
              <a:r>
                <a:rPr lang="en-GB" sz="1100" baseline="30000">
                  <a:solidFill>
                    <a:srgbClr val="D9EAD3"/>
                  </a:solidFill>
                </a:rPr>
                <a:t>[1]</a:t>
              </a:r>
              <a:r>
                <a:rPr lang="en-GB" sz="1100" baseline="-25000">
                  <a:solidFill>
                    <a:srgbClr val="D9EAD3"/>
                  </a:solidFill>
                </a:rPr>
                <a:t>1</a:t>
              </a:r>
              <a:endParaRPr sz="1200" baseline="-25000">
                <a:solidFill>
                  <a:srgbClr val="D9EAD3"/>
                </a:solidFill>
              </a:endParaRPr>
            </a:p>
          </p:txBody>
        </p:sp>
        <p:sp>
          <p:nvSpPr>
            <p:cNvPr id="23" name="Google Shape;622;p26">
              <a:extLst>
                <a:ext uri="{FF2B5EF4-FFF2-40B4-BE49-F238E27FC236}">
                  <a16:creationId xmlns:a16="http://schemas.microsoft.com/office/drawing/2014/main" id="{F0A60E30-788C-1D41-D5B9-55C98684142C}"/>
                </a:ext>
              </a:extLst>
            </p:cNvPr>
            <p:cNvSpPr/>
            <p:nvPr/>
          </p:nvSpPr>
          <p:spPr>
            <a:xfrm>
              <a:off x="4224175" y="2407990"/>
              <a:ext cx="593100" cy="611700"/>
            </a:xfrm>
            <a:prstGeom prst="ellipse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19050" cap="flat" cmpd="sng">
              <a:solidFill>
                <a:srgbClr val="D9EAD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r>
                <a:rPr lang="en-GB" sz="1100">
                  <a:solidFill>
                    <a:srgbClr val="D9EAD3"/>
                  </a:solidFill>
                </a:rPr>
                <a:t>a</a:t>
              </a:r>
              <a:r>
                <a:rPr lang="en-GB" sz="1100" baseline="30000">
                  <a:solidFill>
                    <a:srgbClr val="D9EAD3"/>
                  </a:solidFill>
                </a:rPr>
                <a:t>[1]</a:t>
              </a:r>
              <a:r>
                <a:rPr lang="en-GB" sz="1100" baseline="-25000">
                  <a:solidFill>
                    <a:srgbClr val="D9EAD3"/>
                  </a:solidFill>
                </a:rPr>
                <a:t>2</a:t>
              </a:r>
              <a:endParaRPr sz="1600">
                <a:solidFill>
                  <a:srgbClr val="D9EAD3"/>
                </a:solidFill>
              </a:endParaRPr>
            </a:p>
          </p:txBody>
        </p:sp>
        <p:sp>
          <p:nvSpPr>
            <p:cNvPr id="24" name="Google Shape;623;p26">
              <a:extLst>
                <a:ext uri="{FF2B5EF4-FFF2-40B4-BE49-F238E27FC236}">
                  <a16:creationId xmlns:a16="http://schemas.microsoft.com/office/drawing/2014/main" id="{5228BA25-7269-42E8-B434-351A19BDF413}"/>
                </a:ext>
              </a:extLst>
            </p:cNvPr>
            <p:cNvSpPr/>
            <p:nvPr/>
          </p:nvSpPr>
          <p:spPr>
            <a:xfrm>
              <a:off x="4224175" y="3145113"/>
              <a:ext cx="593100" cy="611700"/>
            </a:xfrm>
            <a:prstGeom prst="ellipse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19050" cap="flat" cmpd="sng">
              <a:solidFill>
                <a:srgbClr val="D9EAD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r>
                <a:rPr lang="en-GB" sz="1100">
                  <a:solidFill>
                    <a:srgbClr val="D9EAD3"/>
                  </a:solidFill>
                </a:rPr>
                <a:t>a</a:t>
              </a:r>
              <a:r>
                <a:rPr lang="en-GB" sz="1100" baseline="30000">
                  <a:solidFill>
                    <a:srgbClr val="D9EAD3"/>
                  </a:solidFill>
                </a:rPr>
                <a:t>[1]</a:t>
              </a:r>
              <a:r>
                <a:rPr lang="en-GB" sz="1100" baseline="-25000">
                  <a:solidFill>
                    <a:srgbClr val="D9EAD3"/>
                  </a:solidFill>
                </a:rPr>
                <a:t>3</a:t>
              </a:r>
              <a:endParaRPr sz="1600">
                <a:solidFill>
                  <a:srgbClr val="D9EAD3"/>
                </a:solidFill>
              </a:endParaRPr>
            </a:p>
          </p:txBody>
        </p:sp>
        <p:sp>
          <p:nvSpPr>
            <p:cNvPr id="25" name="Google Shape;624;p26">
              <a:extLst>
                <a:ext uri="{FF2B5EF4-FFF2-40B4-BE49-F238E27FC236}">
                  <a16:creationId xmlns:a16="http://schemas.microsoft.com/office/drawing/2014/main" id="{250435CF-6781-D85B-7ABA-D16B713C829D}"/>
                </a:ext>
              </a:extLst>
            </p:cNvPr>
            <p:cNvSpPr/>
            <p:nvPr/>
          </p:nvSpPr>
          <p:spPr>
            <a:xfrm>
              <a:off x="4224175" y="4380661"/>
              <a:ext cx="587100" cy="611700"/>
            </a:xfrm>
            <a:prstGeom prst="ellipse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19050" cap="flat" cmpd="sng">
              <a:solidFill>
                <a:srgbClr val="D9EAD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r>
                <a:rPr lang="en-GB" sz="1100">
                  <a:solidFill>
                    <a:srgbClr val="D9EAD3"/>
                  </a:solidFill>
                </a:rPr>
                <a:t>a</a:t>
              </a:r>
              <a:r>
                <a:rPr lang="en-GB" sz="1100" baseline="30000">
                  <a:solidFill>
                    <a:srgbClr val="D9EAD3"/>
                  </a:solidFill>
                </a:rPr>
                <a:t>[1]</a:t>
              </a:r>
              <a:r>
                <a:rPr lang="en-GB" sz="1100" baseline="-25000">
                  <a:solidFill>
                    <a:srgbClr val="D9EAD3"/>
                  </a:solidFill>
                </a:rPr>
                <a:t>n</a:t>
              </a:r>
              <a:endParaRPr sz="1100">
                <a:solidFill>
                  <a:srgbClr val="D9EAD3"/>
                </a:solidFill>
              </a:endParaRPr>
            </a:p>
          </p:txBody>
        </p:sp>
        <p:sp>
          <p:nvSpPr>
            <p:cNvPr id="26" name="Google Shape;621;p26">
              <a:extLst>
                <a:ext uri="{FF2B5EF4-FFF2-40B4-BE49-F238E27FC236}">
                  <a16:creationId xmlns:a16="http://schemas.microsoft.com/office/drawing/2014/main" id="{219A3CDE-1E1A-AE83-08E1-09A3856675D8}"/>
                </a:ext>
              </a:extLst>
            </p:cNvPr>
            <p:cNvSpPr/>
            <p:nvPr/>
          </p:nvSpPr>
          <p:spPr>
            <a:xfrm>
              <a:off x="5567475" y="1596668"/>
              <a:ext cx="593100" cy="611700"/>
            </a:xfrm>
            <a:prstGeom prst="ellipse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19050" cap="flat" cmpd="sng">
              <a:solidFill>
                <a:srgbClr val="D9EAD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r>
                <a:rPr lang="en-GB" sz="1100">
                  <a:solidFill>
                    <a:srgbClr val="D9EAD3"/>
                  </a:solidFill>
                </a:rPr>
                <a:t>a</a:t>
              </a:r>
              <a:r>
                <a:rPr lang="en-GB" sz="1100" baseline="30000">
                  <a:solidFill>
                    <a:srgbClr val="D9EAD3"/>
                  </a:solidFill>
                </a:rPr>
                <a:t>[2]</a:t>
              </a:r>
              <a:r>
                <a:rPr lang="en-GB" sz="1100" baseline="-25000">
                  <a:solidFill>
                    <a:srgbClr val="D9EAD3"/>
                  </a:solidFill>
                </a:rPr>
                <a:t>1</a:t>
              </a:r>
              <a:endParaRPr sz="1200" baseline="-25000">
                <a:solidFill>
                  <a:srgbClr val="D9EAD3"/>
                </a:solidFill>
              </a:endParaRPr>
            </a:p>
          </p:txBody>
        </p:sp>
        <p:sp>
          <p:nvSpPr>
            <p:cNvPr id="27" name="Google Shape;625;p26">
              <a:extLst>
                <a:ext uri="{FF2B5EF4-FFF2-40B4-BE49-F238E27FC236}">
                  <a16:creationId xmlns:a16="http://schemas.microsoft.com/office/drawing/2014/main" id="{66A7034E-6618-849C-D3B8-B6BED02DC838}"/>
                </a:ext>
              </a:extLst>
            </p:cNvPr>
            <p:cNvSpPr/>
            <p:nvPr/>
          </p:nvSpPr>
          <p:spPr>
            <a:xfrm>
              <a:off x="5567475" y="2407990"/>
              <a:ext cx="593100" cy="611700"/>
            </a:xfrm>
            <a:prstGeom prst="ellipse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19050" cap="flat" cmpd="sng">
              <a:solidFill>
                <a:srgbClr val="D9EAD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r>
                <a:rPr lang="en-GB" sz="1100">
                  <a:solidFill>
                    <a:srgbClr val="D9EAD3"/>
                  </a:solidFill>
                </a:rPr>
                <a:t>a</a:t>
              </a:r>
              <a:r>
                <a:rPr lang="en-GB" sz="1100" baseline="30000">
                  <a:solidFill>
                    <a:srgbClr val="D9EAD3"/>
                  </a:solidFill>
                </a:rPr>
                <a:t>[2]</a:t>
              </a:r>
              <a:r>
                <a:rPr lang="en-GB" sz="1100" baseline="-25000">
                  <a:solidFill>
                    <a:srgbClr val="D9EAD3"/>
                  </a:solidFill>
                </a:rPr>
                <a:t>2</a:t>
              </a:r>
              <a:endParaRPr sz="1600">
                <a:solidFill>
                  <a:srgbClr val="D9EAD3"/>
                </a:solidFill>
              </a:endParaRPr>
            </a:p>
          </p:txBody>
        </p:sp>
        <p:sp>
          <p:nvSpPr>
            <p:cNvPr id="28" name="Google Shape;626;p26">
              <a:extLst>
                <a:ext uri="{FF2B5EF4-FFF2-40B4-BE49-F238E27FC236}">
                  <a16:creationId xmlns:a16="http://schemas.microsoft.com/office/drawing/2014/main" id="{34B23D43-BD0F-892B-3216-AE35BFF5FE06}"/>
                </a:ext>
              </a:extLst>
            </p:cNvPr>
            <p:cNvSpPr/>
            <p:nvPr/>
          </p:nvSpPr>
          <p:spPr>
            <a:xfrm>
              <a:off x="5567475" y="3172188"/>
              <a:ext cx="593100" cy="611700"/>
            </a:xfrm>
            <a:prstGeom prst="ellipse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19050" cap="flat" cmpd="sng">
              <a:solidFill>
                <a:srgbClr val="D9EAD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r>
                <a:rPr lang="en-GB" sz="1100">
                  <a:solidFill>
                    <a:srgbClr val="D9EAD3"/>
                  </a:solidFill>
                </a:rPr>
                <a:t>a</a:t>
              </a:r>
              <a:r>
                <a:rPr lang="en-GB" sz="1100" baseline="30000">
                  <a:solidFill>
                    <a:srgbClr val="D9EAD3"/>
                  </a:solidFill>
                </a:rPr>
                <a:t>[2]</a:t>
              </a:r>
              <a:r>
                <a:rPr lang="en-GB" sz="1100" baseline="-25000">
                  <a:solidFill>
                    <a:srgbClr val="D9EAD3"/>
                  </a:solidFill>
                </a:rPr>
                <a:t>3</a:t>
              </a:r>
              <a:endParaRPr sz="1600">
                <a:solidFill>
                  <a:srgbClr val="D9EAD3"/>
                </a:solidFill>
              </a:endParaRPr>
            </a:p>
          </p:txBody>
        </p:sp>
        <p:sp>
          <p:nvSpPr>
            <p:cNvPr id="29" name="Google Shape;627;p26">
              <a:extLst>
                <a:ext uri="{FF2B5EF4-FFF2-40B4-BE49-F238E27FC236}">
                  <a16:creationId xmlns:a16="http://schemas.microsoft.com/office/drawing/2014/main" id="{E92386BD-5680-F38F-866A-27CFF0C514B7}"/>
                </a:ext>
              </a:extLst>
            </p:cNvPr>
            <p:cNvSpPr/>
            <p:nvPr/>
          </p:nvSpPr>
          <p:spPr>
            <a:xfrm>
              <a:off x="5567475" y="4380661"/>
              <a:ext cx="593100" cy="611700"/>
            </a:xfrm>
            <a:prstGeom prst="ellipse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19050" cap="flat" cmpd="sng">
              <a:solidFill>
                <a:srgbClr val="D9EAD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r>
                <a:rPr lang="en-GB" sz="1100">
                  <a:solidFill>
                    <a:srgbClr val="D9EAD3"/>
                  </a:solidFill>
                </a:rPr>
                <a:t>a</a:t>
              </a:r>
              <a:r>
                <a:rPr lang="en-GB" sz="1100" baseline="30000">
                  <a:solidFill>
                    <a:srgbClr val="D9EAD3"/>
                  </a:solidFill>
                </a:rPr>
                <a:t>[2]</a:t>
              </a:r>
              <a:r>
                <a:rPr lang="en-GB" sz="1100" baseline="-25000">
                  <a:solidFill>
                    <a:srgbClr val="D9EAD3"/>
                  </a:solidFill>
                </a:rPr>
                <a:t>n</a:t>
              </a:r>
              <a:endParaRPr sz="1600">
                <a:solidFill>
                  <a:srgbClr val="D9EAD3"/>
                </a:solidFill>
              </a:endParaRPr>
            </a:p>
          </p:txBody>
        </p:sp>
        <p:sp>
          <p:nvSpPr>
            <p:cNvPr id="30" name="Google Shape;618;p26">
              <a:extLst>
                <a:ext uri="{FF2B5EF4-FFF2-40B4-BE49-F238E27FC236}">
                  <a16:creationId xmlns:a16="http://schemas.microsoft.com/office/drawing/2014/main" id="{76838088-979B-3C98-E746-9FC6322D3394}"/>
                </a:ext>
              </a:extLst>
            </p:cNvPr>
            <p:cNvSpPr/>
            <p:nvPr/>
          </p:nvSpPr>
          <p:spPr>
            <a:xfrm>
              <a:off x="6911275" y="1596668"/>
              <a:ext cx="593100" cy="611700"/>
            </a:xfrm>
            <a:prstGeom prst="ellipse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19050" cap="flat" cmpd="sng">
              <a:solidFill>
                <a:srgbClr val="D9EAD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r>
                <a:rPr lang="en-GB" sz="1100">
                  <a:solidFill>
                    <a:srgbClr val="D9EAD3"/>
                  </a:solidFill>
                </a:rPr>
                <a:t>a</a:t>
              </a:r>
              <a:r>
                <a:rPr lang="en-GB" sz="1100" baseline="30000">
                  <a:solidFill>
                    <a:srgbClr val="D9EAD3"/>
                  </a:solidFill>
                </a:rPr>
                <a:t>[3]</a:t>
              </a:r>
              <a:r>
                <a:rPr lang="en-GB" sz="1100" baseline="-25000">
                  <a:solidFill>
                    <a:srgbClr val="D9EAD3"/>
                  </a:solidFill>
                </a:rPr>
                <a:t>1</a:t>
              </a:r>
              <a:endParaRPr sz="1200" baseline="-25000">
                <a:solidFill>
                  <a:srgbClr val="D9EAD3"/>
                </a:solidFill>
              </a:endParaRPr>
            </a:p>
          </p:txBody>
        </p:sp>
        <p:sp>
          <p:nvSpPr>
            <p:cNvPr id="31" name="Google Shape;616;p26">
              <a:extLst>
                <a:ext uri="{FF2B5EF4-FFF2-40B4-BE49-F238E27FC236}">
                  <a16:creationId xmlns:a16="http://schemas.microsoft.com/office/drawing/2014/main" id="{5CCAC83F-A935-AA5F-DF36-23A46CEB5E42}"/>
                </a:ext>
              </a:extLst>
            </p:cNvPr>
            <p:cNvSpPr/>
            <p:nvPr/>
          </p:nvSpPr>
          <p:spPr>
            <a:xfrm>
              <a:off x="6911275" y="2370940"/>
              <a:ext cx="593100" cy="611700"/>
            </a:xfrm>
            <a:prstGeom prst="ellipse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19050" cap="flat" cmpd="sng">
              <a:solidFill>
                <a:srgbClr val="D9EAD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r>
                <a:rPr lang="en-GB" sz="1100">
                  <a:solidFill>
                    <a:srgbClr val="D9EAD3"/>
                  </a:solidFill>
                </a:rPr>
                <a:t>a</a:t>
              </a:r>
              <a:r>
                <a:rPr lang="en-GB" sz="1100" baseline="30000">
                  <a:solidFill>
                    <a:srgbClr val="D9EAD3"/>
                  </a:solidFill>
                </a:rPr>
                <a:t>[3]</a:t>
              </a:r>
              <a:r>
                <a:rPr lang="en-GB" sz="1100" baseline="-25000">
                  <a:solidFill>
                    <a:srgbClr val="D9EAD3"/>
                  </a:solidFill>
                </a:rPr>
                <a:t>2</a:t>
              </a:r>
              <a:endParaRPr sz="1600">
                <a:solidFill>
                  <a:srgbClr val="D9EAD3"/>
                </a:solidFill>
              </a:endParaRPr>
            </a:p>
          </p:txBody>
        </p:sp>
        <p:sp>
          <p:nvSpPr>
            <p:cNvPr id="32" name="Google Shape;628;p26">
              <a:extLst>
                <a:ext uri="{FF2B5EF4-FFF2-40B4-BE49-F238E27FC236}">
                  <a16:creationId xmlns:a16="http://schemas.microsoft.com/office/drawing/2014/main" id="{2240D61F-95E0-DB35-E79E-08DAD503714E}"/>
                </a:ext>
              </a:extLst>
            </p:cNvPr>
            <p:cNvSpPr/>
            <p:nvPr/>
          </p:nvSpPr>
          <p:spPr>
            <a:xfrm>
              <a:off x="6911263" y="3145238"/>
              <a:ext cx="593100" cy="611700"/>
            </a:xfrm>
            <a:prstGeom prst="ellipse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19050" cap="flat" cmpd="sng">
              <a:solidFill>
                <a:srgbClr val="D9EAD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r>
                <a:rPr lang="en-GB" sz="1100">
                  <a:solidFill>
                    <a:srgbClr val="D9EAD3"/>
                  </a:solidFill>
                </a:rPr>
                <a:t>a</a:t>
              </a:r>
              <a:r>
                <a:rPr lang="en-GB" sz="1100" baseline="30000">
                  <a:solidFill>
                    <a:srgbClr val="D9EAD3"/>
                  </a:solidFill>
                </a:rPr>
                <a:t>[3]</a:t>
              </a:r>
              <a:r>
                <a:rPr lang="en-GB" sz="1100" baseline="-25000">
                  <a:solidFill>
                    <a:srgbClr val="D9EAD3"/>
                  </a:solidFill>
                </a:rPr>
                <a:t>3</a:t>
              </a:r>
              <a:endParaRPr sz="1600">
                <a:solidFill>
                  <a:srgbClr val="D9EAD3"/>
                </a:solidFill>
              </a:endParaRPr>
            </a:p>
          </p:txBody>
        </p:sp>
        <p:sp>
          <p:nvSpPr>
            <p:cNvPr id="33" name="Google Shape;614;p26">
              <a:extLst>
                <a:ext uri="{FF2B5EF4-FFF2-40B4-BE49-F238E27FC236}">
                  <a16:creationId xmlns:a16="http://schemas.microsoft.com/office/drawing/2014/main" id="{37ABE98A-1862-51B1-E269-3295BCAD8AEA}"/>
                </a:ext>
              </a:extLst>
            </p:cNvPr>
            <p:cNvSpPr/>
            <p:nvPr/>
          </p:nvSpPr>
          <p:spPr>
            <a:xfrm>
              <a:off x="6911275" y="4362961"/>
              <a:ext cx="593100" cy="611700"/>
            </a:xfrm>
            <a:prstGeom prst="ellipse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19050" cap="flat" cmpd="sng">
              <a:solidFill>
                <a:srgbClr val="D9EAD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r>
                <a:rPr lang="en-GB" sz="1100">
                  <a:solidFill>
                    <a:srgbClr val="D9EAD3"/>
                  </a:solidFill>
                </a:rPr>
                <a:t>a</a:t>
              </a:r>
              <a:r>
                <a:rPr lang="en-GB" sz="1100" baseline="30000">
                  <a:solidFill>
                    <a:srgbClr val="D9EAD3"/>
                  </a:solidFill>
                </a:rPr>
                <a:t>[3]</a:t>
              </a:r>
              <a:r>
                <a:rPr lang="en-GB" sz="1100" baseline="-25000">
                  <a:solidFill>
                    <a:srgbClr val="D9EAD3"/>
                  </a:solidFill>
                </a:rPr>
                <a:t>n</a:t>
              </a:r>
              <a:endParaRPr sz="1600">
                <a:solidFill>
                  <a:srgbClr val="D9EAD3"/>
                </a:solidFill>
              </a:endParaRPr>
            </a:p>
          </p:txBody>
        </p:sp>
        <p:cxnSp>
          <p:nvCxnSpPr>
            <p:cNvPr id="34" name="Google Shape;629;p26">
              <a:extLst>
                <a:ext uri="{FF2B5EF4-FFF2-40B4-BE49-F238E27FC236}">
                  <a16:creationId xmlns:a16="http://schemas.microsoft.com/office/drawing/2014/main" id="{366C778F-FC19-8489-A54E-3FB5C7ED63AE}"/>
                </a:ext>
              </a:extLst>
            </p:cNvPr>
            <p:cNvCxnSpPr/>
            <p:nvPr/>
          </p:nvCxnSpPr>
          <p:spPr>
            <a:xfrm flipH="1">
              <a:off x="4517717" y="3882202"/>
              <a:ext cx="6000" cy="4500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sp>
          <p:nvSpPr>
            <p:cNvPr id="35" name="Google Shape;630;p26">
              <a:extLst>
                <a:ext uri="{FF2B5EF4-FFF2-40B4-BE49-F238E27FC236}">
                  <a16:creationId xmlns:a16="http://schemas.microsoft.com/office/drawing/2014/main" id="{7E1B9A87-7469-6692-CF38-36E3E46E4F56}"/>
                </a:ext>
              </a:extLst>
            </p:cNvPr>
            <p:cNvSpPr/>
            <p:nvPr/>
          </p:nvSpPr>
          <p:spPr>
            <a:xfrm>
              <a:off x="2648535" y="3176346"/>
              <a:ext cx="79500" cy="68400"/>
            </a:xfrm>
            <a:prstGeom prst="flowChartConnector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631;p26">
              <a:extLst>
                <a:ext uri="{FF2B5EF4-FFF2-40B4-BE49-F238E27FC236}">
                  <a16:creationId xmlns:a16="http://schemas.microsoft.com/office/drawing/2014/main" id="{9AED8D93-2C31-E3AB-08A7-06E594DA5849}"/>
                </a:ext>
              </a:extLst>
            </p:cNvPr>
            <p:cNvSpPr/>
            <p:nvPr/>
          </p:nvSpPr>
          <p:spPr>
            <a:xfrm>
              <a:off x="2648535" y="3443833"/>
              <a:ext cx="79500" cy="68400"/>
            </a:xfrm>
            <a:prstGeom prst="flowChartConnector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632;p26">
              <a:extLst>
                <a:ext uri="{FF2B5EF4-FFF2-40B4-BE49-F238E27FC236}">
                  <a16:creationId xmlns:a16="http://schemas.microsoft.com/office/drawing/2014/main" id="{C96D6F96-03F5-2604-6A5B-0A24ECEDA132}"/>
                </a:ext>
              </a:extLst>
            </p:cNvPr>
            <p:cNvSpPr/>
            <p:nvPr/>
          </p:nvSpPr>
          <p:spPr>
            <a:xfrm>
              <a:off x="2648535" y="3711320"/>
              <a:ext cx="79500" cy="68400"/>
            </a:xfrm>
            <a:prstGeom prst="flowChartConnector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633;p26">
              <a:extLst>
                <a:ext uri="{FF2B5EF4-FFF2-40B4-BE49-F238E27FC236}">
                  <a16:creationId xmlns:a16="http://schemas.microsoft.com/office/drawing/2014/main" id="{FA274AF6-9937-580F-9AB8-9F2E67F62EB9}"/>
                </a:ext>
              </a:extLst>
            </p:cNvPr>
            <p:cNvSpPr/>
            <p:nvPr/>
          </p:nvSpPr>
          <p:spPr>
            <a:xfrm>
              <a:off x="2648535" y="3913220"/>
              <a:ext cx="79500" cy="68400"/>
            </a:xfrm>
            <a:prstGeom prst="flowChartConnector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9" name="Google Shape;634;p26">
              <a:extLst>
                <a:ext uri="{FF2B5EF4-FFF2-40B4-BE49-F238E27FC236}">
                  <a16:creationId xmlns:a16="http://schemas.microsoft.com/office/drawing/2014/main" id="{A0522ADD-0A98-E5DD-BD7B-2D989C766269}"/>
                </a:ext>
              </a:extLst>
            </p:cNvPr>
            <p:cNvCxnSpPr>
              <a:endCxn id="22" idx="2"/>
            </p:cNvCxnSpPr>
            <p:nvPr/>
          </p:nvCxnSpPr>
          <p:spPr>
            <a:xfrm rot="10800000" flipH="1">
              <a:off x="2734375" y="1902518"/>
              <a:ext cx="1489800" cy="5097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0" name="Google Shape;635;p26">
              <a:extLst>
                <a:ext uri="{FF2B5EF4-FFF2-40B4-BE49-F238E27FC236}">
                  <a16:creationId xmlns:a16="http://schemas.microsoft.com/office/drawing/2014/main" id="{BC25C9E3-CE33-BE1A-40B6-AD32BD55C193}"/>
                </a:ext>
              </a:extLst>
            </p:cNvPr>
            <p:cNvCxnSpPr>
              <a:stCxn id="8" idx="5"/>
              <a:endCxn id="23" idx="2"/>
            </p:cNvCxnSpPr>
            <p:nvPr/>
          </p:nvCxnSpPr>
          <p:spPr>
            <a:xfrm>
              <a:off x="2716393" y="2432254"/>
              <a:ext cx="1507800" cy="2817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1" name="Google Shape;636;p26">
              <a:extLst>
                <a:ext uri="{FF2B5EF4-FFF2-40B4-BE49-F238E27FC236}">
                  <a16:creationId xmlns:a16="http://schemas.microsoft.com/office/drawing/2014/main" id="{C9F86FE9-E33C-F719-7CCA-A8FF8158F6C1}"/>
                </a:ext>
              </a:extLst>
            </p:cNvPr>
            <p:cNvCxnSpPr>
              <a:stCxn id="8" idx="5"/>
              <a:endCxn id="24" idx="2"/>
            </p:cNvCxnSpPr>
            <p:nvPr/>
          </p:nvCxnSpPr>
          <p:spPr>
            <a:xfrm>
              <a:off x="2716393" y="2432254"/>
              <a:ext cx="1507800" cy="10188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2" name="Google Shape;637;p26">
              <a:extLst>
                <a:ext uri="{FF2B5EF4-FFF2-40B4-BE49-F238E27FC236}">
                  <a16:creationId xmlns:a16="http://schemas.microsoft.com/office/drawing/2014/main" id="{F7275397-5E39-4E82-7E25-7EBBFAB78863}"/>
                </a:ext>
              </a:extLst>
            </p:cNvPr>
            <p:cNvCxnSpPr>
              <a:stCxn id="8" idx="5"/>
              <a:endCxn id="25" idx="2"/>
            </p:cNvCxnSpPr>
            <p:nvPr/>
          </p:nvCxnSpPr>
          <p:spPr>
            <a:xfrm>
              <a:off x="2716393" y="2432254"/>
              <a:ext cx="1507800" cy="22542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3" name="Google Shape;638;p26">
              <a:extLst>
                <a:ext uri="{FF2B5EF4-FFF2-40B4-BE49-F238E27FC236}">
                  <a16:creationId xmlns:a16="http://schemas.microsoft.com/office/drawing/2014/main" id="{F024C422-C54C-5B0A-9ADA-18E1E202025D}"/>
                </a:ext>
              </a:extLst>
            </p:cNvPr>
            <p:cNvCxnSpPr>
              <a:stCxn id="9" idx="5"/>
              <a:endCxn id="22" idx="2"/>
            </p:cNvCxnSpPr>
            <p:nvPr/>
          </p:nvCxnSpPr>
          <p:spPr>
            <a:xfrm rot="10800000" flipH="1">
              <a:off x="2716393" y="1902641"/>
              <a:ext cx="1507800" cy="7971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4" name="Google Shape;639;p26">
              <a:extLst>
                <a:ext uri="{FF2B5EF4-FFF2-40B4-BE49-F238E27FC236}">
                  <a16:creationId xmlns:a16="http://schemas.microsoft.com/office/drawing/2014/main" id="{3CB74E66-F1A4-5B6D-45F0-38ECA7B0234E}"/>
                </a:ext>
              </a:extLst>
            </p:cNvPr>
            <p:cNvCxnSpPr>
              <a:stCxn id="9" idx="5"/>
              <a:endCxn id="24" idx="2"/>
            </p:cNvCxnSpPr>
            <p:nvPr/>
          </p:nvCxnSpPr>
          <p:spPr>
            <a:xfrm>
              <a:off x="2716393" y="2699741"/>
              <a:ext cx="1507800" cy="7512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5" name="Google Shape;640;p26">
              <a:extLst>
                <a:ext uri="{FF2B5EF4-FFF2-40B4-BE49-F238E27FC236}">
                  <a16:creationId xmlns:a16="http://schemas.microsoft.com/office/drawing/2014/main" id="{5DB3FEEA-38D0-9E63-3742-EFD68E83C73F}"/>
                </a:ext>
              </a:extLst>
            </p:cNvPr>
            <p:cNvCxnSpPr>
              <a:stCxn id="9" idx="6"/>
              <a:endCxn id="23" idx="2"/>
            </p:cNvCxnSpPr>
            <p:nvPr/>
          </p:nvCxnSpPr>
          <p:spPr>
            <a:xfrm>
              <a:off x="2728035" y="2675558"/>
              <a:ext cx="1496100" cy="384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6" name="Google Shape;641;p26">
              <a:extLst>
                <a:ext uri="{FF2B5EF4-FFF2-40B4-BE49-F238E27FC236}">
                  <a16:creationId xmlns:a16="http://schemas.microsoft.com/office/drawing/2014/main" id="{EB8C6C9E-5C52-F009-C44A-DB6BDB41F91C}"/>
                </a:ext>
              </a:extLst>
            </p:cNvPr>
            <p:cNvCxnSpPr>
              <a:stCxn id="9" idx="6"/>
              <a:endCxn id="25" idx="2"/>
            </p:cNvCxnSpPr>
            <p:nvPr/>
          </p:nvCxnSpPr>
          <p:spPr>
            <a:xfrm>
              <a:off x="2728035" y="2675558"/>
              <a:ext cx="1496100" cy="20109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7" name="Google Shape;642;p26">
              <a:extLst>
                <a:ext uri="{FF2B5EF4-FFF2-40B4-BE49-F238E27FC236}">
                  <a16:creationId xmlns:a16="http://schemas.microsoft.com/office/drawing/2014/main" id="{582A7017-6D48-654D-7B70-9249DD30B562}"/>
                </a:ext>
              </a:extLst>
            </p:cNvPr>
            <p:cNvCxnSpPr>
              <a:stCxn id="10" idx="4"/>
              <a:endCxn id="22" idx="2"/>
            </p:cNvCxnSpPr>
            <p:nvPr/>
          </p:nvCxnSpPr>
          <p:spPr>
            <a:xfrm rot="10800000" flipH="1">
              <a:off x="2688285" y="1902645"/>
              <a:ext cx="1536000" cy="10746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8" name="Google Shape;643;p26">
              <a:extLst>
                <a:ext uri="{FF2B5EF4-FFF2-40B4-BE49-F238E27FC236}">
                  <a16:creationId xmlns:a16="http://schemas.microsoft.com/office/drawing/2014/main" id="{77D03557-C38E-8D76-EE9A-9FB267D3A792}"/>
                </a:ext>
              </a:extLst>
            </p:cNvPr>
            <p:cNvCxnSpPr>
              <a:stCxn id="10" idx="6"/>
              <a:endCxn id="23" idx="2"/>
            </p:cNvCxnSpPr>
            <p:nvPr/>
          </p:nvCxnSpPr>
          <p:spPr>
            <a:xfrm rot="10800000" flipH="1">
              <a:off x="2728035" y="2713845"/>
              <a:ext cx="1496100" cy="2292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9" name="Google Shape;644;p26">
              <a:extLst>
                <a:ext uri="{FF2B5EF4-FFF2-40B4-BE49-F238E27FC236}">
                  <a16:creationId xmlns:a16="http://schemas.microsoft.com/office/drawing/2014/main" id="{D5F8202B-C8E1-6E22-6AF6-A9C86966094D}"/>
                </a:ext>
              </a:extLst>
            </p:cNvPr>
            <p:cNvCxnSpPr>
              <a:stCxn id="10" idx="6"/>
              <a:endCxn id="24" idx="2"/>
            </p:cNvCxnSpPr>
            <p:nvPr/>
          </p:nvCxnSpPr>
          <p:spPr>
            <a:xfrm>
              <a:off x="2728035" y="2943045"/>
              <a:ext cx="1496100" cy="5079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0" name="Google Shape;645;p26">
              <a:extLst>
                <a:ext uri="{FF2B5EF4-FFF2-40B4-BE49-F238E27FC236}">
                  <a16:creationId xmlns:a16="http://schemas.microsoft.com/office/drawing/2014/main" id="{443AF6A0-97C6-87C1-8CC3-03CD3C8D5E75}"/>
                </a:ext>
              </a:extLst>
            </p:cNvPr>
            <p:cNvCxnSpPr>
              <a:stCxn id="10" idx="5"/>
              <a:endCxn id="25" idx="2"/>
            </p:cNvCxnSpPr>
            <p:nvPr/>
          </p:nvCxnSpPr>
          <p:spPr>
            <a:xfrm>
              <a:off x="2716393" y="2967228"/>
              <a:ext cx="1507800" cy="17193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1" name="Google Shape;646;p26">
              <a:extLst>
                <a:ext uri="{FF2B5EF4-FFF2-40B4-BE49-F238E27FC236}">
                  <a16:creationId xmlns:a16="http://schemas.microsoft.com/office/drawing/2014/main" id="{0531E84A-709B-22D7-471A-EEA51376A2C6}"/>
                </a:ext>
              </a:extLst>
            </p:cNvPr>
            <p:cNvCxnSpPr>
              <a:stCxn id="35" idx="4"/>
              <a:endCxn id="22" idx="2"/>
            </p:cNvCxnSpPr>
            <p:nvPr/>
          </p:nvCxnSpPr>
          <p:spPr>
            <a:xfrm rot="10800000" flipH="1">
              <a:off x="2688285" y="1902546"/>
              <a:ext cx="1536000" cy="13422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2" name="Google Shape;647;p26">
              <a:extLst>
                <a:ext uri="{FF2B5EF4-FFF2-40B4-BE49-F238E27FC236}">
                  <a16:creationId xmlns:a16="http://schemas.microsoft.com/office/drawing/2014/main" id="{27B9C7FB-771F-F0B1-B126-1486AA3843E9}"/>
                </a:ext>
              </a:extLst>
            </p:cNvPr>
            <p:cNvCxnSpPr>
              <a:stCxn id="35" idx="5"/>
              <a:endCxn id="23" idx="2"/>
            </p:cNvCxnSpPr>
            <p:nvPr/>
          </p:nvCxnSpPr>
          <p:spPr>
            <a:xfrm rot="10800000" flipH="1">
              <a:off x="2716393" y="2713929"/>
              <a:ext cx="1507800" cy="5208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3" name="Google Shape;648;p26">
              <a:extLst>
                <a:ext uri="{FF2B5EF4-FFF2-40B4-BE49-F238E27FC236}">
                  <a16:creationId xmlns:a16="http://schemas.microsoft.com/office/drawing/2014/main" id="{01977FD4-198F-8BC0-3569-3B5A0815823E}"/>
                </a:ext>
              </a:extLst>
            </p:cNvPr>
            <p:cNvCxnSpPr>
              <a:stCxn id="35" idx="6"/>
              <a:endCxn id="24" idx="2"/>
            </p:cNvCxnSpPr>
            <p:nvPr/>
          </p:nvCxnSpPr>
          <p:spPr>
            <a:xfrm>
              <a:off x="2728035" y="3210546"/>
              <a:ext cx="1496100" cy="2403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4" name="Google Shape;649;p26">
              <a:extLst>
                <a:ext uri="{FF2B5EF4-FFF2-40B4-BE49-F238E27FC236}">
                  <a16:creationId xmlns:a16="http://schemas.microsoft.com/office/drawing/2014/main" id="{48FCD979-EA74-E738-2A0C-8C4BFB34BD6B}"/>
                </a:ext>
              </a:extLst>
            </p:cNvPr>
            <p:cNvCxnSpPr>
              <a:stCxn id="35" idx="5"/>
              <a:endCxn id="25" idx="2"/>
            </p:cNvCxnSpPr>
            <p:nvPr/>
          </p:nvCxnSpPr>
          <p:spPr>
            <a:xfrm>
              <a:off x="2716393" y="3234729"/>
              <a:ext cx="1507800" cy="14517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5" name="Google Shape;650;p26">
              <a:extLst>
                <a:ext uri="{FF2B5EF4-FFF2-40B4-BE49-F238E27FC236}">
                  <a16:creationId xmlns:a16="http://schemas.microsoft.com/office/drawing/2014/main" id="{D8155787-9AAA-78AA-9004-F7C00F4E4A4B}"/>
                </a:ext>
              </a:extLst>
            </p:cNvPr>
            <p:cNvCxnSpPr>
              <a:stCxn id="36" idx="5"/>
              <a:endCxn id="22" idx="2"/>
            </p:cNvCxnSpPr>
            <p:nvPr/>
          </p:nvCxnSpPr>
          <p:spPr>
            <a:xfrm rot="10800000" flipH="1">
              <a:off x="2716393" y="1902616"/>
              <a:ext cx="1507800" cy="15996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6" name="Google Shape;651;p26">
              <a:extLst>
                <a:ext uri="{FF2B5EF4-FFF2-40B4-BE49-F238E27FC236}">
                  <a16:creationId xmlns:a16="http://schemas.microsoft.com/office/drawing/2014/main" id="{80F2A61F-CFDB-A181-5850-728E99B188B5}"/>
                </a:ext>
              </a:extLst>
            </p:cNvPr>
            <p:cNvCxnSpPr>
              <a:stCxn id="36" idx="6"/>
              <a:endCxn id="23" idx="2"/>
            </p:cNvCxnSpPr>
            <p:nvPr/>
          </p:nvCxnSpPr>
          <p:spPr>
            <a:xfrm rot="10800000" flipH="1">
              <a:off x="2728035" y="2713933"/>
              <a:ext cx="1496100" cy="7641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7" name="Google Shape;652;p26">
              <a:extLst>
                <a:ext uri="{FF2B5EF4-FFF2-40B4-BE49-F238E27FC236}">
                  <a16:creationId xmlns:a16="http://schemas.microsoft.com/office/drawing/2014/main" id="{FD09EC62-6FD4-CE3E-C62F-89160BFB5944}"/>
                </a:ext>
              </a:extLst>
            </p:cNvPr>
            <p:cNvCxnSpPr>
              <a:stCxn id="36" idx="5"/>
              <a:endCxn id="24" idx="2"/>
            </p:cNvCxnSpPr>
            <p:nvPr/>
          </p:nvCxnSpPr>
          <p:spPr>
            <a:xfrm rot="10800000" flipH="1">
              <a:off x="2716393" y="3450916"/>
              <a:ext cx="1507800" cy="513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8" name="Google Shape;653;p26">
              <a:extLst>
                <a:ext uri="{FF2B5EF4-FFF2-40B4-BE49-F238E27FC236}">
                  <a16:creationId xmlns:a16="http://schemas.microsoft.com/office/drawing/2014/main" id="{DE12C443-CE66-1073-D0FE-3F4981F62F7A}"/>
                </a:ext>
              </a:extLst>
            </p:cNvPr>
            <p:cNvCxnSpPr>
              <a:stCxn id="36" idx="5"/>
              <a:endCxn id="25" idx="2"/>
            </p:cNvCxnSpPr>
            <p:nvPr/>
          </p:nvCxnSpPr>
          <p:spPr>
            <a:xfrm>
              <a:off x="2716393" y="3502216"/>
              <a:ext cx="1507800" cy="11844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9" name="Google Shape;654;p26">
              <a:extLst>
                <a:ext uri="{FF2B5EF4-FFF2-40B4-BE49-F238E27FC236}">
                  <a16:creationId xmlns:a16="http://schemas.microsoft.com/office/drawing/2014/main" id="{33447A04-FD48-DA88-8E16-4CCC499840AF}"/>
                </a:ext>
              </a:extLst>
            </p:cNvPr>
            <p:cNvCxnSpPr>
              <a:stCxn id="37" idx="0"/>
              <a:endCxn id="24" idx="2"/>
            </p:cNvCxnSpPr>
            <p:nvPr/>
          </p:nvCxnSpPr>
          <p:spPr>
            <a:xfrm rot="10800000" flipH="1">
              <a:off x="2688285" y="3450920"/>
              <a:ext cx="1536000" cy="2604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0" name="Google Shape;655;p26">
              <a:extLst>
                <a:ext uri="{FF2B5EF4-FFF2-40B4-BE49-F238E27FC236}">
                  <a16:creationId xmlns:a16="http://schemas.microsoft.com/office/drawing/2014/main" id="{240F87F5-B4DD-B2C6-EDCE-3F9BEA0E5A0F}"/>
                </a:ext>
              </a:extLst>
            </p:cNvPr>
            <p:cNvCxnSpPr>
              <a:stCxn id="37" idx="5"/>
              <a:endCxn id="23" idx="2"/>
            </p:cNvCxnSpPr>
            <p:nvPr/>
          </p:nvCxnSpPr>
          <p:spPr>
            <a:xfrm rot="10800000" flipH="1">
              <a:off x="2716393" y="2713703"/>
              <a:ext cx="1507800" cy="10560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1" name="Google Shape;656;p26">
              <a:extLst>
                <a:ext uri="{FF2B5EF4-FFF2-40B4-BE49-F238E27FC236}">
                  <a16:creationId xmlns:a16="http://schemas.microsoft.com/office/drawing/2014/main" id="{54FBA274-CD3B-8964-4500-6D079F101FEC}"/>
                </a:ext>
              </a:extLst>
            </p:cNvPr>
            <p:cNvCxnSpPr>
              <a:stCxn id="37" idx="6"/>
              <a:endCxn id="24" idx="2"/>
            </p:cNvCxnSpPr>
            <p:nvPr/>
          </p:nvCxnSpPr>
          <p:spPr>
            <a:xfrm rot="10800000" flipH="1">
              <a:off x="2728035" y="3450920"/>
              <a:ext cx="1496100" cy="2946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2" name="Google Shape;657;p26">
              <a:extLst>
                <a:ext uri="{FF2B5EF4-FFF2-40B4-BE49-F238E27FC236}">
                  <a16:creationId xmlns:a16="http://schemas.microsoft.com/office/drawing/2014/main" id="{0A57044C-78E0-FC98-E459-0E0DBA532B1F}"/>
                </a:ext>
              </a:extLst>
            </p:cNvPr>
            <p:cNvCxnSpPr>
              <a:stCxn id="37" idx="5"/>
              <a:endCxn id="25" idx="2"/>
            </p:cNvCxnSpPr>
            <p:nvPr/>
          </p:nvCxnSpPr>
          <p:spPr>
            <a:xfrm>
              <a:off x="2716393" y="3769703"/>
              <a:ext cx="1507800" cy="9168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3" name="Google Shape;658;p26">
              <a:extLst>
                <a:ext uri="{FF2B5EF4-FFF2-40B4-BE49-F238E27FC236}">
                  <a16:creationId xmlns:a16="http://schemas.microsoft.com/office/drawing/2014/main" id="{BC47F661-BBF2-3699-49F6-CB3A753194FC}"/>
                </a:ext>
              </a:extLst>
            </p:cNvPr>
            <p:cNvCxnSpPr>
              <a:stCxn id="38" idx="5"/>
              <a:endCxn id="22" idx="2"/>
            </p:cNvCxnSpPr>
            <p:nvPr/>
          </p:nvCxnSpPr>
          <p:spPr>
            <a:xfrm rot="10800000" flipH="1">
              <a:off x="2716393" y="1902503"/>
              <a:ext cx="1507800" cy="20691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4" name="Google Shape;659;p26">
              <a:extLst>
                <a:ext uri="{FF2B5EF4-FFF2-40B4-BE49-F238E27FC236}">
                  <a16:creationId xmlns:a16="http://schemas.microsoft.com/office/drawing/2014/main" id="{BC0E9578-E43E-7A6D-78DF-40DD369CD2E0}"/>
                </a:ext>
              </a:extLst>
            </p:cNvPr>
            <p:cNvCxnSpPr>
              <a:stCxn id="38" idx="5"/>
              <a:endCxn id="23" idx="2"/>
            </p:cNvCxnSpPr>
            <p:nvPr/>
          </p:nvCxnSpPr>
          <p:spPr>
            <a:xfrm rot="10800000" flipH="1">
              <a:off x="2716393" y="2713703"/>
              <a:ext cx="1507800" cy="12579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5" name="Google Shape;660;p26">
              <a:extLst>
                <a:ext uri="{FF2B5EF4-FFF2-40B4-BE49-F238E27FC236}">
                  <a16:creationId xmlns:a16="http://schemas.microsoft.com/office/drawing/2014/main" id="{F8CE9510-6E10-C81D-5293-40AF1B29C249}"/>
                </a:ext>
              </a:extLst>
            </p:cNvPr>
            <p:cNvCxnSpPr>
              <a:stCxn id="38" idx="5"/>
              <a:endCxn id="24" idx="2"/>
            </p:cNvCxnSpPr>
            <p:nvPr/>
          </p:nvCxnSpPr>
          <p:spPr>
            <a:xfrm rot="10800000" flipH="1">
              <a:off x="2716393" y="3451103"/>
              <a:ext cx="1507800" cy="5205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6" name="Google Shape;661;p26">
              <a:extLst>
                <a:ext uri="{FF2B5EF4-FFF2-40B4-BE49-F238E27FC236}">
                  <a16:creationId xmlns:a16="http://schemas.microsoft.com/office/drawing/2014/main" id="{37C500C2-C2D2-E027-EC64-002193F0ECE7}"/>
                </a:ext>
              </a:extLst>
            </p:cNvPr>
            <p:cNvCxnSpPr>
              <a:stCxn id="38" idx="5"/>
              <a:endCxn id="25" idx="2"/>
            </p:cNvCxnSpPr>
            <p:nvPr/>
          </p:nvCxnSpPr>
          <p:spPr>
            <a:xfrm>
              <a:off x="2716393" y="3971603"/>
              <a:ext cx="1507800" cy="7149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7" name="Google Shape;662;p26">
              <a:extLst>
                <a:ext uri="{FF2B5EF4-FFF2-40B4-BE49-F238E27FC236}">
                  <a16:creationId xmlns:a16="http://schemas.microsoft.com/office/drawing/2014/main" id="{69CAA0B6-462C-546B-E7C1-96D5091C1396}"/>
                </a:ext>
              </a:extLst>
            </p:cNvPr>
            <p:cNvCxnSpPr>
              <a:stCxn id="22" idx="6"/>
              <a:endCxn id="27" idx="2"/>
            </p:cNvCxnSpPr>
            <p:nvPr/>
          </p:nvCxnSpPr>
          <p:spPr>
            <a:xfrm>
              <a:off x="4817275" y="1902518"/>
              <a:ext cx="750300" cy="8112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8" name="Google Shape;663;p26">
              <a:extLst>
                <a:ext uri="{FF2B5EF4-FFF2-40B4-BE49-F238E27FC236}">
                  <a16:creationId xmlns:a16="http://schemas.microsoft.com/office/drawing/2014/main" id="{86ABD5E5-442A-F1C9-BA31-8AAFDCF5A2D0}"/>
                </a:ext>
              </a:extLst>
            </p:cNvPr>
            <p:cNvCxnSpPr>
              <a:stCxn id="22" idx="6"/>
              <a:endCxn id="28" idx="2"/>
            </p:cNvCxnSpPr>
            <p:nvPr/>
          </p:nvCxnSpPr>
          <p:spPr>
            <a:xfrm>
              <a:off x="4817275" y="1902518"/>
              <a:ext cx="750300" cy="15756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9" name="Google Shape;664;p26">
              <a:extLst>
                <a:ext uri="{FF2B5EF4-FFF2-40B4-BE49-F238E27FC236}">
                  <a16:creationId xmlns:a16="http://schemas.microsoft.com/office/drawing/2014/main" id="{8B4386B9-34A6-E6A1-0B52-35AC329A7DC1}"/>
                </a:ext>
              </a:extLst>
            </p:cNvPr>
            <p:cNvCxnSpPr>
              <a:stCxn id="22" idx="6"/>
              <a:endCxn id="29" idx="2"/>
            </p:cNvCxnSpPr>
            <p:nvPr/>
          </p:nvCxnSpPr>
          <p:spPr>
            <a:xfrm>
              <a:off x="4817275" y="1902518"/>
              <a:ext cx="750300" cy="278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0" name="Google Shape;665;p26">
              <a:extLst>
                <a:ext uri="{FF2B5EF4-FFF2-40B4-BE49-F238E27FC236}">
                  <a16:creationId xmlns:a16="http://schemas.microsoft.com/office/drawing/2014/main" id="{AD0ADC56-5580-95FD-4423-4417AAB8AE78}"/>
                </a:ext>
              </a:extLst>
            </p:cNvPr>
            <p:cNvCxnSpPr>
              <a:stCxn id="23" idx="6"/>
              <a:endCxn id="26" idx="2"/>
            </p:cNvCxnSpPr>
            <p:nvPr/>
          </p:nvCxnSpPr>
          <p:spPr>
            <a:xfrm rot="10800000" flipH="1">
              <a:off x="4817275" y="1902640"/>
              <a:ext cx="750300" cy="8112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1" name="Google Shape;666;p26">
              <a:extLst>
                <a:ext uri="{FF2B5EF4-FFF2-40B4-BE49-F238E27FC236}">
                  <a16:creationId xmlns:a16="http://schemas.microsoft.com/office/drawing/2014/main" id="{EBCF16FF-C10E-3EB9-7269-11D782692A48}"/>
                </a:ext>
              </a:extLst>
            </p:cNvPr>
            <p:cNvCxnSpPr>
              <a:stCxn id="23" idx="6"/>
              <a:endCxn id="27" idx="2"/>
            </p:cNvCxnSpPr>
            <p:nvPr/>
          </p:nvCxnSpPr>
          <p:spPr>
            <a:xfrm>
              <a:off x="4817275" y="2713840"/>
              <a:ext cx="7503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2" name="Google Shape;667;p26">
              <a:extLst>
                <a:ext uri="{FF2B5EF4-FFF2-40B4-BE49-F238E27FC236}">
                  <a16:creationId xmlns:a16="http://schemas.microsoft.com/office/drawing/2014/main" id="{F1E366B4-5C81-72DD-03F7-6DF67D487758}"/>
                </a:ext>
              </a:extLst>
            </p:cNvPr>
            <p:cNvCxnSpPr>
              <a:stCxn id="23" idx="6"/>
              <a:endCxn id="28" idx="2"/>
            </p:cNvCxnSpPr>
            <p:nvPr/>
          </p:nvCxnSpPr>
          <p:spPr>
            <a:xfrm>
              <a:off x="4817275" y="2713840"/>
              <a:ext cx="750300" cy="7641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3" name="Google Shape;668;p26">
              <a:extLst>
                <a:ext uri="{FF2B5EF4-FFF2-40B4-BE49-F238E27FC236}">
                  <a16:creationId xmlns:a16="http://schemas.microsoft.com/office/drawing/2014/main" id="{C064B541-9F61-D3B4-7F8C-1B015805D639}"/>
                </a:ext>
              </a:extLst>
            </p:cNvPr>
            <p:cNvCxnSpPr>
              <a:stCxn id="23" idx="6"/>
              <a:endCxn id="29" idx="2"/>
            </p:cNvCxnSpPr>
            <p:nvPr/>
          </p:nvCxnSpPr>
          <p:spPr>
            <a:xfrm>
              <a:off x="4817275" y="2713840"/>
              <a:ext cx="750300" cy="19728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4" name="Google Shape;669;p26">
              <a:extLst>
                <a:ext uri="{FF2B5EF4-FFF2-40B4-BE49-F238E27FC236}">
                  <a16:creationId xmlns:a16="http://schemas.microsoft.com/office/drawing/2014/main" id="{F32D93B9-0204-4623-9E71-48DFBCE35C01}"/>
                </a:ext>
              </a:extLst>
            </p:cNvPr>
            <p:cNvCxnSpPr>
              <a:stCxn id="24" idx="6"/>
              <a:endCxn id="26" idx="2"/>
            </p:cNvCxnSpPr>
            <p:nvPr/>
          </p:nvCxnSpPr>
          <p:spPr>
            <a:xfrm rot="10800000" flipH="1">
              <a:off x="4817275" y="1902663"/>
              <a:ext cx="750300" cy="15483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5" name="Google Shape;670;p26">
              <a:extLst>
                <a:ext uri="{FF2B5EF4-FFF2-40B4-BE49-F238E27FC236}">
                  <a16:creationId xmlns:a16="http://schemas.microsoft.com/office/drawing/2014/main" id="{1C2FC89B-2145-9AAB-134B-A230DF2A69CC}"/>
                </a:ext>
              </a:extLst>
            </p:cNvPr>
            <p:cNvCxnSpPr>
              <a:stCxn id="24" idx="6"/>
              <a:endCxn id="27" idx="2"/>
            </p:cNvCxnSpPr>
            <p:nvPr/>
          </p:nvCxnSpPr>
          <p:spPr>
            <a:xfrm rot="10800000" flipH="1">
              <a:off x="4817275" y="2713863"/>
              <a:ext cx="750300" cy="7371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6" name="Google Shape;671;p26">
              <a:extLst>
                <a:ext uri="{FF2B5EF4-FFF2-40B4-BE49-F238E27FC236}">
                  <a16:creationId xmlns:a16="http://schemas.microsoft.com/office/drawing/2014/main" id="{F47982E7-5DD7-DCA4-3038-39C3A439F442}"/>
                </a:ext>
              </a:extLst>
            </p:cNvPr>
            <p:cNvCxnSpPr>
              <a:stCxn id="24" idx="6"/>
              <a:endCxn id="28" idx="2"/>
            </p:cNvCxnSpPr>
            <p:nvPr/>
          </p:nvCxnSpPr>
          <p:spPr>
            <a:xfrm>
              <a:off x="4817275" y="3450963"/>
              <a:ext cx="750300" cy="27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7" name="Google Shape;672;p26">
              <a:extLst>
                <a:ext uri="{FF2B5EF4-FFF2-40B4-BE49-F238E27FC236}">
                  <a16:creationId xmlns:a16="http://schemas.microsoft.com/office/drawing/2014/main" id="{BB2E5E67-E136-3352-3233-685E5AFA7E59}"/>
                </a:ext>
              </a:extLst>
            </p:cNvPr>
            <p:cNvCxnSpPr>
              <a:stCxn id="24" idx="6"/>
              <a:endCxn id="29" idx="2"/>
            </p:cNvCxnSpPr>
            <p:nvPr/>
          </p:nvCxnSpPr>
          <p:spPr>
            <a:xfrm>
              <a:off x="4817275" y="3450963"/>
              <a:ext cx="750300" cy="12354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8" name="Google Shape;673;p26">
              <a:extLst>
                <a:ext uri="{FF2B5EF4-FFF2-40B4-BE49-F238E27FC236}">
                  <a16:creationId xmlns:a16="http://schemas.microsoft.com/office/drawing/2014/main" id="{6AB4829A-D6D8-7FA4-9E9D-610B85755DA5}"/>
                </a:ext>
              </a:extLst>
            </p:cNvPr>
            <p:cNvCxnSpPr>
              <a:endCxn id="26" idx="2"/>
            </p:cNvCxnSpPr>
            <p:nvPr/>
          </p:nvCxnSpPr>
          <p:spPr>
            <a:xfrm rot="10800000" flipH="1">
              <a:off x="4817175" y="1902518"/>
              <a:ext cx="750300" cy="28194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9" name="Google Shape;674;p26">
              <a:extLst>
                <a:ext uri="{FF2B5EF4-FFF2-40B4-BE49-F238E27FC236}">
                  <a16:creationId xmlns:a16="http://schemas.microsoft.com/office/drawing/2014/main" id="{BF29BAD4-FB08-4434-7C74-D2F0E2CAFC70}"/>
                </a:ext>
              </a:extLst>
            </p:cNvPr>
            <p:cNvCxnSpPr>
              <a:stCxn id="25" idx="6"/>
              <a:endCxn id="27" idx="2"/>
            </p:cNvCxnSpPr>
            <p:nvPr/>
          </p:nvCxnSpPr>
          <p:spPr>
            <a:xfrm rot="10800000" flipH="1">
              <a:off x="4811275" y="2713711"/>
              <a:ext cx="756300" cy="19728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0" name="Google Shape;675;p26">
              <a:extLst>
                <a:ext uri="{FF2B5EF4-FFF2-40B4-BE49-F238E27FC236}">
                  <a16:creationId xmlns:a16="http://schemas.microsoft.com/office/drawing/2014/main" id="{F49C5AE6-9046-20C1-4883-DE5330CF7F60}"/>
                </a:ext>
              </a:extLst>
            </p:cNvPr>
            <p:cNvCxnSpPr>
              <a:stCxn id="25" idx="6"/>
              <a:endCxn id="28" idx="2"/>
            </p:cNvCxnSpPr>
            <p:nvPr/>
          </p:nvCxnSpPr>
          <p:spPr>
            <a:xfrm rot="10800000" flipH="1">
              <a:off x="4811275" y="3478111"/>
              <a:ext cx="756300" cy="12084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1" name="Google Shape;676;p26">
              <a:extLst>
                <a:ext uri="{FF2B5EF4-FFF2-40B4-BE49-F238E27FC236}">
                  <a16:creationId xmlns:a16="http://schemas.microsoft.com/office/drawing/2014/main" id="{39A1E764-A5CA-B964-31F0-E0C3DD9FBFEB}"/>
                </a:ext>
              </a:extLst>
            </p:cNvPr>
            <p:cNvCxnSpPr>
              <a:stCxn id="25" idx="6"/>
              <a:endCxn id="29" idx="2"/>
            </p:cNvCxnSpPr>
            <p:nvPr/>
          </p:nvCxnSpPr>
          <p:spPr>
            <a:xfrm>
              <a:off x="4811275" y="4686511"/>
              <a:ext cx="7563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2" name="Google Shape;677;p26">
              <a:extLst>
                <a:ext uri="{FF2B5EF4-FFF2-40B4-BE49-F238E27FC236}">
                  <a16:creationId xmlns:a16="http://schemas.microsoft.com/office/drawing/2014/main" id="{01390A9D-2DF1-90EA-FC4F-54E6A5F2470C}"/>
                </a:ext>
              </a:extLst>
            </p:cNvPr>
            <p:cNvCxnSpPr/>
            <p:nvPr/>
          </p:nvCxnSpPr>
          <p:spPr>
            <a:xfrm>
              <a:off x="6160775" y="1884818"/>
              <a:ext cx="750300" cy="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3" name="Google Shape;678;p26">
              <a:extLst>
                <a:ext uri="{FF2B5EF4-FFF2-40B4-BE49-F238E27FC236}">
                  <a16:creationId xmlns:a16="http://schemas.microsoft.com/office/drawing/2014/main" id="{45914336-1E8D-2F48-1F01-DDDCE89D54F9}"/>
                </a:ext>
              </a:extLst>
            </p:cNvPr>
            <p:cNvCxnSpPr/>
            <p:nvPr/>
          </p:nvCxnSpPr>
          <p:spPr>
            <a:xfrm>
              <a:off x="6160775" y="1884818"/>
              <a:ext cx="750300" cy="8112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4" name="Google Shape;679;p26">
              <a:extLst>
                <a:ext uri="{FF2B5EF4-FFF2-40B4-BE49-F238E27FC236}">
                  <a16:creationId xmlns:a16="http://schemas.microsoft.com/office/drawing/2014/main" id="{104731B3-250B-CF0D-DC82-B5D04217C645}"/>
                </a:ext>
              </a:extLst>
            </p:cNvPr>
            <p:cNvCxnSpPr/>
            <p:nvPr/>
          </p:nvCxnSpPr>
          <p:spPr>
            <a:xfrm>
              <a:off x="6160775" y="1884818"/>
              <a:ext cx="750300" cy="15756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5" name="Google Shape;680;p26">
              <a:extLst>
                <a:ext uri="{FF2B5EF4-FFF2-40B4-BE49-F238E27FC236}">
                  <a16:creationId xmlns:a16="http://schemas.microsoft.com/office/drawing/2014/main" id="{42970526-E737-ED35-DDAB-23D871FE69E1}"/>
                </a:ext>
              </a:extLst>
            </p:cNvPr>
            <p:cNvCxnSpPr/>
            <p:nvPr/>
          </p:nvCxnSpPr>
          <p:spPr>
            <a:xfrm>
              <a:off x="6160775" y="1884818"/>
              <a:ext cx="750300" cy="27840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6" name="Google Shape;681;p26">
              <a:extLst>
                <a:ext uri="{FF2B5EF4-FFF2-40B4-BE49-F238E27FC236}">
                  <a16:creationId xmlns:a16="http://schemas.microsoft.com/office/drawing/2014/main" id="{9FAF82D2-54BE-0614-6722-D32BE61B059C}"/>
                </a:ext>
              </a:extLst>
            </p:cNvPr>
            <p:cNvCxnSpPr/>
            <p:nvPr/>
          </p:nvCxnSpPr>
          <p:spPr>
            <a:xfrm rot="10800000" flipH="1">
              <a:off x="6160775" y="1884940"/>
              <a:ext cx="750300" cy="8112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7" name="Google Shape;682;p26">
              <a:extLst>
                <a:ext uri="{FF2B5EF4-FFF2-40B4-BE49-F238E27FC236}">
                  <a16:creationId xmlns:a16="http://schemas.microsoft.com/office/drawing/2014/main" id="{FDDAEA37-12B6-67F2-D6C4-D0E767AE9599}"/>
                </a:ext>
              </a:extLst>
            </p:cNvPr>
            <p:cNvCxnSpPr/>
            <p:nvPr/>
          </p:nvCxnSpPr>
          <p:spPr>
            <a:xfrm>
              <a:off x="6160775" y="2696140"/>
              <a:ext cx="750300" cy="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8" name="Google Shape;683;p26">
              <a:extLst>
                <a:ext uri="{FF2B5EF4-FFF2-40B4-BE49-F238E27FC236}">
                  <a16:creationId xmlns:a16="http://schemas.microsoft.com/office/drawing/2014/main" id="{A56DF64B-C59C-F5A3-AB39-9F02A96FD23A}"/>
                </a:ext>
              </a:extLst>
            </p:cNvPr>
            <p:cNvCxnSpPr/>
            <p:nvPr/>
          </p:nvCxnSpPr>
          <p:spPr>
            <a:xfrm>
              <a:off x="6160775" y="2696140"/>
              <a:ext cx="750300" cy="7641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9" name="Google Shape;684;p26">
              <a:extLst>
                <a:ext uri="{FF2B5EF4-FFF2-40B4-BE49-F238E27FC236}">
                  <a16:creationId xmlns:a16="http://schemas.microsoft.com/office/drawing/2014/main" id="{87BC94F3-1CE8-1755-9956-315D6526C2EA}"/>
                </a:ext>
              </a:extLst>
            </p:cNvPr>
            <p:cNvCxnSpPr/>
            <p:nvPr/>
          </p:nvCxnSpPr>
          <p:spPr>
            <a:xfrm>
              <a:off x="6160775" y="2696140"/>
              <a:ext cx="750300" cy="19728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0" name="Google Shape;685;p26">
              <a:extLst>
                <a:ext uri="{FF2B5EF4-FFF2-40B4-BE49-F238E27FC236}">
                  <a16:creationId xmlns:a16="http://schemas.microsoft.com/office/drawing/2014/main" id="{C5F73728-2185-91C3-FCB6-B87976D34F0D}"/>
                </a:ext>
              </a:extLst>
            </p:cNvPr>
            <p:cNvCxnSpPr/>
            <p:nvPr/>
          </p:nvCxnSpPr>
          <p:spPr>
            <a:xfrm rot="10800000" flipH="1">
              <a:off x="6160775" y="1884963"/>
              <a:ext cx="750300" cy="15483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1" name="Google Shape;686;p26">
              <a:extLst>
                <a:ext uri="{FF2B5EF4-FFF2-40B4-BE49-F238E27FC236}">
                  <a16:creationId xmlns:a16="http://schemas.microsoft.com/office/drawing/2014/main" id="{B41586B5-B5BD-6CFC-0E74-93F97820BF32}"/>
                </a:ext>
              </a:extLst>
            </p:cNvPr>
            <p:cNvCxnSpPr/>
            <p:nvPr/>
          </p:nvCxnSpPr>
          <p:spPr>
            <a:xfrm rot="10800000" flipH="1">
              <a:off x="6160775" y="2696163"/>
              <a:ext cx="750300" cy="7371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2" name="Google Shape;687;p26">
              <a:extLst>
                <a:ext uri="{FF2B5EF4-FFF2-40B4-BE49-F238E27FC236}">
                  <a16:creationId xmlns:a16="http://schemas.microsoft.com/office/drawing/2014/main" id="{19D1096C-5305-8627-81B2-98776090CDA5}"/>
                </a:ext>
              </a:extLst>
            </p:cNvPr>
            <p:cNvCxnSpPr/>
            <p:nvPr/>
          </p:nvCxnSpPr>
          <p:spPr>
            <a:xfrm>
              <a:off x="6160775" y="3433263"/>
              <a:ext cx="750300" cy="270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3" name="Google Shape;688;p26">
              <a:extLst>
                <a:ext uri="{FF2B5EF4-FFF2-40B4-BE49-F238E27FC236}">
                  <a16:creationId xmlns:a16="http://schemas.microsoft.com/office/drawing/2014/main" id="{5F4FFA0D-5634-1A5F-DCFC-083F8A4ED23B}"/>
                </a:ext>
              </a:extLst>
            </p:cNvPr>
            <p:cNvCxnSpPr/>
            <p:nvPr/>
          </p:nvCxnSpPr>
          <p:spPr>
            <a:xfrm>
              <a:off x="6160775" y="3433263"/>
              <a:ext cx="750300" cy="12354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4" name="Google Shape;689;p26">
              <a:extLst>
                <a:ext uri="{FF2B5EF4-FFF2-40B4-BE49-F238E27FC236}">
                  <a16:creationId xmlns:a16="http://schemas.microsoft.com/office/drawing/2014/main" id="{A75B4161-584C-28DC-7FF4-47E116FCAF1E}"/>
                </a:ext>
              </a:extLst>
            </p:cNvPr>
            <p:cNvCxnSpPr/>
            <p:nvPr/>
          </p:nvCxnSpPr>
          <p:spPr>
            <a:xfrm rot="10800000" flipH="1">
              <a:off x="6160675" y="1884818"/>
              <a:ext cx="750300" cy="28194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5" name="Google Shape;690;p26">
              <a:extLst>
                <a:ext uri="{FF2B5EF4-FFF2-40B4-BE49-F238E27FC236}">
                  <a16:creationId xmlns:a16="http://schemas.microsoft.com/office/drawing/2014/main" id="{A4D2C5E2-8ACA-A6EF-199C-42E172F18684}"/>
                </a:ext>
              </a:extLst>
            </p:cNvPr>
            <p:cNvCxnSpPr/>
            <p:nvPr/>
          </p:nvCxnSpPr>
          <p:spPr>
            <a:xfrm rot="10800000" flipH="1">
              <a:off x="6160775" y="2696011"/>
              <a:ext cx="750300" cy="19728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6" name="Google Shape;691;p26">
              <a:extLst>
                <a:ext uri="{FF2B5EF4-FFF2-40B4-BE49-F238E27FC236}">
                  <a16:creationId xmlns:a16="http://schemas.microsoft.com/office/drawing/2014/main" id="{FFB0C9B6-7AF1-65B8-9A13-7E9AC83AFDD2}"/>
                </a:ext>
              </a:extLst>
            </p:cNvPr>
            <p:cNvCxnSpPr/>
            <p:nvPr/>
          </p:nvCxnSpPr>
          <p:spPr>
            <a:xfrm rot="10800000" flipH="1">
              <a:off x="6160775" y="3460411"/>
              <a:ext cx="750300" cy="12084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7" name="Google Shape;692;p26">
              <a:extLst>
                <a:ext uri="{FF2B5EF4-FFF2-40B4-BE49-F238E27FC236}">
                  <a16:creationId xmlns:a16="http://schemas.microsoft.com/office/drawing/2014/main" id="{8A7C15F1-4E45-979C-BA41-5B57CF45F456}"/>
                </a:ext>
              </a:extLst>
            </p:cNvPr>
            <p:cNvCxnSpPr/>
            <p:nvPr/>
          </p:nvCxnSpPr>
          <p:spPr>
            <a:xfrm>
              <a:off x="6160775" y="4668811"/>
              <a:ext cx="750300" cy="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9" name="Google Shape;694;p26">
              <a:extLst>
                <a:ext uri="{FF2B5EF4-FFF2-40B4-BE49-F238E27FC236}">
                  <a16:creationId xmlns:a16="http://schemas.microsoft.com/office/drawing/2014/main" id="{18F5390E-CD88-1E48-85D5-F9403444CE87}"/>
                </a:ext>
              </a:extLst>
            </p:cNvPr>
            <p:cNvCxnSpPr>
              <a:stCxn id="32" idx="6"/>
              <a:endCxn id="11" idx="2"/>
            </p:cNvCxnSpPr>
            <p:nvPr/>
          </p:nvCxnSpPr>
          <p:spPr>
            <a:xfrm rot="10800000" flipH="1">
              <a:off x="7504363" y="3078188"/>
              <a:ext cx="995700" cy="3729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01" name="Google Shape;696;p26">
              <a:extLst>
                <a:ext uri="{FF2B5EF4-FFF2-40B4-BE49-F238E27FC236}">
                  <a16:creationId xmlns:a16="http://schemas.microsoft.com/office/drawing/2014/main" id="{0B7B5DFA-7C8F-C7A7-1605-F6E0245A0B4F}"/>
                </a:ext>
              </a:extLst>
            </p:cNvPr>
            <p:cNvCxnSpPr/>
            <p:nvPr/>
          </p:nvCxnSpPr>
          <p:spPr>
            <a:xfrm flipH="1">
              <a:off x="5861067" y="3882202"/>
              <a:ext cx="6000" cy="4500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02" name="Google Shape;697;p26">
              <a:extLst>
                <a:ext uri="{FF2B5EF4-FFF2-40B4-BE49-F238E27FC236}">
                  <a16:creationId xmlns:a16="http://schemas.microsoft.com/office/drawing/2014/main" id="{65FD13CF-6BDE-2C4F-0CE2-D28A68DFE286}"/>
                </a:ext>
              </a:extLst>
            </p:cNvPr>
            <p:cNvCxnSpPr/>
            <p:nvPr/>
          </p:nvCxnSpPr>
          <p:spPr>
            <a:xfrm flipH="1">
              <a:off x="7204667" y="3882190"/>
              <a:ext cx="6000" cy="4500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dot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734470802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63</Words>
  <Application>Microsoft Office PowerPoint</Application>
  <PresentationFormat>宽屏</PresentationFormat>
  <Paragraphs>18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Arial</vt:lpstr>
      <vt:lpstr>Calibri</vt:lpstr>
      <vt:lpstr>Consolas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浩桐 程</cp:lastModifiedBy>
  <cp:revision>3</cp:revision>
  <dcterms:created xsi:type="dcterms:W3CDTF">2023-08-09T12:44:55Z</dcterms:created>
  <dcterms:modified xsi:type="dcterms:W3CDTF">2025-01-17T11:34:41Z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2052-12.1.0.15259</vt:lpwstr>
  </property>
</Properties>
</file>