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8" r:id="rId2"/>
    <p:sldId id="256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59" r:id="rId14"/>
    <p:sldId id="279" r:id="rId15"/>
    <p:sldId id="28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4800"/>
    <a:srgbClr val="C26600"/>
    <a:srgbClr val="E59B00"/>
    <a:srgbClr val="E8EBEF"/>
    <a:srgbClr val="7A1E1E"/>
    <a:srgbClr val="A51F0A"/>
    <a:srgbClr val="A41E0C"/>
    <a:srgbClr val="D44B00"/>
    <a:srgbClr val="D24B00"/>
    <a:srgbClr val="7A1D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84" autoAdjust="0"/>
    <p:restoredTop sz="94660"/>
  </p:normalViewPr>
  <p:slideViewPr>
    <p:cSldViewPr snapToGrid="0">
      <p:cViewPr varScale="1">
        <p:scale>
          <a:sx n="66" d="100"/>
          <a:sy n="66" d="100"/>
        </p:scale>
        <p:origin x="1860" y="102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85F6A-07DB-482D-AD89-A6425893DC6E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47145B-29A2-4DB9-889D-D5B44827D6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73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srvmshr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85a0789696_9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85a0789696_9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Created By </a:t>
            </a:r>
            <a:r>
              <a:rPr lang="en-GB" u="sng">
                <a:solidFill>
                  <a:schemeClr val="accent5"/>
                </a:solidFill>
                <a:hlinkClick r:id="rId3"/>
              </a:rPr>
              <a:t>@srvmshr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sourav@yahoo.com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2025/10/3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46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microsoft.com/office/2007/relationships/hdphoto" Target="../media/hdphoto5.wdp"/><Relationship Id="rId4" Type="http://schemas.microsoft.com/office/2007/relationships/hdphoto" Target="../media/hdphoto4.wdp"/><Relationship Id="rId9" Type="http://schemas.openxmlformats.org/officeDocument/2006/relationships/image" Target="../media/image16.pn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6.png"/><Relationship Id="rId1" Type="http://schemas.openxmlformats.org/officeDocument/2006/relationships/tags" Target="../tags/tag6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F4CEF-73C5-6069-2866-7BA1BBEA0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箭头: 右 9">
            <a:extLst>
              <a:ext uri="{FF2B5EF4-FFF2-40B4-BE49-F238E27FC236}">
                <a16:creationId xmlns:a16="http://schemas.microsoft.com/office/drawing/2014/main" id="{2660499D-9307-149D-D176-B7A4C4BADB3C}"/>
              </a:ext>
            </a:extLst>
          </p:cNvPr>
          <p:cNvSpPr>
            <a:spLocks/>
          </p:cNvSpPr>
          <p:nvPr/>
        </p:nvSpPr>
        <p:spPr>
          <a:xfrm>
            <a:off x="-2955691" y="10804777"/>
            <a:ext cx="720000" cy="505961"/>
          </a:xfrm>
          <a:prstGeom prst="rightArrow">
            <a:avLst/>
          </a:prstGeom>
          <a:gradFill>
            <a:gsLst>
              <a:gs pos="0">
                <a:srgbClr val="FCFFF7">
                  <a:lumMod val="97000"/>
                </a:srgbClr>
              </a:gs>
              <a:gs pos="100000">
                <a:srgbClr val="FADEFF"/>
              </a:gs>
            </a:gsLst>
            <a:lin ang="5400000" scaled="1"/>
          </a:gradFill>
          <a:ln w="19050" cap="flat">
            <a:solidFill>
              <a:srgbClr val="7030A0"/>
            </a:solidFill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28F72A40-30D4-3CD2-E53F-CBF676B7E27F}"/>
              </a:ext>
            </a:extLst>
          </p:cNvPr>
          <p:cNvSpPr>
            <a:spLocks/>
          </p:cNvSpPr>
          <p:nvPr/>
        </p:nvSpPr>
        <p:spPr>
          <a:xfrm>
            <a:off x="-4830891" y="9984252"/>
            <a:ext cx="720000" cy="505961"/>
          </a:xfrm>
          <a:prstGeom prst="rightArrow">
            <a:avLst/>
          </a:prstGeom>
          <a:gradFill>
            <a:gsLst>
              <a:gs pos="0">
                <a:srgbClr val="FCFFF7">
                  <a:lumMod val="97000"/>
                </a:srgbClr>
              </a:gs>
              <a:gs pos="100000">
                <a:srgbClr val="FADEFF"/>
              </a:gs>
            </a:gsLst>
            <a:lin ang="5400000" scaled="1"/>
          </a:gradFill>
          <a:ln w="19050" cap="flat">
            <a:solidFill>
              <a:srgbClr val="7030A0"/>
            </a:solidFill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933915E-CA74-AF38-FBDC-54D181413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74019" y="-1409949"/>
            <a:ext cx="7563128" cy="1114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174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9" name="组合 1248">
            <a:extLst>
              <a:ext uri="{FF2B5EF4-FFF2-40B4-BE49-F238E27FC236}">
                <a16:creationId xmlns:a16="http://schemas.microsoft.com/office/drawing/2014/main" id="{E9FAB872-4854-2BD3-F002-656EE93D20D9}"/>
              </a:ext>
            </a:extLst>
          </p:cNvPr>
          <p:cNvGrpSpPr/>
          <p:nvPr/>
        </p:nvGrpSpPr>
        <p:grpSpPr>
          <a:xfrm>
            <a:off x="1299253" y="393133"/>
            <a:ext cx="10270384" cy="5832248"/>
            <a:chOff x="1299253" y="393133"/>
            <a:chExt cx="10270384" cy="5832248"/>
          </a:xfrm>
        </p:grpSpPr>
        <p:grpSp>
          <p:nvGrpSpPr>
            <p:cNvPr id="1246" name="组合 1245">
              <a:extLst>
                <a:ext uri="{FF2B5EF4-FFF2-40B4-BE49-F238E27FC236}">
                  <a16:creationId xmlns:a16="http://schemas.microsoft.com/office/drawing/2014/main" id="{BAD30C59-7CC9-8D43-88D8-C9809BB728BD}"/>
                </a:ext>
              </a:extLst>
            </p:cNvPr>
            <p:cNvGrpSpPr/>
            <p:nvPr/>
          </p:nvGrpSpPr>
          <p:grpSpPr>
            <a:xfrm>
              <a:off x="1299253" y="393133"/>
              <a:ext cx="10270384" cy="5832248"/>
              <a:chOff x="1299253" y="393133"/>
              <a:chExt cx="10270384" cy="5832248"/>
            </a:xfrm>
          </p:grpSpPr>
          <p:pic>
            <p:nvPicPr>
              <p:cNvPr id="306" name="图片 305">
                <a:extLst>
                  <a:ext uri="{FF2B5EF4-FFF2-40B4-BE49-F238E27FC236}">
                    <a16:creationId xmlns:a16="http://schemas.microsoft.com/office/drawing/2014/main" id="{8DAC20BA-E7EC-7A8E-98CA-7A77023826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harpenSoften amount="18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4945"/>
              <a:stretch/>
            </p:blipFill>
            <p:spPr>
              <a:xfrm>
                <a:off x="1299253" y="393133"/>
                <a:ext cx="10270384" cy="5832248"/>
              </a:xfrm>
              <a:prstGeom prst="rect">
                <a:avLst/>
              </a:prstGeom>
            </p:spPr>
          </p:pic>
          <p:grpSp>
            <p:nvGrpSpPr>
              <p:cNvPr id="520" name="组合 519">
                <a:extLst>
                  <a:ext uri="{FF2B5EF4-FFF2-40B4-BE49-F238E27FC236}">
                    <a16:creationId xmlns:a16="http://schemas.microsoft.com/office/drawing/2014/main" id="{314707CE-6390-9508-7023-2F01CC20AD8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520681" y="5076061"/>
                <a:ext cx="828000" cy="967852"/>
                <a:chOff x="8726932" y="5278232"/>
                <a:chExt cx="1002793" cy="1172170"/>
              </a:xfrm>
            </p:grpSpPr>
            <p:grpSp>
              <p:nvGrpSpPr>
                <p:cNvPr id="510" name="组合 509">
                  <a:extLst>
                    <a:ext uri="{FF2B5EF4-FFF2-40B4-BE49-F238E27FC236}">
                      <a16:creationId xmlns:a16="http://schemas.microsoft.com/office/drawing/2014/main" id="{6FD29315-4772-3528-C328-9D5BB6421B94}"/>
                    </a:ext>
                  </a:extLst>
                </p:cNvPr>
                <p:cNvGrpSpPr/>
                <p:nvPr/>
              </p:nvGrpSpPr>
              <p:grpSpPr>
                <a:xfrm rot="9268831">
                  <a:off x="9141201" y="5412267"/>
                  <a:ext cx="516558" cy="241494"/>
                  <a:chOff x="9016767" y="4979665"/>
                  <a:chExt cx="516558" cy="241494"/>
                </a:xfrm>
              </p:grpSpPr>
              <p:sp>
                <p:nvSpPr>
                  <p:cNvPr id="511" name="îśliḓè">
                    <a:extLst>
                      <a:ext uri="{FF2B5EF4-FFF2-40B4-BE49-F238E27FC236}">
                        <a16:creationId xmlns:a16="http://schemas.microsoft.com/office/drawing/2014/main" id="{F3281A82-3E2D-8870-7E49-FB01A9A21060}"/>
                      </a:ext>
                    </a:extLst>
                  </p:cNvPr>
                  <p:cNvSpPr/>
                  <p:nvPr/>
                </p:nvSpPr>
                <p:spPr>
                  <a:xfrm>
                    <a:off x="9016767" y="5067767"/>
                    <a:ext cx="370020" cy="153392"/>
                  </a:xfrm>
                  <a:custGeom>
                    <a:avLst/>
                    <a:gdLst>
                      <a:gd name="connsiteX0" fmla="*/ 276796 w 279671"/>
                      <a:gd name="connsiteY0" fmla="*/ 0 h 115937"/>
                      <a:gd name="connsiteX1" fmla="*/ 276987 w 279671"/>
                      <a:gd name="connsiteY1" fmla="*/ 857 h 115937"/>
                      <a:gd name="connsiteX2" fmla="*/ 214979 w 279671"/>
                      <a:gd name="connsiteY2" fmla="*/ 105251 h 115937"/>
                      <a:gd name="connsiteX3" fmla="*/ 200406 w 279671"/>
                      <a:gd name="connsiteY3" fmla="*/ 108966 h 115937"/>
                      <a:gd name="connsiteX4" fmla="*/ 0 w 279671"/>
                      <a:gd name="connsiteY4" fmla="*/ 68771 h 115937"/>
                      <a:gd name="connsiteX5" fmla="*/ 0 w 279671"/>
                      <a:gd name="connsiteY5" fmla="*/ 68771 h 115937"/>
                      <a:gd name="connsiteX6" fmla="*/ 276796 w 279671"/>
                      <a:gd name="connsiteY6" fmla="*/ 0 h 115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9671" h="115937">
                        <a:moveTo>
                          <a:pt x="276796" y="0"/>
                        </a:moveTo>
                        <a:lnTo>
                          <a:pt x="276987" y="857"/>
                        </a:lnTo>
                        <a:cubicBezTo>
                          <a:pt x="288703" y="46768"/>
                          <a:pt x="260985" y="93536"/>
                          <a:pt x="214979" y="105251"/>
                        </a:cubicBezTo>
                        <a:lnTo>
                          <a:pt x="200406" y="108966"/>
                        </a:lnTo>
                        <a:cubicBezTo>
                          <a:pt x="131540" y="126492"/>
                          <a:pt x="57721" y="110204"/>
                          <a:pt x="0" y="68771"/>
                        </a:cubicBezTo>
                        <a:lnTo>
                          <a:pt x="0" y="68771"/>
                        </a:lnTo>
                        <a:lnTo>
                          <a:pt x="276796" y="0"/>
                        </a:ln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" name="îśļíḓè">
                    <a:extLst>
                      <a:ext uri="{FF2B5EF4-FFF2-40B4-BE49-F238E27FC236}">
                        <a16:creationId xmlns:a16="http://schemas.microsoft.com/office/drawing/2014/main" id="{2A6079AA-09FB-3395-DB80-9F1E389D4FEC}"/>
                      </a:ext>
                    </a:extLst>
                  </p:cNvPr>
                  <p:cNvSpPr/>
                  <p:nvPr/>
                </p:nvSpPr>
                <p:spPr>
                  <a:xfrm>
                    <a:off x="9016767" y="4979665"/>
                    <a:ext cx="366971" cy="178963"/>
                  </a:xfrm>
                  <a:custGeom>
                    <a:avLst/>
                    <a:gdLst>
                      <a:gd name="connsiteX0" fmla="*/ 277368 w 277367"/>
                      <a:gd name="connsiteY0" fmla="*/ 66589 h 135264"/>
                      <a:gd name="connsiteX1" fmla="*/ 277178 w 277367"/>
                      <a:gd name="connsiteY1" fmla="*/ 65732 h 135264"/>
                      <a:gd name="connsiteX2" fmla="*/ 173546 w 277367"/>
                      <a:gd name="connsiteY2" fmla="*/ 2391 h 135264"/>
                      <a:gd name="connsiteX3" fmla="*/ 158972 w 277367"/>
                      <a:gd name="connsiteY3" fmla="*/ 5915 h 135264"/>
                      <a:gd name="connsiteX4" fmla="*/ 0 w 277367"/>
                      <a:gd name="connsiteY4" fmla="*/ 135265 h 135264"/>
                      <a:gd name="connsiteX5" fmla="*/ 0 w 277367"/>
                      <a:gd name="connsiteY5" fmla="*/ 135265 h 135264"/>
                      <a:gd name="connsiteX6" fmla="*/ 277368 w 277367"/>
                      <a:gd name="connsiteY6" fmla="*/ 66589 h 13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7367" h="135264">
                        <a:moveTo>
                          <a:pt x="277368" y="66589"/>
                        </a:moveTo>
                        <a:lnTo>
                          <a:pt x="277178" y="65732"/>
                        </a:lnTo>
                        <a:cubicBezTo>
                          <a:pt x="266033" y="19631"/>
                          <a:pt x="219646" y="-8658"/>
                          <a:pt x="173546" y="2391"/>
                        </a:cubicBezTo>
                        <a:lnTo>
                          <a:pt x="158972" y="5915"/>
                        </a:lnTo>
                        <a:cubicBezTo>
                          <a:pt x="89916" y="22584"/>
                          <a:pt x="31718" y="71638"/>
                          <a:pt x="0" y="135265"/>
                        </a:cubicBezTo>
                        <a:lnTo>
                          <a:pt x="0" y="135265"/>
                        </a:lnTo>
                        <a:lnTo>
                          <a:pt x="277368" y="66589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3" name="iṣḷidé">
                    <a:extLst>
                      <a:ext uri="{FF2B5EF4-FFF2-40B4-BE49-F238E27FC236}">
                        <a16:creationId xmlns:a16="http://schemas.microsoft.com/office/drawing/2014/main" id="{AD2DC93D-DBC5-D45B-E354-BB5E6BABEA56}"/>
                      </a:ext>
                    </a:extLst>
                  </p:cNvPr>
                  <p:cNvSpPr/>
                  <p:nvPr/>
                </p:nvSpPr>
                <p:spPr>
                  <a:xfrm>
                    <a:off x="9074232" y="5031599"/>
                    <a:ext cx="459093" cy="112789"/>
                  </a:xfrm>
                  <a:custGeom>
                    <a:avLst/>
                    <a:gdLst>
                      <a:gd name="connsiteX0" fmla="*/ 338138 w 346995"/>
                      <a:gd name="connsiteY0" fmla="*/ 0 h 85248"/>
                      <a:gd name="connsiteX1" fmla="*/ 48387 w 346995"/>
                      <a:gd name="connsiteY1" fmla="*/ 73057 h 85248"/>
                      <a:gd name="connsiteX2" fmla="*/ 0 w 346995"/>
                      <a:gd name="connsiteY2" fmla="*/ 85249 h 85248"/>
                      <a:gd name="connsiteX3" fmla="*/ 346996 w 346995"/>
                      <a:gd name="connsiteY3" fmla="*/ 9906 h 85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6995" h="85248">
                        <a:moveTo>
                          <a:pt x="338138" y="0"/>
                        </a:moveTo>
                        <a:lnTo>
                          <a:pt x="48387" y="73057"/>
                        </a:lnTo>
                        <a:lnTo>
                          <a:pt x="0" y="85249"/>
                        </a:lnTo>
                        <a:lnTo>
                          <a:pt x="346996" y="9906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" name="íś1ïde">
                    <a:extLst>
                      <a:ext uri="{FF2B5EF4-FFF2-40B4-BE49-F238E27FC236}">
                        <a16:creationId xmlns:a16="http://schemas.microsoft.com/office/drawing/2014/main" id="{B8B5DA3E-CC3A-CF50-0BB0-E3F0E1558EF6}"/>
                      </a:ext>
                    </a:extLst>
                  </p:cNvPr>
                  <p:cNvSpPr/>
                  <p:nvPr/>
                </p:nvSpPr>
                <p:spPr>
                  <a:xfrm>
                    <a:off x="9111913" y="5069153"/>
                    <a:ext cx="54314" cy="56584"/>
                  </a:xfrm>
                  <a:custGeom>
                    <a:avLst/>
                    <a:gdLst>
                      <a:gd name="connsiteX0" fmla="*/ 0 w 41052"/>
                      <a:gd name="connsiteY0" fmla="*/ 0 h 42767"/>
                      <a:gd name="connsiteX1" fmla="*/ 41053 w 41052"/>
                      <a:gd name="connsiteY1" fmla="*/ 39338 h 42767"/>
                      <a:gd name="connsiteX2" fmla="*/ 36290 w 41052"/>
                      <a:gd name="connsiteY2" fmla="*/ 42767 h 427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1052" h="42767">
                        <a:moveTo>
                          <a:pt x="0" y="0"/>
                        </a:moveTo>
                        <a:lnTo>
                          <a:pt x="41053" y="39338"/>
                        </a:lnTo>
                        <a:lnTo>
                          <a:pt x="36290" y="42767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5" name="îślîḍe">
                    <a:extLst>
                      <a:ext uri="{FF2B5EF4-FFF2-40B4-BE49-F238E27FC236}">
                        <a16:creationId xmlns:a16="http://schemas.microsoft.com/office/drawing/2014/main" id="{917B3777-28F5-8CEC-6E17-C88AEAEBDF90}"/>
                      </a:ext>
                    </a:extLst>
                  </p:cNvPr>
                  <p:cNvSpPr/>
                  <p:nvPr/>
                </p:nvSpPr>
                <p:spPr>
                  <a:xfrm>
                    <a:off x="9190928" y="5020761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6" name="ïṧļîḑé">
                    <a:extLst>
                      <a:ext uri="{FF2B5EF4-FFF2-40B4-BE49-F238E27FC236}">
                        <a16:creationId xmlns:a16="http://schemas.microsoft.com/office/drawing/2014/main" id="{EF64F9CA-5966-CA26-3A95-AC98061BC99F}"/>
                      </a:ext>
                    </a:extLst>
                  </p:cNvPr>
                  <p:cNvSpPr/>
                  <p:nvPr/>
                </p:nvSpPr>
                <p:spPr>
                  <a:xfrm>
                    <a:off x="9262381" y="5001858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7" name="îşlïdè">
                    <a:extLst>
                      <a:ext uri="{FF2B5EF4-FFF2-40B4-BE49-F238E27FC236}">
                        <a16:creationId xmlns:a16="http://schemas.microsoft.com/office/drawing/2014/main" id="{CA393030-4424-B58E-9F45-79387C9B08D2}"/>
                      </a:ext>
                    </a:extLst>
                  </p:cNvPr>
                  <p:cNvSpPr/>
                  <p:nvPr/>
                </p:nvSpPr>
                <p:spPr>
                  <a:xfrm>
                    <a:off x="9149215" y="5121957"/>
                    <a:ext cx="28354" cy="75865"/>
                  </a:xfrm>
                  <a:custGeom>
                    <a:avLst/>
                    <a:gdLst>
                      <a:gd name="connsiteX0" fmla="*/ 0 w 21431"/>
                      <a:gd name="connsiteY0" fmla="*/ 55817 h 57340"/>
                      <a:gd name="connsiteX1" fmla="*/ 21431 w 21431"/>
                      <a:gd name="connsiteY1" fmla="*/ 0 h 57340"/>
                      <a:gd name="connsiteX2" fmla="*/ 12859 w 21431"/>
                      <a:gd name="connsiteY2" fmla="*/ 1905 h 57340"/>
                      <a:gd name="connsiteX3" fmla="*/ 0 w 21431"/>
                      <a:gd name="connsiteY3" fmla="*/ 57341 h 573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31" h="57340">
                        <a:moveTo>
                          <a:pt x="0" y="55817"/>
                        </a:moveTo>
                        <a:lnTo>
                          <a:pt x="21431" y="0"/>
                        </a:lnTo>
                        <a:lnTo>
                          <a:pt x="12859" y="1905"/>
                        </a:lnTo>
                        <a:lnTo>
                          <a:pt x="0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" name="îs1iďe">
                    <a:extLst>
                      <a:ext uri="{FF2B5EF4-FFF2-40B4-BE49-F238E27FC236}">
                        <a16:creationId xmlns:a16="http://schemas.microsoft.com/office/drawing/2014/main" id="{C0C038AD-00E9-BA59-24A4-BD519DC18EDF}"/>
                      </a:ext>
                    </a:extLst>
                  </p:cNvPr>
                  <p:cNvSpPr/>
                  <p:nvPr/>
                </p:nvSpPr>
                <p:spPr>
                  <a:xfrm>
                    <a:off x="9238312" y="5099650"/>
                    <a:ext cx="38309" cy="113167"/>
                  </a:xfrm>
                  <a:custGeom>
                    <a:avLst/>
                    <a:gdLst>
                      <a:gd name="connsiteX0" fmla="*/ 0 w 28955"/>
                      <a:gd name="connsiteY0" fmla="*/ 85535 h 85534"/>
                      <a:gd name="connsiteX1" fmla="*/ 28956 w 28955"/>
                      <a:gd name="connsiteY1" fmla="*/ 0 h 85534"/>
                      <a:gd name="connsiteX2" fmla="*/ 20383 w 28955"/>
                      <a:gd name="connsiteY2" fmla="*/ 1905 h 85534"/>
                      <a:gd name="connsiteX3" fmla="*/ 7525 w 28955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55" h="85534">
                        <a:moveTo>
                          <a:pt x="0" y="85535"/>
                        </a:moveTo>
                        <a:lnTo>
                          <a:pt x="28956" y="0"/>
                        </a:lnTo>
                        <a:lnTo>
                          <a:pt x="20383" y="1905"/>
                        </a:lnTo>
                        <a:lnTo>
                          <a:pt x="7525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" name="iśľïḓê">
                    <a:extLst>
                      <a:ext uri="{FF2B5EF4-FFF2-40B4-BE49-F238E27FC236}">
                        <a16:creationId xmlns:a16="http://schemas.microsoft.com/office/drawing/2014/main" id="{CBBD45AC-9B08-B7A2-1B2A-2FD0B5B1955B}"/>
                      </a:ext>
                    </a:extLst>
                  </p:cNvPr>
                  <p:cNvSpPr/>
                  <p:nvPr/>
                </p:nvSpPr>
                <p:spPr>
                  <a:xfrm>
                    <a:off x="9303842" y="5081755"/>
                    <a:ext cx="38183" cy="113167"/>
                  </a:xfrm>
                  <a:custGeom>
                    <a:avLst/>
                    <a:gdLst>
                      <a:gd name="connsiteX0" fmla="*/ 0 w 28860"/>
                      <a:gd name="connsiteY0" fmla="*/ 85534 h 85534"/>
                      <a:gd name="connsiteX1" fmla="*/ 28861 w 28860"/>
                      <a:gd name="connsiteY1" fmla="*/ 0 h 85534"/>
                      <a:gd name="connsiteX2" fmla="*/ 20383 w 28860"/>
                      <a:gd name="connsiteY2" fmla="*/ 1905 h 85534"/>
                      <a:gd name="connsiteX3" fmla="*/ 7429 w 28860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85534">
                        <a:moveTo>
                          <a:pt x="0" y="85534"/>
                        </a:moveTo>
                        <a:lnTo>
                          <a:pt x="28861" y="0"/>
                        </a:lnTo>
                        <a:lnTo>
                          <a:pt x="20383" y="1905"/>
                        </a:lnTo>
                        <a:lnTo>
                          <a:pt x="7429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07" name="组合 406">
                  <a:extLst>
                    <a:ext uri="{FF2B5EF4-FFF2-40B4-BE49-F238E27FC236}">
                      <a16:creationId xmlns:a16="http://schemas.microsoft.com/office/drawing/2014/main" id="{480835A2-1574-28C5-9032-42808321C321}"/>
                    </a:ext>
                  </a:extLst>
                </p:cNvPr>
                <p:cNvGrpSpPr/>
                <p:nvPr/>
              </p:nvGrpSpPr>
              <p:grpSpPr>
                <a:xfrm rot="20327953">
                  <a:off x="9111115" y="5278232"/>
                  <a:ext cx="267711" cy="368363"/>
                  <a:chOff x="9271789" y="4441815"/>
                  <a:chExt cx="267711" cy="368363"/>
                </a:xfrm>
              </p:grpSpPr>
              <p:sp>
                <p:nvSpPr>
                  <p:cNvPr id="312" name="ï$ḻíḑè">
                    <a:extLst>
                      <a:ext uri="{FF2B5EF4-FFF2-40B4-BE49-F238E27FC236}">
                        <a16:creationId xmlns:a16="http://schemas.microsoft.com/office/drawing/2014/main" id="{A527F0DF-E2B0-E91D-5B1E-E981EBC9D134}"/>
                      </a:ext>
                    </a:extLst>
                  </p:cNvPr>
                  <p:cNvSpPr/>
                  <p:nvPr/>
                </p:nvSpPr>
                <p:spPr>
                  <a:xfrm>
                    <a:off x="9271789" y="4441815"/>
                    <a:ext cx="249816" cy="325263"/>
                  </a:xfrm>
                  <a:custGeom>
                    <a:avLst/>
                    <a:gdLst>
                      <a:gd name="connsiteX0" fmla="*/ 42800 w 188818"/>
                      <a:gd name="connsiteY0" fmla="*/ 245840 h 245840"/>
                      <a:gd name="connsiteX1" fmla="*/ 42038 w 188818"/>
                      <a:gd name="connsiteY1" fmla="*/ 245364 h 245840"/>
                      <a:gd name="connsiteX2" fmla="*/ 12035 w 188818"/>
                      <a:gd name="connsiteY2" fmla="*/ 127730 h 245840"/>
                      <a:gd name="connsiteX3" fmla="*/ 19750 w 188818"/>
                      <a:gd name="connsiteY3" fmla="*/ 114776 h 245840"/>
                      <a:gd name="connsiteX4" fmla="*/ 187676 w 188818"/>
                      <a:gd name="connsiteY4" fmla="*/ 191 h 245840"/>
                      <a:gd name="connsiteX5" fmla="*/ 188819 w 188818"/>
                      <a:gd name="connsiteY5" fmla="*/ 0 h 245840"/>
                      <a:gd name="connsiteX6" fmla="*/ 42800 w 188818"/>
                      <a:gd name="connsiteY6" fmla="*/ 245840 h 2458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8818" h="245840">
                        <a:moveTo>
                          <a:pt x="42800" y="245840"/>
                        </a:moveTo>
                        <a:lnTo>
                          <a:pt x="42038" y="245364"/>
                        </a:lnTo>
                        <a:cubicBezTo>
                          <a:pt x="1271" y="221171"/>
                          <a:pt x="-12159" y="168497"/>
                          <a:pt x="12035" y="127730"/>
                        </a:cubicBezTo>
                        <a:lnTo>
                          <a:pt x="19750" y="114776"/>
                        </a:lnTo>
                        <a:cubicBezTo>
                          <a:pt x="56040" y="53626"/>
                          <a:pt x="117476" y="11716"/>
                          <a:pt x="187676" y="191"/>
                        </a:cubicBezTo>
                        <a:lnTo>
                          <a:pt x="188819" y="0"/>
                        </a:lnTo>
                        <a:lnTo>
                          <a:pt x="42800" y="245840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5" name="ïşľïḋê">
                    <a:extLst>
                      <a:ext uri="{FF2B5EF4-FFF2-40B4-BE49-F238E27FC236}">
                        <a16:creationId xmlns:a16="http://schemas.microsoft.com/office/drawing/2014/main" id="{95B745F8-FEF3-2DA5-7C18-186FC01C1A19}"/>
                      </a:ext>
                    </a:extLst>
                  </p:cNvPr>
                  <p:cNvSpPr/>
                  <p:nvPr/>
                </p:nvSpPr>
                <p:spPr>
                  <a:xfrm>
                    <a:off x="9328416" y="4441942"/>
                    <a:ext cx="211084" cy="341694"/>
                  </a:xfrm>
                  <a:custGeom>
                    <a:avLst/>
                    <a:gdLst>
                      <a:gd name="connsiteX0" fmla="*/ 762 w 159543"/>
                      <a:gd name="connsiteY0" fmla="*/ 246221 h 258259"/>
                      <a:gd name="connsiteX1" fmla="*/ 0 w 159543"/>
                      <a:gd name="connsiteY1" fmla="*/ 245745 h 258259"/>
                      <a:gd name="connsiteX2" fmla="*/ 146018 w 159543"/>
                      <a:gd name="connsiteY2" fmla="*/ 0 h 258259"/>
                      <a:gd name="connsiteX3" fmla="*/ 146399 w 159543"/>
                      <a:gd name="connsiteY3" fmla="*/ 1143 h 258259"/>
                      <a:gd name="connsiteX4" fmla="*/ 152876 w 159543"/>
                      <a:gd name="connsiteY4" fmla="*/ 23241 h 258259"/>
                      <a:gd name="connsiteX5" fmla="*/ 149924 w 159543"/>
                      <a:gd name="connsiteY5" fmla="*/ 25432 h 258259"/>
                      <a:gd name="connsiteX6" fmla="*/ 146399 w 159543"/>
                      <a:gd name="connsiteY6" fmla="*/ 34862 h 258259"/>
                      <a:gd name="connsiteX7" fmla="*/ 137065 w 159543"/>
                      <a:gd name="connsiteY7" fmla="*/ 38291 h 258259"/>
                      <a:gd name="connsiteX8" fmla="*/ 136970 w 159543"/>
                      <a:gd name="connsiteY8" fmla="*/ 55626 h 258259"/>
                      <a:gd name="connsiteX9" fmla="*/ 138398 w 159543"/>
                      <a:gd name="connsiteY9" fmla="*/ 56769 h 258259"/>
                      <a:gd name="connsiteX10" fmla="*/ 139065 w 159543"/>
                      <a:gd name="connsiteY10" fmla="*/ 86582 h 258259"/>
                      <a:gd name="connsiteX11" fmla="*/ 159544 w 159543"/>
                      <a:gd name="connsiteY11" fmla="*/ 92202 h 258259"/>
                      <a:gd name="connsiteX12" fmla="*/ 126206 w 159543"/>
                      <a:gd name="connsiteY12" fmla="*/ 203549 h 258259"/>
                      <a:gd name="connsiteX13" fmla="*/ 118586 w 159543"/>
                      <a:gd name="connsiteY13" fmla="*/ 216313 h 258259"/>
                      <a:gd name="connsiteX14" fmla="*/ 762 w 159543"/>
                      <a:gd name="connsiteY14" fmla="*/ 246221 h 258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159543" h="258259">
                        <a:moveTo>
                          <a:pt x="762" y="246221"/>
                        </a:moveTo>
                        <a:lnTo>
                          <a:pt x="0" y="245745"/>
                        </a:lnTo>
                        <a:lnTo>
                          <a:pt x="146018" y="0"/>
                        </a:lnTo>
                        <a:lnTo>
                          <a:pt x="146399" y="1143"/>
                        </a:lnTo>
                        <a:cubicBezTo>
                          <a:pt x="148971" y="8382"/>
                          <a:pt x="151162" y="15812"/>
                          <a:pt x="152876" y="23241"/>
                        </a:cubicBezTo>
                        <a:cubicBezTo>
                          <a:pt x="151829" y="23813"/>
                          <a:pt x="150781" y="24575"/>
                          <a:pt x="149924" y="25432"/>
                        </a:cubicBezTo>
                        <a:cubicBezTo>
                          <a:pt x="147352" y="28004"/>
                          <a:pt x="146114" y="31433"/>
                          <a:pt x="146399" y="34862"/>
                        </a:cubicBezTo>
                        <a:cubicBezTo>
                          <a:pt x="142970" y="34576"/>
                          <a:pt x="139637" y="35719"/>
                          <a:pt x="137065" y="38291"/>
                        </a:cubicBezTo>
                        <a:cubicBezTo>
                          <a:pt x="132302" y="43053"/>
                          <a:pt x="132207" y="50768"/>
                          <a:pt x="136970" y="55626"/>
                        </a:cubicBezTo>
                        <a:cubicBezTo>
                          <a:pt x="137446" y="56102"/>
                          <a:pt x="137827" y="56483"/>
                          <a:pt x="138398" y="56769"/>
                        </a:cubicBezTo>
                        <a:cubicBezTo>
                          <a:pt x="130683" y="65246"/>
                          <a:pt x="130778" y="78296"/>
                          <a:pt x="139065" y="86582"/>
                        </a:cubicBezTo>
                        <a:cubicBezTo>
                          <a:pt x="144590" y="92107"/>
                          <a:pt x="152495" y="93917"/>
                          <a:pt x="159544" y="92202"/>
                        </a:cubicBezTo>
                        <a:cubicBezTo>
                          <a:pt x="157734" y="131064"/>
                          <a:pt x="146495" y="169259"/>
                          <a:pt x="126206" y="203549"/>
                        </a:cubicBezTo>
                        <a:lnTo>
                          <a:pt x="118586" y="216313"/>
                        </a:lnTo>
                        <a:cubicBezTo>
                          <a:pt x="94202" y="256985"/>
                          <a:pt x="41529" y="270415"/>
                          <a:pt x="762" y="246221"/>
                        </a:cubicBez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6" name="îṥḻiďe">
                    <a:extLst>
                      <a:ext uri="{FF2B5EF4-FFF2-40B4-BE49-F238E27FC236}">
                        <a16:creationId xmlns:a16="http://schemas.microsoft.com/office/drawing/2014/main" id="{9AE521A9-17DB-D301-2710-D4CED14AEAC1}"/>
                      </a:ext>
                    </a:extLst>
                  </p:cNvPr>
                  <p:cNvSpPr/>
                  <p:nvPr/>
                </p:nvSpPr>
                <p:spPr>
                  <a:xfrm>
                    <a:off x="9297416" y="4465634"/>
                    <a:ext cx="204909" cy="344544"/>
                  </a:xfrm>
                  <a:custGeom>
                    <a:avLst/>
                    <a:gdLst>
                      <a:gd name="connsiteX0" fmla="*/ 7429 w 154876"/>
                      <a:gd name="connsiteY0" fmla="*/ 260413 h 260413"/>
                      <a:gd name="connsiteX1" fmla="*/ 0 w 154876"/>
                      <a:gd name="connsiteY1" fmla="*/ 252984 h 260413"/>
                      <a:gd name="connsiteX2" fmla="*/ 154876 w 154876"/>
                      <a:gd name="connsiteY2" fmla="*/ 0 h 260413"/>
                      <a:gd name="connsiteX3" fmla="*/ 154876 w 154876"/>
                      <a:gd name="connsiteY3" fmla="*/ 0 h 260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4876" h="260413">
                        <a:moveTo>
                          <a:pt x="7429" y="260413"/>
                        </a:moveTo>
                        <a:lnTo>
                          <a:pt x="0" y="252984"/>
                        </a:lnTo>
                        <a:lnTo>
                          <a:pt x="154876" y="0"/>
                        </a:lnTo>
                        <a:lnTo>
                          <a:pt x="154876" y="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17" name="iŝḻídé">
                    <a:extLst>
                      <a:ext uri="{FF2B5EF4-FFF2-40B4-BE49-F238E27FC236}">
                        <a16:creationId xmlns:a16="http://schemas.microsoft.com/office/drawing/2014/main" id="{C15D0897-A2E8-002B-F97B-A0CD924A972F}"/>
                      </a:ext>
                    </a:extLst>
                  </p:cNvPr>
                  <p:cNvGrpSpPr/>
                  <p:nvPr/>
                </p:nvGrpSpPr>
                <p:grpSpPr>
                  <a:xfrm>
                    <a:off x="9307497" y="4491847"/>
                    <a:ext cx="134842" cy="244860"/>
                    <a:chOff x="5643467" y="2644235"/>
                    <a:chExt cx="101917" cy="185070"/>
                  </a:xfrm>
                  <a:solidFill>
                    <a:srgbClr val="00CC0F"/>
                  </a:solidFill>
                </p:grpSpPr>
                <p:sp>
                  <p:nvSpPr>
                    <p:cNvPr id="329" name="íSļïḑè">
                      <a:extLst>
                        <a:ext uri="{FF2B5EF4-FFF2-40B4-BE49-F238E27FC236}">
                          <a16:creationId xmlns:a16="http://schemas.microsoft.com/office/drawing/2014/main" id="{65E5694D-D40C-9AF9-C24E-E8A219FE94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43467" y="2728531"/>
                      <a:ext cx="27527" cy="100774"/>
                    </a:xfrm>
                    <a:custGeom>
                      <a:avLst/>
                      <a:gdLst>
                        <a:gd name="connsiteX0" fmla="*/ 27527 w 27527"/>
                        <a:gd name="connsiteY0" fmla="*/ 98965 h 100774"/>
                        <a:gd name="connsiteX1" fmla="*/ 20479 w 27527"/>
                        <a:gd name="connsiteY1" fmla="*/ 100774 h 100774"/>
                        <a:gd name="connsiteX2" fmla="*/ 0 w 27527"/>
                        <a:gd name="connsiteY2" fmla="*/ 0 h 100774"/>
                        <a:gd name="connsiteX3" fmla="*/ 0 w 27527"/>
                        <a:gd name="connsiteY3" fmla="*/ 0 h 1007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7527" h="100774">
                          <a:moveTo>
                            <a:pt x="27527" y="98965"/>
                          </a:moveTo>
                          <a:lnTo>
                            <a:pt x="20479" y="100774"/>
                          </a:lnTo>
                          <a:lnTo>
                            <a:pt x="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CC0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0" name="iṣļiḓê">
                      <a:extLst>
                        <a:ext uri="{FF2B5EF4-FFF2-40B4-BE49-F238E27FC236}">
                          <a16:creationId xmlns:a16="http://schemas.microsoft.com/office/drawing/2014/main" id="{548FDB90-58EE-3ABD-213C-135519207A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84138" y="2683478"/>
                      <a:ext cx="23526" cy="86010"/>
                    </a:xfrm>
                    <a:custGeom>
                      <a:avLst/>
                      <a:gdLst>
                        <a:gd name="connsiteX0" fmla="*/ 23527 w 23526"/>
                        <a:gd name="connsiteY0" fmla="*/ 84392 h 86010"/>
                        <a:gd name="connsiteX1" fmla="*/ 17240 w 23526"/>
                        <a:gd name="connsiteY1" fmla="*/ 86011 h 86010"/>
                        <a:gd name="connsiteX2" fmla="*/ 0 w 23526"/>
                        <a:gd name="connsiteY2" fmla="*/ 0 h 86010"/>
                        <a:gd name="connsiteX3" fmla="*/ 0 w 23526"/>
                        <a:gd name="connsiteY3" fmla="*/ 0 h 86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526" h="86010">
                          <a:moveTo>
                            <a:pt x="23527" y="84392"/>
                          </a:moveTo>
                          <a:lnTo>
                            <a:pt x="17240" y="86011"/>
                          </a:lnTo>
                          <a:lnTo>
                            <a:pt x="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CC0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1" name="iśļîḑê">
                      <a:extLst>
                        <a:ext uri="{FF2B5EF4-FFF2-40B4-BE49-F238E27FC236}">
                          <a16:creationId xmlns:a16="http://schemas.microsoft.com/office/drawing/2014/main" id="{8631358E-85BE-2B71-5618-8D0D8939B9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30049" y="2644235"/>
                      <a:ext cx="15335" cy="56864"/>
                    </a:xfrm>
                    <a:custGeom>
                      <a:avLst/>
                      <a:gdLst>
                        <a:gd name="connsiteX0" fmla="*/ 15335 w 15335"/>
                        <a:gd name="connsiteY0" fmla="*/ 56007 h 56864"/>
                        <a:gd name="connsiteX1" fmla="*/ 12097 w 15335"/>
                        <a:gd name="connsiteY1" fmla="*/ 56864 h 56864"/>
                        <a:gd name="connsiteX2" fmla="*/ 0 w 15335"/>
                        <a:gd name="connsiteY2" fmla="*/ 0 h 56864"/>
                        <a:gd name="connsiteX3" fmla="*/ 0 w 15335"/>
                        <a:gd name="connsiteY3" fmla="*/ 0 h 568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5335" h="56864">
                          <a:moveTo>
                            <a:pt x="15335" y="56007"/>
                          </a:moveTo>
                          <a:lnTo>
                            <a:pt x="12097" y="56864"/>
                          </a:lnTo>
                          <a:lnTo>
                            <a:pt x="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CC0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18" name="işḻiḓê">
                    <a:extLst>
                      <a:ext uri="{FF2B5EF4-FFF2-40B4-BE49-F238E27FC236}">
                        <a16:creationId xmlns:a16="http://schemas.microsoft.com/office/drawing/2014/main" id="{4B6B2D85-70DC-5C69-6C23-74E1744D29EA}"/>
                      </a:ext>
                    </a:extLst>
                  </p:cNvPr>
                  <p:cNvGrpSpPr/>
                  <p:nvPr/>
                </p:nvGrpSpPr>
                <p:grpSpPr>
                  <a:xfrm>
                    <a:off x="9340640" y="4553093"/>
                    <a:ext cx="159163" cy="188655"/>
                    <a:chOff x="5668517" y="2690526"/>
                    <a:chExt cx="120300" cy="142589"/>
                  </a:xfrm>
                  <a:solidFill>
                    <a:srgbClr val="00CC0F"/>
                  </a:solidFill>
                </p:grpSpPr>
                <p:sp>
                  <p:nvSpPr>
                    <p:cNvPr id="326" name="íṥľide">
                      <a:extLst>
                        <a:ext uri="{FF2B5EF4-FFF2-40B4-BE49-F238E27FC236}">
                          <a16:creationId xmlns:a16="http://schemas.microsoft.com/office/drawing/2014/main" id="{51424F34-0708-5188-5D14-A750905F39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68517" y="2802921"/>
                      <a:ext cx="100203" cy="30194"/>
                    </a:xfrm>
                    <a:custGeom>
                      <a:avLst/>
                      <a:gdLst>
                        <a:gd name="connsiteX0" fmla="*/ 0 w 100203"/>
                        <a:gd name="connsiteY0" fmla="*/ 23146 h 30194"/>
                        <a:gd name="connsiteX1" fmla="*/ 1810 w 100203"/>
                        <a:gd name="connsiteY1" fmla="*/ 30194 h 30194"/>
                        <a:gd name="connsiteX2" fmla="*/ 100203 w 100203"/>
                        <a:gd name="connsiteY2" fmla="*/ 0 h 30194"/>
                        <a:gd name="connsiteX3" fmla="*/ 100203 w 100203"/>
                        <a:gd name="connsiteY3" fmla="*/ 0 h 301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0203" h="30194">
                          <a:moveTo>
                            <a:pt x="0" y="23146"/>
                          </a:moveTo>
                          <a:lnTo>
                            <a:pt x="1810" y="30194"/>
                          </a:lnTo>
                          <a:lnTo>
                            <a:pt x="100203" y="0"/>
                          </a:lnTo>
                          <a:lnTo>
                            <a:pt x="100203" y="0"/>
                          </a:lnTo>
                          <a:close/>
                        </a:path>
                      </a:pathLst>
                    </a:custGeom>
                    <a:solidFill>
                      <a:srgbClr val="00CC0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7" name="í$lidé">
                      <a:extLst>
                        <a:ext uri="{FF2B5EF4-FFF2-40B4-BE49-F238E27FC236}">
                          <a16:creationId xmlns:a16="http://schemas.microsoft.com/office/drawing/2014/main" id="{668E7AEA-126A-22DE-290C-DFC9B32654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03379" y="2745581"/>
                      <a:ext cx="85439" cy="26098"/>
                    </a:xfrm>
                    <a:custGeom>
                      <a:avLst/>
                      <a:gdLst>
                        <a:gd name="connsiteX0" fmla="*/ 0 w 85439"/>
                        <a:gd name="connsiteY0" fmla="*/ 19717 h 26098"/>
                        <a:gd name="connsiteX1" fmla="*/ 1619 w 85439"/>
                        <a:gd name="connsiteY1" fmla="*/ 26099 h 26098"/>
                        <a:gd name="connsiteX2" fmla="*/ 85439 w 85439"/>
                        <a:gd name="connsiteY2" fmla="*/ 0 h 26098"/>
                        <a:gd name="connsiteX3" fmla="*/ 85439 w 85439"/>
                        <a:gd name="connsiteY3" fmla="*/ 0 h 260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5439" h="26098">
                          <a:moveTo>
                            <a:pt x="0" y="19717"/>
                          </a:moveTo>
                          <a:lnTo>
                            <a:pt x="1619" y="26099"/>
                          </a:lnTo>
                          <a:lnTo>
                            <a:pt x="85439" y="0"/>
                          </a:lnTo>
                          <a:lnTo>
                            <a:pt x="85439" y="0"/>
                          </a:lnTo>
                          <a:close/>
                        </a:path>
                      </a:pathLst>
                    </a:custGeom>
                    <a:solidFill>
                      <a:srgbClr val="00CC0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" name="îsľiďé">
                      <a:extLst>
                        <a:ext uri="{FF2B5EF4-FFF2-40B4-BE49-F238E27FC236}">
                          <a16:creationId xmlns:a16="http://schemas.microsoft.com/office/drawing/2014/main" id="{8DD1A177-E6BD-4D86-A0A9-9C40927187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44717" y="2690526"/>
                      <a:ext cx="43148" cy="12572"/>
                    </a:xfrm>
                    <a:custGeom>
                      <a:avLst/>
                      <a:gdLst>
                        <a:gd name="connsiteX0" fmla="*/ 0 w 43148"/>
                        <a:gd name="connsiteY0" fmla="*/ 9334 h 12572"/>
                        <a:gd name="connsiteX1" fmla="*/ 857 w 43148"/>
                        <a:gd name="connsiteY1" fmla="*/ 12573 h 12572"/>
                        <a:gd name="connsiteX2" fmla="*/ 43148 w 43148"/>
                        <a:gd name="connsiteY2" fmla="*/ 0 h 125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43148" h="12572">
                          <a:moveTo>
                            <a:pt x="0" y="9334"/>
                          </a:moveTo>
                          <a:lnTo>
                            <a:pt x="857" y="12573"/>
                          </a:lnTo>
                          <a:lnTo>
                            <a:pt x="43148" y="0"/>
                          </a:lnTo>
                          <a:close/>
                        </a:path>
                      </a:pathLst>
                    </a:custGeom>
                    <a:solidFill>
                      <a:srgbClr val="00CC0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408" name="组合 407">
                  <a:extLst>
                    <a:ext uri="{FF2B5EF4-FFF2-40B4-BE49-F238E27FC236}">
                      <a16:creationId xmlns:a16="http://schemas.microsoft.com/office/drawing/2014/main" id="{3ED00556-84FD-0096-36D9-D2EAC51D3BFA}"/>
                    </a:ext>
                  </a:extLst>
                </p:cNvPr>
                <p:cNvGrpSpPr/>
                <p:nvPr/>
              </p:nvGrpSpPr>
              <p:grpSpPr>
                <a:xfrm>
                  <a:off x="8850905" y="5889833"/>
                  <a:ext cx="516558" cy="241494"/>
                  <a:chOff x="9016767" y="4979665"/>
                  <a:chExt cx="516558" cy="241494"/>
                </a:xfrm>
              </p:grpSpPr>
              <p:sp>
                <p:nvSpPr>
                  <p:cNvPr id="313" name="îśliḓè">
                    <a:extLst>
                      <a:ext uri="{FF2B5EF4-FFF2-40B4-BE49-F238E27FC236}">
                        <a16:creationId xmlns:a16="http://schemas.microsoft.com/office/drawing/2014/main" id="{A386DC9D-BC48-67B5-E02C-83886B24431C}"/>
                      </a:ext>
                    </a:extLst>
                  </p:cNvPr>
                  <p:cNvSpPr/>
                  <p:nvPr/>
                </p:nvSpPr>
                <p:spPr>
                  <a:xfrm>
                    <a:off x="9016767" y="5067767"/>
                    <a:ext cx="370020" cy="153392"/>
                  </a:xfrm>
                  <a:custGeom>
                    <a:avLst/>
                    <a:gdLst>
                      <a:gd name="connsiteX0" fmla="*/ 276796 w 279671"/>
                      <a:gd name="connsiteY0" fmla="*/ 0 h 115937"/>
                      <a:gd name="connsiteX1" fmla="*/ 276987 w 279671"/>
                      <a:gd name="connsiteY1" fmla="*/ 857 h 115937"/>
                      <a:gd name="connsiteX2" fmla="*/ 214979 w 279671"/>
                      <a:gd name="connsiteY2" fmla="*/ 105251 h 115937"/>
                      <a:gd name="connsiteX3" fmla="*/ 200406 w 279671"/>
                      <a:gd name="connsiteY3" fmla="*/ 108966 h 115937"/>
                      <a:gd name="connsiteX4" fmla="*/ 0 w 279671"/>
                      <a:gd name="connsiteY4" fmla="*/ 68771 h 115937"/>
                      <a:gd name="connsiteX5" fmla="*/ 0 w 279671"/>
                      <a:gd name="connsiteY5" fmla="*/ 68771 h 115937"/>
                      <a:gd name="connsiteX6" fmla="*/ 276796 w 279671"/>
                      <a:gd name="connsiteY6" fmla="*/ 0 h 115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9671" h="115937">
                        <a:moveTo>
                          <a:pt x="276796" y="0"/>
                        </a:moveTo>
                        <a:lnTo>
                          <a:pt x="276987" y="857"/>
                        </a:lnTo>
                        <a:cubicBezTo>
                          <a:pt x="288703" y="46768"/>
                          <a:pt x="260985" y="93536"/>
                          <a:pt x="214979" y="105251"/>
                        </a:cubicBezTo>
                        <a:lnTo>
                          <a:pt x="200406" y="108966"/>
                        </a:lnTo>
                        <a:cubicBezTo>
                          <a:pt x="131540" y="126492"/>
                          <a:pt x="57721" y="110204"/>
                          <a:pt x="0" y="68771"/>
                        </a:cubicBezTo>
                        <a:lnTo>
                          <a:pt x="0" y="68771"/>
                        </a:lnTo>
                        <a:lnTo>
                          <a:pt x="276796" y="0"/>
                        </a:ln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4" name="îśļíḓè">
                    <a:extLst>
                      <a:ext uri="{FF2B5EF4-FFF2-40B4-BE49-F238E27FC236}">
                        <a16:creationId xmlns:a16="http://schemas.microsoft.com/office/drawing/2014/main" id="{7466D653-7D5A-30E4-6306-EC9E1BA4A120}"/>
                      </a:ext>
                    </a:extLst>
                  </p:cNvPr>
                  <p:cNvSpPr/>
                  <p:nvPr/>
                </p:nvSpPr>
                <p:spPr>
                  <a:xfrm>
                    <a:off x="9016767" y="4979665"/>
                    <a:ext cx="366971" cy="178963"/>
                  </a:xfrm>
                  <a:custGeom>
                    <a:avLst/>
                    <a:gdLst>
                      <a:gd name="connsiteX0" fmla="*/ 277368 w 277367"/>
                      <a:gd name="connsiteY0" fmla="*/ 66589 h 135264"/>
                      <a:gd name="connsiteX1" fmla="*/ 277178 w 277367"/>
                      <a:gd name="connsiteY1" fmla="*/ 65732 h 135264"/>
                      <a:gd name="connsiteX2" fmla="*/ 173546 w 277367"/>
                      <a:gd name="connsiteY2" fmla="*/ 2391 h 135264"/>
                      <a:gd name="connsiteX3" fmla="*/ 158972 w 277367"/>
                      <a:gd name="connsiteY3" fmla="*/ 5915 h 135264"/>
                      <a:gd name="connsiteX4" fmla="*/ 0 w 277367"/>
                      <a:gd name="connsiteY4" fmla="*/ 135265 h 135264"/>
                      <a:gd name="connsiteX5" fmla="*/ 0 w 277367"/>
                      <a:gd name="connsiteY5" fmla="*/ 135265 h 135264"/>
                      <a:gd name="connsiteX6" fmla="*/ 277368 w 277367"/>
                      <a:gd name="connsiteY6" fmla="*/ 66589 h 13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7367" h="135264">
                        <a:moveTo>
                          <a:pt x="277368" y="66589"/>
                        </a:moveTo>
                        <a:lnTo>
                          <a:pt x="277178" y="65732"/>
                        </a:lnTo>
                        <a:cubicBezTo>
                          <a:pt x="266033" y="19631"/>
                          <a:pt x="219646" y="-8658"/>
                          <a:pt x="173546" y="2391"/>
                        </a:cubicBezTo>
                        <a:lnTo>
                          <a:pt x="158972" y="5915"/>
                        </a:lnTo>
                        <a:cubicBezTo>
                          <a:pt x="89916" y="22584"/>
                          <a:pt x="31718" y="71638"/>
                          <a:pt x="0" y="135265"/>
                        </a:cubicBezTo>
                        <a:lnTo>
                          <a:pt x="0" y="135265"/>
                        </a:lnTo>
                        <a:lnTo>
                          <a:pt x="277368" y="66589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9" name="iṣḷidé">
                    <a:extLst>
                      <a:ext uri="{FF2B5EF4-FFF2-40B4-BE49-F238E27FC236}">
                        <a16:creationId xmlns:a16="http://schemas.microsoft.com/office/drawing/2014/main" id="{0ACAFCCF-4632-4C85-06CA-E3C4FACF53CB}"/>
                      </a:ext>
                    </a:extLst>
                  </p:cNvPr>
                  <p:cNvSpPr/>
                  <p:nvPr/>
                </p:nvSpPr>
                <p:spPr>
                  <a:xfrm>
                    <a:off x="9074232" y="5031599"/>
                    <a:ext cx="459093" cy="112789"/>
                  </a:xfrm>
                  <a:custGeom>
                    <a:avLst/>
                    <a:gdLst>
                      <a:gd name="connsiteX0" fmla="*/ 338138 w 346995"/>
                      <a:gd name="connsiteY0" fmla="*/ 0 h 85248"/>
                      <a:gd name="connsiteX1" fmla="*/ 48387 w 346995"/>
                      <a:gd name="connsiteY1" fmla="*/ 73057 h 85248"/>
                      <a:gd name="connsiteX2" fmla="*/ 0 w 346995"/>
                      <a:gd name="connsiteY2" fmla="*/ 85249 h 85248"/>
                      <a:gd name="connsiteX3" fmla="*/ 346996 w 346995"/>
                      <a:gd name="connsiteY3" fmla="*/ 9906 h 85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6995" h="85248">
                        <a:moveTo>
                          <a:pt x="338138" y="0"/>
                        </a:moveTo>
                        <a:lnTo>
                          <a:pt x="48387" y="73057"/>
                        </a:lnTo>
                        <a:lnTo>
                          <a:pt x="0" y="85249"/>
                        </a:lnTo>
                        <a:lnTo>
                          <a:pt x="346996" y="9906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" name="íś1ïde">
                    <a:extLst>
                      <a:ext uri="{FF2B5EF4-FFF2-40B4-BE49-F238E27FC236}">
                        <a16:creationId xmlns:a16="http://schemas.microsoft.com/office/drawing/2014/main" id="{DE0919FD-B1C9-0470-16E0-3CF2D35C8896}"/>
                      </a:ext>
                    </a:extLst>
                  </p:cNvPr>
                  <p:cNvSpPr/>
                  <p:nvPr/>
                </p:nvSpPr>
                <p:spPr>
                  <a:xfrm>
                    <a:off x="9111913" y="5069153"/>
                    <a:ext cx="54314" cy="56584"/>
                  </a:xfrm>
                  <a:custGeom>
                    <a:avLst/>
                    <a:gdLst>
                      <a:gd name="connsiteX0" fmla="*/ 0 w 41052"/>
                      <a:gd name="connsiteY0" fmla="*/ 0 h 42767"/>
                      <a:gd name="connsiteX1" fmla="*/ 41053 w 41052"/>
                      <a:gd name="connsiteY1" fmla="*/ 39338 h 42767"/>
                      <a:gd name="connsiteX2" fmla="*/ 36290 w 41052"/>
                      <a:gd name="connsiteY2" fmla="*/ 42767 h 427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1052" h="42767">
                        <a:moveTo>
                          <a:pt x="0" y="0"/>
                        </a:moveTo>
                        <a:lnTo>
                          <a:pt x="41053" y="39338"/>
                        </a:lnTo>
                        <a:lnTo>
                          <a:pt x="36290" y="42767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1" name="îślîḍe">
                    <a:extLst>
                      <a:ext uri="{FF2B5EF4-FFF2-40B4-BE49-F238E27FC236}">
                        <a16:creationId xmlns:a16="http://schemas.microsoft.com/office/drawing/2014/main" id="{AA84D82D-C98A-80FB-F758-22553CB59821}"/>
                      </a:ext>
                    </a:extLst>
                  </p:cNvPr>
                  <p:cNvSpPr/>
                  <p:nvPr/>
                </p:nvSpPr>
                <p:spPr>
                  <a:xfrm>
                    <a:off x="9190928" y="5020761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2" name="ïṧļîḑé">
                    <a:extLst>
                      <a:ext uri="{FF2B5EF4-FFF2-40B4-BE49-F238E27FC236}">
                        <a16:creationId xmlns:a16="http://schemas.microsoft.com/office/drawing/2014/main" id="{86151D9C-B050-249E-9309-0939E72EDC17}"/>
                      </a:ext>
                    </a:extLst>
                  </p:cNvPr>
                  <p:cNvSpPr/>
                  <p:nvPr/>
                </p:nvSpPr>
                <p:spPr>
                  <a:xfrm>
                    <a:off x="9262381" y="5001858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3" name="îşlïdè">
                    <a:extLst>
                      <a:ext uri="{FF2B5EF4-FFF2-40B4-BE49-F238E27FC236}">
                        <a16:creationId xmlns:a16="http://schemas.microsoft.com/office/drawing/2014/main" id="{AF197C30-38C1-2C35-1CA6-01B04CBAC2C1}"/>
                      </a:ext>
                    </a:extLst>
                  </p:cNvPr>
                  <p:cNvSpPr/>
                  <p:nvPr/>
                </p:nvSpPr>
                <p:spPr>
                  <a:xfrm>
                    <a:off x="9149215" y="5121957"/>
                    <a:ext cx="28354" cy="75865"/>
                  </a:xfrm>
                  <a:custGeom>
                    <a:avLst/>
                    <a:gdLst>
                      <a:gd name="connsiteX0" fmla="*/ 0 w 21431"/>
                      <a:gd name="connsiteY0" fmla="*/ 55817 h 57340"/>
                      <a:gd name="connsiteX1" fmla="*/ 21431 w 21431"/>
                      <a:gd name="connsiteY1" fmla="*/ 0 h 57340"/>
                      <a:gd name="connsiteX2" fmla="*/ 12859 w 21431"/>
                      <a:gd name="connsiteY2" fmla="*/ 1905 h 57340"/>
                      <a:gd name="connsiteX3" fmla="*/ 0 w 21431"/>
                      <a:gd name="connsiteY3" fmla="*/ 57341 h 573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31" h="57340">
                        <a:moveTo>
                          <a:pt x="0" y="55817"/>
                        </a:moveTo>
                        <a:lnTo>
                          <a:pt x="21431" y="0"/>
                        </a:lnTo>
                        <a:lnTo>
                          <a:pt x="12859" y="1905"/>
                        </a:lnTo>
                        <a:lnTo>
                          <a:pt x="0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4" name="îs1iďe">
                    <a:extLst>
                      <a:ext uri="{FF2B5EF4-FFF2-40B4-BE49-F238E27FC236}">
                        <a16:creationId xmlns:a16="http://schemas.microsoft.com/office/drawing/2014/main" id="{41962BA5-A2DC-EBF8-FF2C-D50373C0A3C1}"/>
                      </a:ext>
                    </a:extLst>
                  </p:cNvPr>
                  <p:cNvSpPr/>
                  <p:nvPr/>
                </p:nvSpPr>
                <p:spPr>
                  <a:xfrm>
                    <a:off x="9238312" y="5099650"/>
                    <a:ext cx="38309" cy="113167"/>
                  </a:xfrm>
                  <a:custGeom>
                    <a:avLst/>
                    <a:gdLst>
                      <a:gd name="connsiteX0" fmla="*/ 0 w 28955"/>
                      <a:gd name="connsiteY0" fmla="*/ 85535 h 85534"/>
                      <a:gd name="connsiteX1" fmla="*/ 28956 w 28955"/>
                      <a:gd name="connsiteY1" fmla="*/ 0 h 85534"/>
                      <a:gd name="connsiteX2" fmla="*/ 20383 w 28955"/>
                      <a:gd name="connsiteY2" fmla="*/ 1905 h 85534"/>
                      <a:gd name="connsiteX3" fmla="*/ 7525 w 28955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55" h="85534">
                        <a:moveTo>
                          <a:pt x="0" y="85535"/>
                        </a:moveTo>
                        <a:lnTo>
                          <a:pt x="28956" y="0"/>
                        </a:lnTo>
                        <a:lnTo>
                          <a:pt x="20383" y="1905"/>
                        </a:lnTo>
                        <a:lnTo>
                          <a:pt x="7525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5" name="iśľïḓê">
                    <a:extLst>
                      <a:ext uri="{FF2B5EF4-FFF2-40B4-BE49-F238E27FC236}">
                        <a16:creationId xmlns:a16="http://schemas.microsoft.com/office/drawing/2014/main" id="{8942D606-FCE9-FE2A-6FD9-3610B4514F6C}"/>
                      </a:ext>
                    </a:extLst>
                  </p:cNvPr>
                  <p:cNvSpPr/>
                  <p:nvPr/>
                </p:nvSpPr>
                <p:spPr>
                  <a:xfrm>
                    <a:off x="9303842" y="5081755"/>
                    <a:ext cx="38183" cy="113167"/>
                  </a:xfrm>
                  <a:custGeom>
                    <a:avLst/>
                    <a:gdLst>
                      <a:gd name="connsiteX0" fmla="*/ 0 w 28860"/>
                      <a:gd name="connsiteY0" fmla="*/ 85534 h 85534"/>
                      <a:gd name="connsiteX1" fmla="*/ 28861 w 28860"/>
                      <a:gd name="connsiteY1" fmla="*/ 0 h 85534"/>
                      <a:gd name="connsiteX2" fmla="*/ 20383 w 28860"/>
                      <a:gd name="connsiteY2" fmla="*/ 1905 h 85534"/>
                      <a:gd name="connsiteX3" fmla="*/ 7429 w 28860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85534">
                        <a:moveTo>
                          <a:pt x="0" y="85534"/>
                        </a:moveTo>
                        <a:lnTo>
                          <a:pt x="28861" y="0"/>
                        </a:lnTo>
                        <a:lnTo>
                          <a:pt x="20383" y="1905"/>
                        </a:lnTo>
                        <a:lnTo>
                          <a:pt x="7429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10" name="组合 409">
                  <a:extLst>
                    <a:ext uri="{FF2B5EF4-FFF2-40B4-BE49-F238E27FC236}">
                      <a16:creationId xmlns:a16="http://schemas.microsoft.com/office/drawing/2014/main" id="{06BBB26D-7156-3B01-BE51-974FCDFAD678}"/>
                    </a:ext>
                  </a:extLst>
                </p:cNvPr>
                <p:cNvGrpSpPr/>
                <p:nvPr/>
              </p:nvGrpSpPr>
              <p:grpSpPr>
                <a:xfrm rot="3802421">
                  <a:off x="8961046" y="5702812"/>
                  <a:ext cx="516558" cy="241494"/>
                  <a:chOff x="9016767" y="4979665"/>
                  <a:chExt cx="516558" cy="241494"/>
                </a:xfrm>
              </p:grpSpPr>
              <p:sp>
                <p:nvSpPr>
                  <p:cNvPr id="411" name="îśliḓè">
                    <a:extLst>
                      <a:ext uri="{FF2B5EF4-FFF2-40B4-BE49-F238E27FC236}">
                        <a16:creationId xmlns:a16="http://schemas.microsoft.com/office/drawing/2014/main" id="{83598698-76D0-8C72-0D25-757A9BFF409C}"/>
                      </a:ext>
                    </a:extLst>
                  </p:cNvPr>
                  <p:cNvSpPr/>
                  <p:nvPr/>
                </p:nvSpPr>
                <p:spPr>
                  <a:xfrm>
                    <a:off x="9016767" y="5067767"/>
                    <a:ext cx="370020" cy="153392"/>
                  </a:xfrm>
                  <a:custGeom>
                    <a:avLst/>
                    <a:gdLst>
                      <a:gd name="connsiteX0" fmla="*/ 276796 w 279671"/>
                      <a:gd name="connsiteY0" fmla="*/ 0 h 115937"/>
                      <a:gd name="connsiteX1" fmla="*/ 276987 w 279671"/>
                      <a:gd name="connsiteY1" fmla="*/ 857 h 115937"/>
                      <a:gd name="connsiteX2" fmla="*/ 214979 w 279671"/>
                      <a:gd name="connsiteY2" fmla="*/ 105251 h 115937"/>
                      <a:gd name="connsiteX3" fmla="*/ 200406 w 279671"/>
                      <a:gd name="connsiteY3" fmla="*/ 108966 h 115937"/>
                      <a:gd name="connsiteX4" fmla="*/ 0 w 279671"/>
                      <a:gd name="connsiteY4" fmla="*/ 68771 h 115937"/>
                      <a:gd name="connsiteX5" fmla="*/ 0 w 279671"/>
                      <a:gd name="connsiteY5" fmla="*/ 68771 h 115937"/>
                      <a:gd name="connsiteX6" fmla="*/ 276796 w 279671"/>
                      <a:gd name="connsiteY6" fmla="*/ 0 h 115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9671" h="115937">
                        <a:moveTo>
                          <a:pt x="276796" y="0"/>
                        </a:moveTo>
                        <a:lnTo>
                          <a:pt x="276987" y="857"/>
                        </a:lnTo>
                        <a:cubicBezTo>
                          <a:pt x="288703" y="46768"/>
                          <a:pt x="260985" y="93536"/>
                          <a:pt x="214979" y="105251"/>
                        </a:cubicBezTo>
                        <a:lnTo>
                          <a:pt x="200406" y="108966"/>
                        </a:lnTo>
                        <a:cubicBezTo>
                          <a:pt x="131540" y="126492"/>
                          <a:pt x="57721" y="110204"/>
                          <a:pt x="0" y="68771"/>
                        </a:cubicBezTo>
                        <a:lnTo>
                          <a:pt x="0" y="68771"/>
                        </a:lnTo>
                        <a:lnTo>
                          <a:pt x="276796" y="0"/>
                        </a:ln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" name="îśļíḓè">
                    <a:extLst>
                      <a:ext uri="{FF2B5EF4-FFF2-40B4-BE49-F238E27FC236}">
                        <a16:creationId xmlns:a16="http://schemas.microsoft.com/office/drawing/2014/main" id="{2D582AB7-2040-8340-EDC0-CE64EE87B923}"/>
                      </a:ext>
                    </a:extLst>
                  </p:cNvPr>
                  <p:cNvSpPr/>
                  <p:nvPr/>
                </p:nvSpPr>
                <p:spPr>
                  <a:xfrm>
                    <a:off x="9016767" y="4979665"/>
                    <a:ext cx="366971" cy="178963"/>
                  </a:xfrm>
                  <a:custGeom>
                    <a:avLst/>
                    <a:gdLst>
                      <a:gd name="connsiteX0" fmla="*/ 277368 w 277367"/>
                      <a:gd name="connsiteY0" fmla="*/ 66589 h 135264"/>
                      <a:gd name="connsiteX1" fmla="*/ 277178 w 277367"/>
                      <a:gd name="connsiteY1" fmla="*/ 65732 h 135264"/>
                      <a:gd name="connsiteX2" fmla="*/ 173546 w 277367"/>
                      <a:gd name="connsiteY2" fmla="*/ 2391 h 135264"/>
                      <a:gd name="connsiteX3" fmla="*/ 158972 w 277367"/>
                      <a:gd name="connsiteY3" fmla="*/ 5915 h 135264"/>
                      <a:gd name="connsiteX4" fmla="*/ 0 w 277367"/>
                      <a:gd name="connsiteY4" fmla="*/ 135265 h 135264"/>
                      <a:gd name="connsiteX5" fmla="*/ 0 w 277367"/>
                      <a:gd name="connsiteY5" fmla="*/ 135265 h 135264"/>
                      <a:gd name="connsiteX6" fmla="*/ 277368 w 277367"/>
                      <a:gd name="connsiteY6" fmla="*/ 66589 h 13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7367" h="135264">
                        <a:moveTo>
                          <a:pt x="277368" y="66589"/>
                        </a:moveTo>
                        <a:lnTo>
                          <a:pt x="277178" y="65732"/>
                        </a:lnTo>
                        <a:cubicBezTo>
                          <a:pt x="266033" y="19631"/>
                          <a:pt x="219646" y="-8658"/>
                          <a:pt x="173546" y="2391"/>
                        </a:cubicBezTo>
                        <a:lnTo>
                          <a:pt x="158972" y="5915"/>
                        </a:lnTo>
                        <a:cubicBezTo>
                          <a:pt x="89916" y="22584"/>
                          <a:pt x="31718" y="71638"/>
                          <a:pt x="0" y="135265"/>
                        </a:cubicBezTo>
                        <a:lnTo>
                          <a:pt x="0" y="135265"/>
                        </a:lnTo>
                        <a:lnTo>
                          <a:pt x="277368" y="66589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3" name="iṣḷidé">
                    <a:extLst>
                      <a:ext uri="{FF2B5EF4-FFF2-40B4-BE49-F238E27FC236}">
                        <a16:creationId xmlns:a16="http://schemas.microsoft.com/office/drawing/2014/main" id="{C4C09850-1521-D23D-8ADF-D196F823A271}"/>
                      </a:ext>
                    </a:extLst>
                  </p:cNvPr>
                  <p:cNvSpPr/>
                  <p:nvPr/>
                </p:nvSpPr>
                <p:spPr>
                  <a:xfrm>
                    <a:off x="9074232" y="5031599"/>
                    <a:ext cx="459093" cy="112789"/>
                  </a:xfrm>
                  <a:custGeom>
                    <a:avLst/>
                    <a:gdLst>
                      <a:gd name="connsiteX0" fmla="*/ 338138 w 346995"/>
                      <a:gd name="connsiteY0" fmla="*/ 0 h 85248"/>
                      <a:gd name="connsiteX1" fmla="*/ 48387 w 346995"/>
                      <a:gd name="connsiteY1" fmla="*/ 73057 h 85248"/>
                      <a:gd name="connsiteX2" fmla="*/ 0 w 346995"/>
                      <a:gd name="connsiteY2" fmla="*/ 85249 h 85248"/>
                      <a:gd name="connsiteX3" fmla="*/ 346996 w 346995"/>
                      <a:gd name="connsiteY3" fmla="*/ 9906 h 85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6995" h="85248">
                        <a:moveTo>
                          <a:pt x="338138" y="0"/>
                        </a:moveTo>
                        <a:lnTo>
                          <a:pt x="48387" y="73057"/>
                        </a:lnTo>
                        <a:lnTo>
                          <a:pt x="0" y="85249"/>
                        </a:lnTo>
                        <a:lnTo>
                          <a:pt x="346996" y="9906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4" name="íś1ïde">
                    <a:extLst>
                      <a:ext uri="{FF2B5EF4-FFF2-40B4-BE49-F238E27FC236}">
                        <a16:creationId xmlns:a16="http://schemas.microsoft.com/office/drawing/2014/main" id="{EA7AE6F8-5352-A39D-FB94-16BE90F2A804}"/>
                      </a:ext>
                    </a:extLst>
                  </p:cNvPr>
                  <p:cNvSpPr/>
                  <p:nvPr/>
                </p:nvSpPr>
                <p:spPr>
                  <a:xfrm>
                    <a:off x="9111913" y="5069153"/>
                    <a:ext cx="54314" cy="56584"/>
                  </a:xfrm>
                  <a:custGeom>
                    <a:avLst/>
                    <a:gdLst>
                      <a:gd name="connsiteX0" fmla="*/ 0 w 41052"/>
                      <a:gd name="connsiteY0" fmla="*/ 0 h 42767"/>
                      <a:gd name="connsiteX1" fmla="*/ 41053 w 41052"/>
                      <a:gd name="connsiteY1" fmla="*/ 39338 h 42767"/>
                      <a:gd name="connsiteX2" fmla="*/ 36290 w 41052"/>
                      <a:gd name="connsiteY2" fmla="*/ 42767 h 427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1052" h="42767">
                        <a:moveTo>
                          <a:pt x="0" y="0"/>
                        </a:moveTo>
                        <a:lnTo>
                          <a:pt x="41053" y="39338"/>
                        </a:lnTo>
                        <a:lnTo>
                          <a:pt x="36290" y="42767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5" name="îślîḍe">
                    <a:extLst>
                      <a:ext uri="{FF2B5EF4-FFF2-40B4-BE49-F238E27FC236}">
                        <a16:creationId xmlns:a16="http://schemas.microsoft.com/office/drawing/2014/main" id="{A7535941-26B3-3A7C-FD23-D1DFADA6D86C}"/>
                      </a:ext>
                    </a:extLst>
                  </p:cNvPr>
                  <p:cNvSpPr/>
                  <p:nvPr/>
                </p:nvSpPr>
                <p:spPr>
                  <a:xfrm>
                    <a:off x="9190928" y="5020761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6" name="ïṧļîḑé">
                    <a:extLst>
                      <a:ext uri="{FF2B5EF4-FFF2-40B4-BE49-F238E27FC236}">
                        <a16:creationId xmlns:a16="http://schemas.microsoft.com/office/drawing/2014/main" id="{B82BE584-37CB-4FF1-4121-1D81130690B8}"/>
                      </a:ext>
                    </a:extLst>
                  </p:cNvPr>
                  <p:cNvSpPr/>
                  <p:nvPr/>
                </p:nvSpPr>
                <p:spPr>
                  <a:xfrm>
                    <a:off x="9262381" y="5001858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7" name="îşlïdè">
                    <a:extLst>
                      <a:ext uri="{FF2B5EF4-FFF2-40B4-BE49-F238E27FC236}">
                        <a16:creationId xmlns:a16="http://schemas.microsoft.com/office/drawing/2014/main" id="{D83C86DA-A567-64D8-9AAD-DC0544B3BF21}"/>
                      </a:ext>
                    </a:extLst>
                  </p:cNvPr>
                  <p:cNvSpPr/>
                  <p:nvPr/>
                </p:nvSpPr>
                <p:spPr>
                  <a:xfrm>
                    <a:off x="9149215" y="5121957"/>
                    <a:ext cx="28354" cy="75865"/>
                  </a:xfrm>
                  <a:custGeom>
                    <a:avLst/>
                    <a:gdLst>
                      <a:gd name="connsiteX0" fmla="*/ 0 w 21431"/>
                      <a:gd name="connsiteY0" fmla="*/ 55817 h 57340"/>
                      <a:gd name="connsiteX1" fmla="*/ 21431 w 21431"/>
                      <a:gd name="connsiteY1" fmla="*/ 0 h 57340"/>
                      <a:gd name="connsiteX2" fmla="*/ 12859 w 21431"/>
                      <a:gd name="connsiteY2" fmla="*/ 1905 h 57340"/>
                      <a:gd name="connsiteX3" fmla="*/ 0 w 21431"/>
                      <a:gd name="connsiteY3" fmla="*/ 57341 h 573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31" h="57340">
                        <a:moveTo>
                          <a:pt x="0" y="55817"/>
                        </a:moveTo>
                        <a:lnTo>
                          <a:pt x="21431" y="0"/>
                        </a:lnTo>
                        <a:lnTo>
                          <a:pt x="12859" y="1905"/>
                        </a:lnTo>
                        <a:lnTo>
                          <a:pt x="0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8" name="îs1iďe">
                    <a:extLst>
                      <a:ext uri="{FF2B5EF4-FFF2-40B4-BE49-F238E27FC236}">
                        <a16:creationId xmlns:a16="http://schemas.microsoft.com/office/drawing/2014/main" id="{1981E6B2-2142-BEF7-21A2-E35C4B36E62B}"/>
                      </a:ext>
                    </a:extLst>
                  </p:cNvPr>
                  <p:cNvSpPr/>
                  <p:nvPr/>
                </p:nvSpPr>
                <p:spPr>
                  <a:xfrm>
                    <a:off x="9238312" y="5099650"/>
                    <a:ext cx="38309" cy="113167"/>
                  </a:xfrm>
                  <a:custGeom>
                    <a:avLst/>
                    <a:gdLst>
                      <a:gd name="connsiteX0" fmla="*/ 0 w 28955"/>
                      <a:gd name="connsiteY0" fmla="*/ 85535 h 85534"/>
                      <a:gd name="connsiteX1" fmla="*/ 28956 w 28955"/>
                      <a:gd name="connsiteY1" fmla="*/ 0 h 85534"/>
                      <a:gd name="connsiteX2" fmla="*/ 20383 w 28955"/>
                      <a:gd name="connsiteY2" fmla="*/ 1905 h 85534"/>
                      <a:gd name="connsiteX3" fmla="*/ 7525 w 28955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55" h="85534">
                        <a:moveTo>
                          <a:pt x="0" y="85535"/>
                        </a:moveTo>
                        <a:lnTo>
                          <a:pt x="28956" y="0"/>
                        </a:lnTo>
                        <a:lnTo>
                          <a:pt x="20383" y="1905"/>
                        </a:lnTo>
                        <a:lnTo>
                          <a:pt x="7525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" name="iśľïḓê">
                    <a:extLst>
                      <a:ext uri="{FF2B5EF4-FFF2-40B4-BE49-F238E27FC236}">
                        <a16:creationId xmlns:a16="http://schemas.microsoft.com/office/drawing/2014/main" id="{69738F47-399C-D303-7EC1-845379127988}"/>
                      </a:ext>
                    </a:extLst>
                  </p:cNvPr>
                  <p:cNvSpPr/>
                  <p:nvPr/>
                </p:nvSpPr>
                <p:spPr>
                  <a:xfrm>
                    <a:off x="9303842" y="5081755"/>
                    <a:ext cx="38183" cy="113167"/>
                  </a:xfrm>
                  <a:custGeom>
                    <a:avLst/>
                    <a:gdLst>
                      <a:gd name="connsiteX0" fmla="*/ 0 w 28860"/>
                      <a:gd name="connsiteY0" fmla="*/ 85534 h 85534"/>
                      <a:gd name="connsiteX1" fmla="*/ 28861 w 28860"/>
                      <a:gd name="connsiteY1" fmla="*/ 0 h 85534"/>
                      <a:gd name="connsiteX2" fmla="*/ 20383 w 28860"/>
                      <a:gd name="connsiteY2" fmla="*/ 1905 h 85534"/>
                      <a:gd name="connsiteX3" fmla="*/ 7429 w 28860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85534">
                        <a:moveTo>
                          <a:pt x="0" y="85534"/>
                        </a:moveTo>
                        <a:lnTo>
                          <a:pt x="28861" y="0"/>
                        </a:lnTo>
                        <a:lnTo>
                          <a:pt x="20383" y="1905"/>
                        </a:lnTo>
                        <a:lnTo>
                          <a:pt x="7429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20" name="组合 419">
                  <a:extLst>
                    <a:ext uri="{FF2B5EF4-FFF2-40B4-BE49-F238E27FC236}">
                      <a16:creationId xmlns:a16="http://schemas.microsoft.com/office/drawing/2014/main" id="{4758FEF0-6A98-A134-1B78-1D168F540CB0}"/>
                    </a:ext>
                  </a:extLst>
                </p:cNvPr>
                <p:cNvGrpSpPr/>
                <p:nvPr/>
              </p:nvGrpSpPr>
              <p:grpSpPr>
                <a:xfrm rot="19368008">
                  <a:off x="8917884" y="6033313"/>
                  <a:ext cx="516558" cy="241494"/>
                  <a:chOff x="9016767" y="4979665"/>
                  <a:chExt cx="516558" cy="241494"/>
                </a:xfrm>
              </p:grpSpPr>
              <p:sp>
                <p:nvSpPr>
                  <p:cNvPr id="421" name="îśliḓè">
                    <a:extLst>
                      <a:ext uri="{FF2B5EF4-FFF2-40B4-BE49-F238E27FC236}">
                        <a16:creationId xmlns:a16="http://schemas.microsoft.com/office/drawing/2014/main" id="{40845B0C-840F-A358-85FA-8301409AD088}"/>
                      </a:ext>
                    </a:extLst>
                  </p:cNvPr>
                  <p:cNvSpPr/>
                  <p:nvPr/>
                </p:nvSpPr>
                <p:spPr>
                  <a:xfrm>
                    <a:off x="9016767" y="5067767"/>
                    <a:ext cx="370020" cy="153392"/>
                  </a:xfrm>
                  <a:custGeom>
                    <a:avLst/>
                    <a:gdLst>
                      <a:gd name="connsiteX0" fmla="*/ 276796 w 279671"/>
                      <a:gd name="connsiteY0" fmla="*/ 0 h 115937"/>
                      <a:gd name="connsiteX1" fmla="*/ 276987 w 279671"/>
                      <a:gd name="connsiteY1" fmla="*/ 857 h 115937"/>
                      <a:gd name="connsiteX2" fmla="*/ 214979 w 279671"/>
                      <a:gd name="connsiteY2" fmla="*/ 105251 h 115937"/>
                      <a:gd name="connsiteX3" fmla="*/ 200406 w 279671"/>
                      <a:gd name="connsiteY3" fmla="*/ 108966 h 115937"/>
                      <a:gd name="connsiteX4" fmla="*/ 0 w 279671"/>
                      <a:gd name="connsiteY4" fmla="*/ 68771 h 115937"/>
                      <a:gd name="connsiteX5" fmla="*/ 0 w 279671"/>
                      <a:gd name="connsiteY5" fmla="*/ 68771 h 115937"/>
                      <a:gd name="connsiteX6" fmla="*/ 276796 w 279671"/>
                      <a:gd name="connsiteY6" fmla="*/ 0 h 115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9671" h="115937">
                        <a:moveTo>
                          <a:pt x="276796" y="0"/>
                        </a:moveTo>
                        <a:lnTo>
                          <a:pt x="276987" y="857"/>
                        </a:lnTo>
                        <a:cubicBezTo>
                          <a:pt x="288703" y="46768"/>
                          <a:pt x="260985" y="93536"/>
                          <a:pt x="214979" y="105251"/>
                        </a:cubicBezTo>
                        <a:lnTo>
                          <a:pt x="200406" y="108966"/>
                        </a:lnTo>
                        <a:cubicBezTo>
                          <a:pt x="131540" y="126492"/>
                          <a:pt x="57721" y="110204"/>
                          <a:pt x="0" y="68771"/>
                        </a:cubicBezTo>
                        <a:lnTo>
                          <a:pt x="0" y="68771"/>
                        </a:lnTo>
                        <a:lnTo>
                          <a:pt x="276796" y="0"/>
                        </a:ln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" name="îśļíḓè">
                    <a:extLst>
                      <a:ext uri="{FF2B5EF4-FFF2-40B4-BE49-F238E27FC236}">
                        <a16:creationId xmlns:a16="http://schemas.microsoft.com/office/drawing/2014/main" id="{0460BF43-FAF4-CCE1-FF5C-C3DC1A760B8E}"/>
                      </a:ext>
                    </a:extLst>
                  </p:cNvPr>
                  <p:cNvSpPr/>
                  <p:nvPr/>
                </p:nvSpPr>
                <p:spPr>
                  <a:xfrm>
                    <a:off x="9016767" y="4979665"/>
                    <a:ext cx="366971" cy="178963"/>
                  </a:xfrm>
                  <a:custGeom>
                    <a:avLst/>
                    <a:gdLst>
                      <a:gd name="connsiteX0" fmla="*/ 277368 w 277367"/>
                      <a:gd name="connsiteY0" fmla="*/ 66589 h 135264"/>
                      <a:gd name="connsiteX1" fmla="*/ 277178 w 277367"/>
                      <a:gd name="connsiteY1" fmla="*/ 65732 h 135264"/>
                      <a:gd name="connsiteX2" fmla="*/ 173546 w 277367"/>
                      <a:gd name="connsiteY2" fmla="*/ 2391 h 135264"/>
                      <a:gd name="connsiteX3" fmla="*/ 158972 w 277367"/>
                      <a:gd name="connsiteY3" fmla="*/ 5915 h 135264"/>
                      <a:gd name="connsiteX4" fmla="*/ 0 w 277367"/>
                      <a:gd name="connsiteY4" fmla="*/ 135265 h 135264"/>
                      <a:gd name="connsiteX5" fmla="*/ 0 w 277367"/>
                      <a:gd name="connsiteY5" fmla="*/ 135265 h 135264"/>
                      <a:gd name="connsiteX6" fmla="*/ 277368 w 277367"/>
                      <a:gd name="connsiteY6" fmla="*/ 66589 h 13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7367" h="135264">
                        <a:moveTo>
                          <a:pt x="277368" y="66589"/>
                        </a:moveTo>
                        <a:lnTo>
                          <a:pt x="277178" y="65732"/>
                        </a:lnTo>
                        <a:cubicBezTo>
                          <a:pt x="266033" y="19631"/>
                          <a:pt x="219646" y="-8658"/>
                          <a:pt x="173546" y="2391"/>
                        </a:cubicBezTo>
                        <a:lnTo>
                          <a:pt x="158972" y="5915"/>
                        </a:lnTo>
                        <a:cubicBezTo>
                          <a:pt x="89916" y="22584"/>
                          <a:pt x="31718" y="71638"/>
                          <a:pt x="0" y="135265"/>
                        </a:cubicBezTo>
                        <a:lnTo>
                          <a:pt x="0" y="135265"/>
                        </a:lnTo>
                        <a:lnTo>
                          <a:pt x="277368" y="66589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3" name="iṣḷidé">
                    <a:extLst>
                      <a:ext uri="{FF2B5EF4-FFF2-40B4-BE49-F238E27FC236}">
                        <a16:creationId xmlns:a16="http://schemas.microsoft.com/office/drawing/2014/main" id="{29DA7D6E-D541-57EF-C837-17B1DE84E7AB}"/>
                      </a:ext>
                    </a:extLst>
                  </p:cNvPr>
                  <p:cNvSpPr/>
                  <p:nvPr/>
                </p:nvSpPr>
                <p:spPr>
                  <a:xfrm>
                    <a:off x="9074232" y="5031599"/>
                    <a:ext cx="459093" cy="112789"/>
                  </a:xfrm>
                  <a:custGeom>
                    <a:avLst/>
                    <a:gdLst>
                      <a:gd name="connsiteX0" fmla="*/ 338138 w 346995"/>
                      <a:gd name="connsiteY0" fmla="*/ 0 h 85248"/>
                      <a:gd name="connsiteX1" fmla="*/ 48387 w 346995"/>
                      <a:gd name="connsiteY1" fmla="*/ 73057 h 85248"/>
                      <a:gd name="connsiteX2" fmla="*/ 0 w 346995"/>
                      <a:gd name="connsiteY2" fmla="*/ 85249 h 85248"/>
                      <a:gd name="connsiteX3" fmla="*/ 346996 w 346995"/>
                      <a:gd name="connsiteY3" fmla="*/ 9906 h 85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6995" h="85248">
                        <a:moveTo>
                          <a:pt x="338138" y="0"/>
                        </a:moveTo>
                        <a:lnTo>
                          <a:pt x="48387" y="73057"/>
                        </a:lnTo>
                        <a:lnTo>
                          <a:pt x="0" y="85249"/>
                        </a:lnTo>
                        <a:lnTo>
                          <a:pt x="346996" y="9906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4" name="íś1ïde">
                    <a:extLst>
                      <a:ext uri="{FF2B5EF4-FFF2-40B4-BE49-F238E27FC236}">
                        <a16:creationId xmlns:a16="http://schemas.microsoft.com/office/drawing/2014/main" id="{FD0AC373-C780-9040-33B9-7B009C427313}"/>
                      </a:ext>
                    </a:extLst>
                  </p:cNvPr>
                  <p:cNvSpPr/>
                  <p:nvPr/>
                </p:nvSpPr>
                <p:spPr>
                  <a:xfrm>
                    <a:off x="9111913" y="5069153"/>
                    <a:ext cx="54314" cy="56584"/>
                  </a:xfrm>
                  <a:custGeom>
                    <a:avLst/>
                    <a:gdLst>
                      <a:gd name="connsiteX0" fmla="*/ 0 w 41052"/>
                      <a:gd name="connsiteY0" fmla="*/ 0 h 42767"/>
                      <a:gd name="connsiteX1" fmla="*/ 41053 w 41052"/>
                      <a:gd name="connsiteY1" fmla="*/ 39338 h 42767"/>
                      <a:gd name="connsiteX2" fmla="*/ 36290 w 41052"/>
                      <a:gd name="connsiteY2" fmla="*/ 42767 h 427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1052" h="42767">
                        <a:moveTo>
                          <a:pt x="0" y="0"/>
                        </a:moveTo>
                        <a:lnTo>
                          <a:pt x="41053" y="39338"/>
                        </a:lnTo>
                        <a:lnTo>
                          <a:pt x="36290" y="42767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5" name="îślîḍe">
                    <a:extLst>
                      <a:ext uri="{FF2B5EF4-FFF2-40B4-BE49-F238E27FC236}">
                        <a16:creationId xmlns:a16="http://schemas.microsoft.com/office/drawing/2014/main" id="{DD934A14-8731-ADF1-CAC6-F84F30AE92AA}"/>
                      </a:ext>
                    </a:extLst>
                  </p:cNvPr>
                  <p:cNvSpPr/>
                  <p:nvPr/>
                </p:nvSpPr>
                <p:spPr>
                  <a:xfrm>
                    <a:off x="9190928" y="5020761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6" name="ïṧļîḑé">
                    <a:extLst>
                      <a:ext uri="{FF2B5EF4-FFF2-40B4-BE49-F238E27FC236}">
                        <a16:creationId xmlns:a16="http://schemas.microsoft.com/office/drawing/2014/main" id="{3AD561FD-0F8D-92C4-D5A1-83C37BF29559}"/>
                      </a:ext>
                    </a:extLst>
                  </p:cNvPr>
                  <p:cNvSpPr/>
                  <p:nvPr/>
                </p:nvSpPr>
                <p:spPr>
                  <a:xfrm>
                    <a:off x="9262381" y="5001858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7" name="îşlïdè">
                    <a:extLst>
                      <a:ext uri="{FF2B5EF4-FFF2-40B4-BE49-F238E27FC236}">
                        <a16:creationId xmlns:a16="http://schemas.microsoft.com/office/drawing/2014/main" id="{26FD99AA-E78B-75D9-4638-12156FD8C71A}"/>
                      </a:ext>
                    </a:extLst>
                  </p:cNvPr>
                  <p:cNvSpPr/>
                  <p:nvPr/>
                </p:nvSpPr>
                <p:spPr>
                  <a:xfrm>
                    <a:off x="9149215" y="5121957"/>
                    <a:ext cx="28354" cy="75865"/>
                  </a:xfrm>
                  <a:custGeom>
                    <a:avLst/>
                    <a:gdLst>
                      <a:gd name="connsiteX0" fmla="*/ 0 w 21431"/>
                      <a:gd name="connsiteY0" fmla="*/ 55817 h 57340"/>
                      <a:gd name="connsiteX1" fmla="*/ 21431 w 21431"/>
                      <a:gd name="connsiteY1" fmla="*/ 0 h 57340"/>
                      <a:gd name="connsiteX2" fmla="*/ 12859 w 21431"/>
                      <a:gd name="connsiteY2" fmla="*/ 1905 h 57340"/>
                      <a:gd name="connsiteX3" fmla="*/ 0 w 21431"/>
                      <a:gd name="connsiteY3" fmla="*/ 57341 h 573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31" h="57340">
                        <a:moveTo>
                          <a:pt x="0" y="55817"/>
                        </a:moveTo>
                        <a:lnTo>
                          <a:pt x="21431" y="0"/>
                        </a:lnTo>
                        <a:lnTo>
                          <a:pt x="12859" y="1905"/>
                        </a:lnTo>
                        <a:lnTo>
                          <a:pt x="0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8" name="îs1iďe">
                    <a:extLst>
                      <a:ext uri="{FF2B5EF4-FFF2-40B4-BE49-F238E27FC236}">
                        <a16:creationId xmlns:a16="http://schemas.microsoft.com/office/drawing/2014/main" id="{94539720-C70A-BC0E-3CB8-D9393F0046AF}"/>
                      </a:ext>
                    </a:extLst>
                  </p:cNvPr>
                  <p:cNvSpPr/>
                  <p:nvPr/>
                </p:nvSpPr>
                <p:spPr>
                  <a:xfrm>
                    <a:off x="9238312" y="5099650"/>
                    <a:ext cx="38309" cy="113167"/>
                  </a:xfrm>
                  <a:custGeom>
                    <a:avLst/>
                    <a:gdLst>
                      <a:gd name="connsiteX0" fmla="*/ 0 w 28955"/>
                      <a:gd name="connsiteY0" fmla="*/ 85535 h 85534"/>
                      <a:gd name="connsiteX1" fmla="*/ 28956 w 28955"/>
                      <a:gd name="connsiteY1" fmla="*/ 0 h 85534"/>
                      <a:gd name="connsiteX2" fmla="*/ 20383 w 28955"/>
                      <a:gd name="connsiteY2" fmla="*/ 1905 h 85534"/>
                      <a:gd name="connsiteX3" fmla="*/ 7525 w 28955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55" h="85534">
                        <a:moveTo>
                          <a:pt x="0" y="85535"/>
                        </a:moveTo>
                        <a:lnTo>
                          <a:pt x="28956" y="0"/>
                        </a:lnTo>
                        <a:lnTo>
                          <a:pt x="20383" y="1905"/>
                        </a:lnTo>
                        <a:lnTo>
                          <a:pt x="7525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9" name="iśľïḓê">
                    <a:extLst>
                      <a:ext uri="{FF2B5EF4-FFF2-40B4-BE49-F238E27FC236}">
                        <a16:creationId xmlns:a16="http://schemas.microsoft.com/office/drawing/2014/main" id="{C1EA30A9-C56C-0596-AF83-D2547260CA05}"/>
                      </a:ext>
                    </a:extLst>
                  </p:cNvPr>
                  <p:cNvSpPr/>
                  <p:nvPr/>
                </p:nvSpPr>
                <p:spPr>
                  <a:xfrm>
                    <a:off x="9303842" y="5081755"/>
                    <a:ext cx="38183" cy="113167"/>
                  </a:xfrm>
                  <a:custGeom>
                    <a:avLst/>
                    <a:gdLst>
                      <a:gd name="connsiteX0" fmla="*/ 0 w 28860"/>
                      <a:gd name="connsiteY0" fmla="*/ 85534 h 85534"/>
                      <a:gd name="connsiteX1" fmla="*/ 28861 w 28860"/>
                      <a:gd name="connsiteY1" fmla="*/ 0 h 85534"/>
                      <a:gd name="connsiteX2" fmla="*/ 20383 w 28860"/>
                      <a:gd name="connsiteY2" fmla="*/ 1905 h 85534"/>
                      <a:gd name="connsiteX3" fmla="*/ 7429 w 28860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85534">
                        <a:moveTo>
                          <a:pt x="0" y="85534"/>
                        </a:moveTo>
                        <a:lnTo>
                          <a:pt x="28861" y="0"/>
                        </a:lnTo>
                        <a:lnTo>
                          <a:pt x="20383" y="1905"/>
                        </a:lnTo>
                        <a:lnTo>
                          <a:pt x="7429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0" name="组合 429">
                  <a:extLst>
                    <a:ext uri="{FF2B5EF4-FFF2-40B4-BE49-F238E27FC236}">
                      <a16:creationId xmlns:a16="http://schemas.microsoft.com/office/drawing/2014/main" id="{F1FA5E57-857C-CCA2-7658-2F26D34473F8}"/>
                    </a:ext>
                  </a:extLst>
                </p:cNvPr>
                <p:cNvGrpSpPr/>
                <p:nvPr/>
              </p:nvGrpSpPr>
              <p:grpSpPr>
                <a:xfrm rot="2047880">
                  <a:off x="8726932" y="5723702"/>
                  <a:ext cx="516558" cy="241494"/>
                  <a:chOff x="9016767" y="4979665"/>
                  <a:chExt cx="516558" cy="241494"/>
                </a:xfrm>
              </p:grpSpPr>
              <p:sp>
                <p:nvSpPr>
                  <p:cNvPr id="431" name="îśliḓè">
                    <a:extLst>
                      <a:ext uri="{FF2B5EF4-FFF2-40B4-BE49-F238E27FC236}">
                        <a16:creationId xmlns:a16="http://schemas.microsoft.com/office/drawing/2014/main" id="{A72D4570-611C-3983-AFDC-463906632752}"/>
                      </a:ext>
                    </a:extLst>
                  </p:cNvPr>
                  <p:cNvSpPr/>
                  <p:nvPr/>
                </p:nvSpPr>
                <p:spPr>
                  <a:xfrm>
                    <a:off x="9016767" y="5067767"/>
                    <a:ext cx="370020" cy="153392"/>
                  </a:xfrm>
                  <a:custGeom>
                    <a:avLst/>
                    <a:gdLst>
                      <a:gd name="connsiteX0" fmla="*/ 276796 w 279671"/>
                      <a:gd name="connsiteY0" fmla="*/ 0 h 115937"/>
                      <a:gd name="connsiteX1" fmla="*/ 276987 w 279671"/>
                      <a:gd name="connsiteY1" fmla="*/ 857 h 115937"/>
                      <a:gd name="connsiteX2" fmla="*/ 214979 w 279671"/>
                      <a:gd name="connsiteY2" fmla="*/ 105251 h 115937"/>
                      <a:gd name="connsiteX3" fmla="*/ 200406 w 279671"/>
                      <a:gd name="connsiteY3" fmla="*/ 108966 h 115937"/>
                      <a:gd name="connsiteX4" fmla="*/ 0 w 279671"/>
                      <a:gd name="connsiteY4" fmla="*/ 68771 h 115937"/>
                      <a:gd name="connsiteX5" fmla="*/ 0 w 279671"/>
                      <a:gd name="connsiteY5" fmla="*/ 68771 h 115937"/>
                      <a:gd name="connsiteX6" fmla="*/ 276796 w 279671"/>
                      <a:gd name="connsiteY6" fmla="*/ 0 h 115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9671" h="115937">
                        <a:moveTo>
                          <a:pt x="276796" y="0"/>
                        </a:moveTo>
                        <a:lnTo>
                          <a:pt x="276987" y="857"/>
                        </a:lnTo>
                        <a:cubicBezTo>
                          <a:pt x="288703" y="46768"/>
                          <a:pt x="260985" y="93536"/>
                          <a:pt x="214979" y="105251"/>
                        </a:cubicBezTo>
                        <a:lnTo>
                          <a:pt x="200406" y="108966"/>
                        </a:lnTo>
                        <a:cubicBezTo>
                          <a:pt x="131540" y="126492"/>
                          <a:pt x="57721" y="110204"/>
                          <a:pt x="0" y="68771"/>
                        </a:cubicBezTo>
                        <a:lnTo>
                          <a:pt x="0" y="68771"/>
                        </a:lnTo>
                        <a:lnTo>
                          <a:pt x="276796" y="0"/>
                        </a:ln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2" name="îśļíḓè">
                    <a:extLst>
                      <a:ext uri="{FF2B5EF4-FFF2-40B4-BE49-F238E27FC236}">
                        <a16:creationId xmlns:a16="http://schemas.microsoft.com/office/drawing/2014/main" id="{7381ACDA-36A5-AC6B-61A5-7CCFD5A41789}"/>
                      </a:ext>
                    </a:extLst>
                  </p:cNvPr>
                  <p:cNvSpPr/>
                  <p:nvPr/>
                </p:nvSpPr>
                <p:spPr>
                  <a:xfrm>
                    <a:off x="9016767" y="4979665"/>
                    <a:ext cx="366971" cy="178963"/>
                  </a:xfrm>
                  <a:custGeom>
                    <a:avLst/>
                    <a:gdLst>
                      <a:gd name="connsiteX0" fmla="*/ 277368 w 277367"/>
                      <a:gd name="connsiteY0" fmla="*/ 66589 h 135264"/>
                      <a:gd name="connsiteX1" fmla="*/ 277178 w 277367"/>
                      <a:gd name="connsiteY1" fmla="*/ 65732 h 135264"/>
                      <a:gd name="connsiteX2" fmla="*/ 173546 w 277367"/>
                      <a:gd name="connsiteY2" fmla="*/ 2391 h 135264"/>
                      <a:gd name="connsiteX3" fmla="*/ 158972 w 277367"/>
                      <a:gd name="connsiteY3" fmla="*/ 5915 h 135264"/>
                      <a:gd name="connsiteX4" fmla="*/ 0 w 277367"/>
                      <a:gd name="connsiteY4" fmla="*/ 135265 h 135264"/>
                      <a:gd name="connsiteX5" fmla="*/ 0 w 277367"/>
                      <a:gd name="connsiteY5" fmla="*/ 135265 h 135264"/>
                      <a:gd name="connsiteX6" fmla="*/ 277368 w 277367"/>
                      <a:gd name="connsiteY6" fmla="*/ 66589 h 13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7367" h="135264">
                        <a:moveTo>
                          <a:pt x="277368" y="66589"/>
                        </a:moveTo>
                        <a:lnTo>
                          <a:pt x="277178" y="65732"/>
                        </a:lnTo>
                        <a:cubicBezTo>
                          <a:pt x="266033" y="19631"/>
                          <a:pt x="219646" y="-8658"/>
                          <a:pt x="173546" y="2391"/>
                        </a:cubicBezTo>
                        <a:lnTo>
                          <a:pt x="158972" y="5915"/>
                        </a:lnTo>
                        <a:cubicBezTo>
                          <a:pt x="89916" y="22584"/>
                          <a:pt x="31718" y="71638"/>
                          <a:pt x="0" y="135265"/>
                        </a:cubicBezTo>
                        <a:lnTo>
                          <a:pt x="0" y="135265"/>
                        </a:lnTo>
                        <a:lnTo>
                          <a:pt x="277368" y="66589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3" name="iṣḷidé">
                    <a:extLst>
                      <a:ext uri="{FF2B5EF4-FFF2-40B4-BE49-F238E27FC236}">
                        <a16:creationId xmlns:a16="http://schemas.microsoft.com/office/drawing/2014/main" id="{388B5EC5-6D8B-AB5C-3900-D345932A8D7F}"/>
                      </a:ext>
                    </a:extLst>
                  </p:cNvPr>
                  <p:cNvSpPr/>
                  <p:nvPr/>
                </p:nvSpPr>
                <p:spPr>
                  <a:xfrm>
                    <a:off x="9074232" y="5031599"/>
                    <a:ext cx="459093" cy="112789"/>
                  </a:xfrm>
                  <a:custGeom>
                    <a:avLst/>
                    <a:gdLst>
                      <a:gd name="connsiteX0" fmla="*/ 338138 w 346995"/>
                      <a:gd name="connsiteY0" fmla="*/ 0 h 85248"/>
                      <a:gd name="connsiteX1" fmla="*/ 48387 w 346995"/>
                      <a:gd name="connsiteY1" fmla="*/ 73057 h 85248"/>
                      <a:gd name="connsiteX2" fmla="*/ 0 w 346995"/>
                      <a:gd name="connsiteY2" fmla="*/ 85249 h 85248"/>
                      <a:gd name="connsiteX3" fmla="*/ 346996 w 346995"/>
                      <a:gd name="connsiteY3" fmla="*/ 9906 h 85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6995" h="85248">
                        <a:moveTo>
                          <a:pt x="338138" y="0"/>
                        </a:moveTo>
                        <a:lnTo>
                          <a:pt x="48387" y="73057"/>
                        </a:lnTo>
                        <a:lnTo>
                          <a:pt x="0" y="85249"/>
                        </a:lnTo>
                        <a:lnTo>
                          <a:pt x="346996" y="9906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4" name="íś1ïde">
                    <a:extLst>
                      <a:ext uri="{FF2B5EF4-FFF2-40B4-BE49-F238E27FC236}">
                        <a16:creationId xmlns:a16="http://schemas.microsoft.com/office/drawing/2014/main" id="{5E25CDD5-0C6C-D731-D1E8-027700722C1E}"/>
                      </a:ext>
                    </a:extLst>
                  </p:cNvPr>
                  <p:cNvSpPr/>
                  <p:nvPr/>
                </p:nvSpPr>
                <p:spPr>
                  <a:xfrm>
                    <a:off x="9111913" y="5069153"/>
                    <a:ext cx="54314" cy="56584"/>
                  </a:xfrm>
                  <a:custGeom>
                    <a:avLst/>
                    <a:gdLst>
                      <a:gd name="connsiteX0" fmla="*/ 0 w 41052"/>
                      <a:gd name="connsiteY0" fmla="*/ 0 h 42767"/>
                      <a:gd name="connsiteX1" fmla="*/ 41053 w 41052"/>
                      <a:gd name="connsiteY1" fmla="*/ 39338 h 42767"/>
                      <a:gd name="connsiteX2" fmla="*/ 36290 w 41052"/>
                      <a:gd name="connsiteY2" fmla="*/ 42767 h 427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1052" h="42767">
                        <a:moveTo>
                          <a:pt x="0" y="0"/>
                        </a:moveTo>
                        <a:lnTo>
                          <a:pt x="41053" y="39338"/>
                        </a:lnTo>
                        <a:lnTo>
                          <a:pt x="36290" y="42767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5" name="îślîḍe">
                    <a:extLst>
                      <a:ext uri="{FF2B5EF4-FFF2-40B4-BE49-F238E27FC236}">
                        <a16:creationId xmlns:a16="http://schemas.microsoft.com/office/drawing/2014/main" id="{982DF32A-5AAD-33CC-C19D-AEE0615A3696}"/>
                      </a:ext>
                    </a:extLst>
                  </p:cNvPr>
                  <p:cNvSpPr/>
                  <p:nvPr/>
                </p:nvSpPr>
                <p:spPr>
                  <a:xfrm>
                    <a:off x="9190928" y="5020761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6" name="ïṧļîḑé">
                    <a:extLst>
                      <a:ext uri="{FF2B5EF4-FFF2-40B4-BE49-F238E27FC236}">
                        <a16:creationId xmlns:a16="http://schemas.microsoft.com/office/drawing/2014/main" id="{E437149B-4162-CE1F-6468-B2467E95ABC0}"/>
                      </a:ext>
                    </a:extLst>
                  </p:cNvPr>
                  <p:cNvSpPr/>
                  <p:nvPr/>
                </p:nvSpPr>
                <p:spPr>
                  <a:xfrm>
                    <a:off x="9262381" y="5001858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7" name="îşlïdè">
                    <a:extLst>
                      <a:ext uri="{FF2B5EF4-FFF2-40B4-BE49-F238E27FC236}">
                        <a16:creationId xmlns:a16="http://schemas.microsoft.com/office/drawing/2014/main" id="{56D632F9-BA79-48A2-A5D0-FCA585AE412E}"/>
                      </a:ext>
                    </a:extLst>
                  </p:cNvPr>
                  <p:cNvSpPr/>
                  <p:nvPr/>
                </p:nvSpPr>
                <p:spPr>
                  <a:xfrm>
                    <a:off x="9149215" y="5121957"/>
                    <a:ext cx="28354" cy="75865"/>
                  </a:xfrm>
                  <a:custGeom>
                    <a:avLst/>
                    <a:gdLst>
                      <a:gd name="connsiteX0" fmla="*/ 0 w 21431"/>
                      <a:gd name="connsiteY0" fmla="*/ 55817 h 57340"/>
                      <a:gd name="connsiteX1" fmla="*/ 21431 w 21431"/>
                      <a:gd name="connsiteY1" fmla="*/ 0 h 57340"/>
                      <a:gd name="connsiteX2" fmla="*/ 12859 w 21431"/>
                      <a:gd name="connsiteY2" fmla="*/ 1905 h 57340"/>
                      <a:gd name="connsiteX3" fmla="*/ 0 w 21431"/>
                      <a:gd name="connsiteY3" fmla="*/ 57341 h 573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31" h="57340">
                        <a:moveTo>
                          <a:pt x="0" y="55817"/>
                        </a:moveTo>
                        <a:lnTo>
                          <a:pt x="21431" y="0"/>
                        </a:lnTo>
                        <a:lnTo>
                          <a:pt x="12859" y="1905"/>
                        </a:lnTo>
                        <a:lnTo>
                          <a:pt x="0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8" name="îs1iďe">
                    <a:extLst>
                      <a:ext uri="{FF2B5EF4-FFF2-40B4-BE49-F238E27FC236}">
                        <a16:creationId xmlns:a16="http://schemas.microsoft.com/office/drawing/2014/main" id="{E5AB4446-9BA5-5C58-762C-AA9FCC22EA36}"/>
                      </a:ext>
                    </a:extLst>
                  </p:cNvPr>
                  <p:cNvSpPr/>
                  <p:nvPr/>
                </p:nvSpPr>
                <p:spPr>
                  <a:xfrm>
                    <a:off x="9238312" y="5099650"/>
                    <a:ext cx="38309" cy="113167"/>
                  </a:xfrm>
                  <a:custGeom>
                    <a:avLst/>
                    <a:gdLst>
                      <a:gd name="connsiteX0" fmla="*/ 0 w 28955"/>
                      <a:gd name="connsiteY0" fmla="*/ 85535 h 85534"/>
                      <a:gd name="connsiteX1" fmla="*/ 28956 w 28955"/>
                      <a:gd name="connsiteY1" fmla="*/ 0 h 85534"/>
                      <a:gd name="connsiteX2" fmla="*/ 20383 w 28955"/>
                      <a:gd name="connsiteY2" fmla="*/ 1905 h 85534"/>
                      <a:gd name="connsiteX3" fmla="*/ 7525 w 28955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55" h="85534">
                        <a:moveTo>
                          <a:pt x="0" y="85535"/>
                        </a:moveTo>
                        <a:lnTo>
                          <a:pt x="28956" y="0"/>
                        </a:lnTo>
                        <a:lnTo>
                          <a:pt x="20383" y="1905"/>
                        </a:lnTo>
                        <a:lnTo>
                          <a:pt x="7525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9" name="iśľïḓê">
                    <a:extLst>
                      <a:ext uri="{FF2B5EF4-FFF2-40B4-BE49-F238E27FC236}">
                        <a16:creationId xmlns:a16="http://schemas.microsoft.com/office/drawing/2014/main" id="{F117C676-04AD-CCC0-F6FA-63A623019635}"/>
                      </a:ext>
                    </a:extLst>
                  </p:cNvPr>
                  <p:cNvSpPr/>
                  <p:nvPr/>
                </p:nvSpPr>
                <p:spPr>
                  <a:xfrm>
                    <a:off x="9303842" y="5081755"/>
                    <a:ext cx="38183" cy="113167"/>
                  </a:xfrm>
                  <a:custGeom>
                    <a:avLst/>
                    <a:gdLst>
                      <a:gd name="connsiteX0" fmla="*/ 0 w 28860"/>
                      <a:gd name="connsiteY0" fmla="*/ 85534 h 85534"/>
                      <a:gd name="connsiteX1" fmla="*/ 28861 w 28860"/>
                      <a:gd name="connsiteY1" fmla="*/ 0 h 85534"/>
                      <a:gd name="connsiteX2" fmla="*/ 20383 w 28860"/>
                      <a:gd name="connsiteY2" fmla="*/ 1905 h 85534"/>
                      <a:gd name="connsiteX3" fmla="*/ 7429 w 28860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85534">
                        <a:moveTo>
                          <a:pt x="0" y="85534"/>
                        </a:moveTo>
                        <a:lnTo>
                          <a:pt x="28861" y="0"/>
                        </a:lnTo>
                        <a:lnTo>
                          <a:pt x="20383" y="1905"/>
                        </a:lnTo>
                        <a:lnTo>
                          <a:pt x="7429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40" name="组合 439">
                  <a:extLst>
                    <a:ext uri="{FF2B5EF4-FFF2-40B4-BE49-F238E27FC236}">
                      <a16:creationId xmlns:a16="http://schemas.microsoft.com/office/drawing/2014/main" id="{67961CBC-329C-B1DB-937C-0B008BA631F3}"/>
                    </a:ext>
                  </a:extLst>
                </p:cNvPr>
                <p:cNvGrpSpPr/>
                <p:nvPr/>
              </p:nvGrpSpPr>
              <p:grpSpPr>
                <a:xfrm rot="14836211">
                  <a:off x="9132534" y="6071376"/>
                  <a:ext cx="516558" cy="241494"/>
                  <a:chOff x="9016767" y="4979665"/>
                  <a:chExt cx="516558" cy="241494"/>
                </a:xfrm>
              </p:grpSpPr>
              <p:sp>
                <p:nvSpPr>
                  <p:cNvPr id="441" name="îśliḓè">
                    <a:extLst>
                      <a:ext uri="{FF2B5EF4-FFF2-40B4-BE49-F238E27FC236}">
                        <a16:creationId xmlns:a16="http://schemas.microsoft.com/office/drawing/2014/main" id="{77D74464-2886-E231-257C-13DB3E8F9043}"/>
                      </a:ext>
                    </a:extLst>
                  </p:cNvPr>
                  <p:cNvSpPr/>
                  <p:nvPr/>
                </p:nvSpPr>
                <p:spPr>
                  <a:xfrm>
                    <a:off x="9016767" y="5067767"/>
                    <a:ext cx="370020" cy="153392"/>
                  </a:xfrm>
                  <a:custGeom>
                    <a:avLst/>
                    <a:gdLst>
                      <a:gd name="connsiteX0" fmla="*/ 276796 w 279671"/>
                      <a:gd name="connsiteY0" fmla="*/ 0 h 115937"/>
                      <a:gd name="connsiteX1" fmla="*/ 276987 w 279671"/>
                      <a:gd name="connsiteY1" fmla="*/ 857 h 115937"/>
                      <a:gd name="connsiteX2" fmla="*/ 214979 w 279671"/>
                      <a:gd name="connsiteY2" fmla="*/ 105251 h 115937"/>
                      <a:gd name="connsiteX3" fmla="*/ 200406 w 279671"/>
                      <a:gd name="connsiteY3" fmla="*/ 108966 h 115937"/>
                      <a:gd name="connsiteX4" fmla="*/ 0 w 279671"/>
                      <a:gd name="connsiteY4" fmla="*/ 68771 h 115937"/>
                      <a:gd name="connsiteX5" fmla="*/ 0 w 279671"/>
                      <a:gd name="connsiteY5" fmla="*/ 68771 h 115937"/>
                      <a:gd name="connsiteX6" fmla="*/ 276796 w 279671"/>
                      <a:gd name="connsiteY6" fmla="*/ 0 h 115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9671" h="115937">
                        <a:moveTo>
                          <a:pt x="276796" y="0"/>
                        </a:moveTo>
                        <a:lnTo>
                          <a:pt x="276987" y="857"/>
                        </a:lnTo>
                        <a:cubicBezTo>
                          <a:pt x="288703" y="46768"/>
                          <a:pt x="260985" y="93536"/>
                          <a:pt x="214979" y="105251"/>
                        </a:cubicBezTo>
                        <a:lnTo>
                          <a:pt x="200406" y="108966"/>
                        </a:lnTo>
                        <a:cubicBezTo>
                          <a:pt x="131540" y="126492"/>
                          <a:pt x="57721" y="110204"/>
                          <a:pt x="0" y="68771"/>
                        </a:cubicBezTo>
                        <a:lnTo>
                          <a:pt x="0" y="68771"/>
                        </a:lnTo>
                        <a:lnTo>
                          <a:pt x="276796" y="0"/>
                        </a:ln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2" name="îśļíḓè">
                    <a:extLst>
                      <a:ext uri="{FF2B5EF4-FFF2-40B4-BE49-F238E27FC236}">
                        <a16:creationId xmlns:a16="http://schemas.microsoft.com/office/drawing/2014/main" id="{7A59D319-B050-759A-C0BC-F9877F37B518}"/>
                      </a:ext>
                    </a:extLst>
                  </p:cNvPr>
                  <p:cNvSpPr/>
                  <p:nvPr/>
                </p:nvSpPr>
                <p:spPr>
                  <a:xfrm>
                    <a:off x="9016767" y="4979665"/>
                    <a:ext cx="366971" cy="178963"/>
                  </a:xfrm>
                  <a:custGeom>
                    <a:avLst/>
                    <a:gdLst>
                      <a:gd name="connsiteX0" fmla="*/ 277368 w 277367"/>
                      <a:gd name="connsiteY0" fmla="*/ 66589 h 135264"/>
                      <a:gd name="connsiteX1" fmla="*/ 277178 w 277367"/>
                      <a:gd name="connsiteY1" fmla="*/ 65732 h 135264"/>
                      <a:gd name="connsiteX2" fmla="*/ 173546 w 277367"/>
                      <a:gd name="connsiteY2" fmla="*/ 2391 h 135264"/>
                      <a:gd name="connsiteX3" fmla="*/ 158972 w 277367"/>
                      <a:gd name="connsiteY3" fmla="*/ 5915 h 135264"/>
                      <a:gd name="connsiteX4" fmla="*/ 0 w 277367"/>
                      <a:gd name="connsiteY4" fmla="*/ 135265 h 135264"/>
                      <a:gd name="connsiteX5" fmla="*/ 0 w 277367"/>
                      <a:gd name="connsiteY5" fmla="*/ 135265 h 135264"/>
                      <a:gd name="connsiteX6" fmla="*/ 277368 w 277367"/>
                      <a:gd name="connsiteY6" fmla="*/ 66589 h 13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7367" h="135264">
                        <a:moveTo>
                          <a:pt x="277368" y="66589"/>
                        </a:moveTo>
                        <a:lnTo>
                          <a:pt x="277178" y="65732"/>
                        </a:lnTo>
                        <a:cubicBezTo>
                          <a:pt x="266033" y="19631"/>
                          <a:pt x="219646" y="-8658"/>
                          <a:pt x="173546" y="2391"/>
                        </a:cubicBezTo>
                        <a:lnTo>
                          <a:pt x="158972" y="5915"/>
                        </a:lnTo>
                        <a:cubicBezTo>
                          <a:pt x="89916" y="22584"/>
                          <a:pt x="31718" y="71638"/>
                          <a:pt x="0" y="135265"/>
                        </a:cubicBezTo>
                        <a:lnTo>
                          <a:pt x="0" y="135265"/>
                        </a:lnTo>
                        <a:lnTo>
                          <a:pt x="277368" y="66589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3" name="iṣḷidé">
                    <a:extLst>
                      <a:ext uri="{FF2B5EF4-FFF2-40B4-BE49-F238E27FC236}">
                        <a16:creationId xmlns:a16="http://schemas.microsoft.com/office/drawing/2014/main" id="{08A338CC-EF2B-9496-9A00-E53FF850E5DF}"/>
                      </a:ext>
                    </a:extLst>
                  </p:cNvPr>
                  <p:cNvSpPr/>
                  <p:nvPr/>
                </p:nvSpPr>
                <p:spPr>
                  <a:xfrm>
                    <a:off x="9074232" y="5031599"/>
                    <a:ext cx="459093" cy="112789"/>
                  </a:xfrm>
                  <a:custGeom>
                    <a:avLst/>
                    <a:gdLst>
                      <a:gd name="connsiteX0" fmla="*/ 338138 w 346995"/>
                      <a:gd name="connsiteY0" fmla="*/ 0 h 85248"/>
                      <a:gd name="connsiteX1" fmla="*/ 48387 w 346995"/>
                      <a:gd name="connsiteY1" fmla="*/ 73057 h 85248"/>
                      <a:gd name="connsiteX2" fmla="*/ 0 w 346995"/>
                      <a:gd name="connsiteY2" fmla="*/ 85249 h 85248"/>
                      <a:gd name="connsiteX3" fmla="*/ 346996 w 346995"/>
                      <a:gd name="connsiteY3" fmla="*/ 9906 h 85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6995" h="85248">
                        <a:moveTo>
                          <a:pt x="338138" y="0"/>
                        </a:moveTo>
                        <a:lnTo>
                          <a:pt x="48387" y="73057"/>
                        </a:lnTo>
                        <a:lnTo>
                          <a:pt x="0" y="85249"/>
                        </a:lnTo>
                        <a:lnTo>
                          <a:pt x="346996" y="9906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4" name="íś1ïde">
                    <a:extLst>
                      <a:ext uri="{FF2B5EF4-FFF2-40B4-BE49-F238E27FC236}">
                        <a16:creationId xmlns:a16="http://schemas.microsoft.com/office/drawing/2014/main" id="{7CD0AED8-5664-88A0-D364-C8586C2DC781}"/>
                      </a:ext>
                    </a:extLst>
                  </p:cNvPr>
                  <p:cNvSpPr/>
                  <p:nvPr/>
                </p:nvSpPr>
                <p:spPr>
                  <a:xfrm>
                    <a:off x="9111913" y="5069153"/>
                    <a:ext cx="54314" cy="56584"/>
                  </a:xfrm>
                  <a:custGeom>
                    <a:avLst/>
                    <a:gdLst>
                      <a:gd name="connsiteX0" fmla="*/ 0 w 41052"/>
                      <a:gd name="connsiteY0" fmla="*/ 0 h 42767"/>
                      <a:gd name="connsiteX1" fmla="*/ 41053 w 41052"/>
                      <a:gd name="connsiteY1" fmla="*/ 39338 h 42767"/>
                      <a:gd name="connsiteX2" fmla="*/ 36290 w 41052"/>
                      <a:gd name="connsiteY2" fmla="*/ 42767 h 427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1052" h="42767">
                        <a:moveTo>
                          <a:pt x="0" y="0"/>
                        </a:moveTo>
                        <a:lnTo>
                          <a:pt x="41053" y="39338"/>
                        </a:lnTo>
                        <a:lnTo>
                          <a:pt x="36290" y="42767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5" name="îślîḍe">
                    <a:extLst>
                      <a:ext uri="{FF2B5EF4-FFF2-40B4-BE49-F238E27FC236}">
                        <a16:creationId xmlns:a16="http://schemas.microsoft.com/office/drawing/2014/main" id="{A7D8B602-5956-E004-9AC2-5C70436DC3F9}"/>
                      </a:ext>
                    </a:extLst>
                  </p:cNvPr>
                  <p:cNvSpPr/>
                  <p:nvPr/>
                </p:nvSpPr>
                <p:spPr>
                  <a:xfrm>
                    <a:off x="9190928" y="5020761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6" name="ïṧļîḑé">
                    <a:extLst>
                      <a:ext uri="{FF2B5EF4-FFF2-40B4-BE49-F238E27FC236}">
                        <a16:creationId xmlns:a16="http://schemas.microsoft.com/office/drawing/2014/main" id="{FEA9B21D-64FA-4134-DF22-CB9B07462803}"/>
                      </a:ext>
                    </a:extLst>
                  </p:cNvPr>
                  <p:cNvSpPr/>
                  <p:nvPr/>
                </p:nvSpPr>
                <p:spPr>
                  <a:xfrm>
                    <a:off x="9262381" y="5001858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7" name="îşlïdè">
                    <a:extLst>
                      <a:ext uri="{FF2B5EF4-FFF2-40B4-BE49-F238E27FC236}">
                        <a16:creationId xmlns:a16="http://schemas.microsoft.com/office/drawing/2014/main" id="{7E1B307F-55A3-B024-0449-C3B7F877CC83}"/>
                      </a:ext>
                    </a:extLst>
                  </p:cNvPr>
                  <p:cNvSpPr/>
                  <p:nvPr/>
                </p:nvSpPr>
                <p:spPr>
                  <a:xfrm>
                    <a:off x="9149215" y="5121957"/>
                    <a:ext cx="28354" cy="75865"/>
                  </a:xfrm>
                  <a:custGeom>
                    <a:avLst/>
                    <a:gdLst>
                      <a:gd name="connsiteX0" fmla="*/ 0 w 21431"/>
                      <a:gd name="connsiteY0" fmla="*/ 55817 h 57340"/>
                      <a:gd name="connsiteX1" fmla="*/ 21431 w 21431"/>
                      <a:gd name="connsiteY1" fmla="*/ 0 h 57340"/>
                      <a:gd name="connsiteX2" fmla="*/ 12859 w 21431"/>
                      <a:gd name="connsiteY2" fmla="*/ 1905 h 57340"/>
                      <a:gd name="connsiteX3" fmla="*/ 0 w 21431"/>
                      <a:gd name="connsiteY3" fmla="*/ 57341 h 573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31" h="57340">
                        <a:moveTo>
                          <a:pt x="0" y="55817"/>
                        </a:moveTo>
                        <a:lnTo>
                          <a:pt x="21431" y="0"/>
                        </a:lnTo>
                        <a:lnTo>
                          <a:pt x="12859" y="1905"/>
                        </a:lnTo>
                        <a:lnTo>
                          <a:pt x="0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8" name="îs1iďe">
                    <a:extLst>
                      <a:ext uri="{FF2B5EF4-FFF2-40B4-BE49-F238E27FC236}">
                        <a16:creationId xmlns:a16="http://schemas.microsoft.com/office/drawing/2014/main" id="{896CB47D-9C65-B31A-09B2-B9CA1AAEE846}"/>
                      </a:ext>
                    </a:extLst>
                  </p:cNvPr>
                  <p:cNvSpPr/>
                  <p:nvPr/>
                </p:nvSpPr>
                <p:spPr>
                  <a:xfrm>
                    <a:off x="9238312" y="5099650"/>
                    <a:ext cx="38309" cy="113167"/>
                  </a:xfrm>
                  <a:custGeom>
                    <a:avLst/>
                    <a:gdLst>
                      <a:gd name="connsiteX0" fmla="*/ 0 w 28955"/>
                      <a:gd name="connsiteY0" fmla="*/ 85535 h 85534"/>
                      <a:gd name="connsiteX1" fmla="*/ 28956 w 28955"/>
                      <a:gd name="connsiteY1" fmla="*/ 0 h 85534"/>
                      <a:gd name="connsiteX2" fmla="*/ 20383 w 28955"/>
                      <a:gd name="connsiteY2" fmla="*/ 1905 h 85534"/>
                      <a:gd name="connsiteX3" fmla="*/ 7525 w 28955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55" h="85534">
                        <a:moveTo>
                          <a:pt x="0" y="85535"/>
                        </a:moveTo>
                        <a:lnTo>
                          <a:pt x="28956" y="0"/>
                        </a:lnTo>
                        <a:lnTo>
                          <a:pt x="20383" y="1905"/>
                        </a:lnTo>
                        <a:lnTo>
                          <a:pt x="7525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9" name="iśľïḓê">
                    <a:extLst>
                      <a:ext uri="{FF2B5EF4-FFF2-40B4-BE49-F238E27FC236}">
                        <a16:creationId xmlns:a16="http://schemas.microsoft.com/office/drawing/2014/main" id="{B3B35A63-3ED4-8201-1382-01114605E95A}"/>
                      </a:ext>
                    </a:extLst>
                  </p:cNvPr>
                  <p:cNvSpPr/>
                  <p:nvPr/>
                </p:nvSpPr>
                <p:spPr>
                  <a:xfrm>
                    <a:off x="9303842" y="5081755"/>
                    <a:ext cx="38183" cy="113167"/>
                  </a:xfrm>
                  <a:custGeom>
                    <a:avLst/>
                    <a:gdLst>
                      <a:gd name="connsiteX0" fmla="*/ 0 w 28860"/>
                      <a:gd name="connsiteY0" fmla="*/ 85534 h 85534"/>
                      <a:gd name="connsiteX1" fmla="*/ 28861 w 28860"/>
                      <a:gd name="connsiteY1" fmla="*/ 0 h 85534"/>
                      <a:gd name="connsiteX2" fmla="*/ 20383 w 28860"/>
                      <a:gd name="connsiteY2" fmla="*/ 1905 h 85534"/>
                      <a:gd name="connsiteX3" fmla="*/ 7429 w 28860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85534">
                        <a:moveTo>
                          <a:pt x="0" y="85534"/>
                        </a:moveTo>
                        <a:lnTo>
                          <a:pt x="28861" y="0"/>
                        </a:lnTo>
                        <a:lnTo>
                          <a:pt x="20383" y="1905"/>
                        </a:lnTo>
                        <a:lnTo>
                          <a:pt x="7429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60" name="组合 459">
                  <a:extLst>
                    <a:ext uri="{FF2B5EF4-FFF2-40B4-BE49-F238E27FC236}">
                      <a16:creationId xmlns:a16="http://schemas.microsoft.com/office/drawing/2014/main" id="{C84CA44C-070E-8CD7-7A35-0CDB9E5C3E2B}"/>
                    </a:ext>
                  </a:extLst>
                </p:cNvPr>
                <p:cNvGrpSpPr/>
                <p:nvPr/>
              </p:nvGrpSpPr>
              <p:grpSpPr>
                <a:xfrm rot="13519228">
                  <a:off x="9259405" y="5779154"/>
                  <a:ext cx="516558" cy="241494"/>
                  <a:chOff x="9016767" y="4979665"/>
                  <a:chExt cx="516558" cy="241494"/>
                </a:xfrm>
              </p:grpSpPr>
              <p:sp>
                <p:nvSpPr>
                  <p:cNvPr id="461" name="îśliḓè">
                    <a:extLst>
                      <a:ext uri="{FF2B5EF4-FFF2-40B4-BE49-F238E27FC236}">
                        <a16:creationId xmlns:a16="http://schemas.microsoft.com/office/drawing/2014/main" id="{DFDEB36A-78EA-8A12-A799-5124A8FF55FE}"/>
                      </a:ext>
                    </a:extLst>
                  </p:cNvPr>
                  <p:cNvSpPr/>
                  <p:nvPr/>
                </p:nvSpPr>
                <p:spPr>
                  <a:xfrm>
                    <a:off x="9016767" y="5067767"/>
                    <a:ext cx="370020" cy="153392"/>
                  </a:xfrm>
                  <a:custGeom>
                    <a:avLst/>
                    <a:gdLst>
                      <a:gd name="connsiteX0" fmla="*/ 276796 w 279671"/>
                      <a:gd name="connsiteY0" fmla="*/ 0 h 115937"/>
                      <a:gd name="connsiteX1" fmla="*/ 276987 w 279671"/>
                      <a:gd name="connsiteY1" fmla="*/ 857 h 115937"/>
                      <a:gd name="connsiteX2" fmla="*/ 214979 w 279671"/>
                      <a:gd name="connsiteY2" fmla="*/ 105251 h 115937"/>
                      <a:gd name="connsiteX3" fmla="*/ 200406 w 279671"/>
                      <a:gd name="connsiteY3" fmla="*/ 108966 h 115937"/>
                      <a:gd name="connsiteX4" fmla="*/ 0 w 279671"/>
                      <a:gd name="connsiteY4" fmla="*/ 68771 h 115937"/>
                      <a:gd name="connsiteX5" fmla="*/ 0 w 279671"/>
                      <a:gd name="connsiteY5" fmla="*/ 68771 h 115937"/>
                      <a:gd name="connsiteX6" fmla="*/ 276796 w 279671"/>
                      <a:gd name="connsiteY6" fmla="*/ 0 h 115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9671" h="115937">
                        <a:moveTo>
                          <a:pt x="276796" y="0"/>
                        </a:moveTo>
                        <a:lnTo>
                          <a:pt x="276987" y="857"/>
                        </a:lnTo>
                        <a:cubicBezTo>
                          <a:pt x="288703" y="46768"/>
                          <a:pt x="260985" y="93536"/>
                          <a:pt x="214979" y="105251"/>
                        </a:cubicBezTo>
                        <a:lnTo>
                          <a:pt x="200406" y="108966"/>
                        </a:lnTo>
                        <a:cubicBezTo>
                          <a:pt x="131540" y="126492"/>
                          <a:pt x="57721" y="110204"/>
                          <a:pt x="0" y="68771"/>
                        </a:cubicBezTo>
                        <a:lnTo>
                          <a:pt x="0" y="68771"/>
                        </a:lnTo>
                        <a:lnTo>
                          <a:pt x="276796" y="0"/>
                        </a:ln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2" name="îśļíḓè">
                    <a:extLst>
                      <a:ext uri="{FF2B5EF4-FFF2-40B4-BE49-F238E27FC236}">
                        <a16:creationId xmlns:a16="http://schemas.microsoft.com/office/drawing/2014/main" id="{F7A50B0F-C3FD-84E4-9E49-EADFF9210A90}"/>
                      </a:ext>
                    </a:extLst>
                  </p:cNvPr>
                  <p:cNvSpPr/>
                  <p:nvPr/>
                </p:nvSpPr>
                <p:spPr>
                  <a:xfrm>
                    <a:off x="9016767" y="4979665"/>
                    <a:ext cx="366971" cy="178963"/>
                  </a:xfrm>
                  <a:custGeom>
                    <a:avLst/>
                    <a:gdLst>
                      <a:gd name="connsiteX0" fmla="*/ 277368 w 277367"/>
                      <a:gd name="connsiteY0" fmla="*/ 66589 h 135264"/>
                      <a:gd name="connsiteX1" fmla="*/ 277178 w 277367"/>
                      <a:gd name="connsiteY1" fmla="*/ 65732 h 135264"/>
                      <a:gd name="connsiteX2" fmla="*/ 173546 w 277367"/>
                      <a:gd name="connsiteY2" fmla="*/ 2391 h 135264"/>
                      <a:gd name="connsiteX3" fmla="*/ 158972 w 277367"/>
                      <a:gd name="connsiteY3" fmla="*/ 5915 h 135264"/>
                      <a:gd name="connsiteX4" fmla="*/ 0 w 277367"/>
                      <a:gd name="connsiteY4" fmla="*/ 135265 h 135264"/>
                      <a:gd name="connsiteX5" fmla="*/ 0 w 277367"/>
                      <a:gd name="connsiteY5" fmla="*/ 135265 h 135264"/>
                      <a:gd name="connsiteX6" fmla="*/ 277368 w 277367"/>
                      <a:gd name="connsiteY6" fmla="*/ 66589 h 13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7367" h="135264">
                        <a:moveTo>
                          <a:pt x="277368" y="66589"/>
                        </a:moveTo>
                        <a:lnTo>
                          <a:pt x="277178" y="65732"/>
                        </a:lnTo>
                        <a:cubicBezTo>
                          <a:pt x="266033" y="19631"/>
                          <a:pt x="219646" y="-8658"/>
                          <a:pt x="173546" y="2391"/>
                        </a:cubicBezTo>
                        <a:lnTo>
                          <a:pt x="158972" y="5915"/>
                        </a:lnTo>
                        <a:cubicBezTo>
                          <a:pt x="89916" y="22584"/>
                          <a:pt x="31718" y="71638"/>
                          <a:pt x="0" y="135265"/>
                        </a:cubicBezTo>
                        <a:lnTo>
                          <a:pt x="0" y="135265"/>
                        </a:lnTo>
                        <a:lnTo>
                          <a:pt x="277368" y="66589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3" name="iṣḷidé">
                    <a:extLst>
                      <a:ext uri="{FF2B5EF4-FFF2-40B4-BE49-F238E27FC236}">
                        <a16:creationId xmlns:a16="http://schemas.microsoft.com/office/drawing/2014/main" id="{38203A05-FB81-D820-133B-55AD79E9EADF}"/>
                      </a:ext>
                    </a:extLst>
                  </p:cNvPr>
                  <p:cNvSpPr/>
                  <p:nvPr/>
                </p:nvSpPr>
                <p:spPr>
                  <a:xfrm>
                    <a:off x="9074232" y="5031599"/>
                    <a:ext cx="459093" cy="112789"/>
                  </a:xfrm>
                  <a:custGeom>
                    <a:avLst/>
                    <a:gdLst>
                      <a:gd name="connsiteX0" fmla="*/ 338138 w 346995"/>
                      <a:gd name="connsiteY0" fmla="*/ 0 h 85248"/>
                      <a:gd name="connsiteX1" fmla="*/ 48387 w 346995"/>
                      <a:gd name="connsiteY1" fmla="*/ 73057 h 85248"/>
                      <a:gd name="connsiteX2" fmla="*/ 0 w 346995"/>
                      <a:gd name="connsiteY2" fmla="*/ 85249 h 85248"/>
                      <a:gd name="connsiteX3" fmla="*/ 346996 w 346995"/>
                      <a:gd name="connsiteY3" fmla="*/ 9906 h 85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6995" h="85248">
                        <a:moveTo>
                          <a:pt x="338138" y="0"/>
                        </a:moveTo>
                        <a:lnTo>
                          <a:pt x="48387" y="73057"/>
                        </a:lnTo>
                        <a:lnTo>
                          <a:pt x="0" y="85249"/>
                        </a:lnTo>
                        <a:lnTo>
                          <a:pt x="346996" y="9906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4" name="íś1ïde">
                    <a:extLst>
                      <a:ext uri="{FF2B5EF4-FFF2-40B4-BE49-F238E27FC236}">
                        <a16:creationId xmlns:a16="http://schemas.microsoft.com/office/drawing/2014/main" id="{188BB6F3-1A60-B778-5989-F624F586EB83}"/>
                      </a:ext>
                    </a:extLst>
                  </p:cNvPr>
                  <p:cNvSpPr/>
                  <p:nvPr/>
                </p:nvSpPr>
                <p:spPr>
                  <a:xfrm>
                    <a:off x="9111913" y="5069153"/>
                    <a:ext cx="54314" cy="56584"/>
                  </a:xfrm>
                  <a:custGeom>
                    <a:avLst/>
                    <a:gdLst>
                      <a:gd name="connsiteX0" fmla="*/ 0 w 41052"/>
                      <a:gd name="connsiteY0" fmla="*/ 0 h 42767"/>
                      <a:gd name="connsiteX1" fmla="*/ 41053 w 41052"/>
                      <a:gd name="connsiteY1" fmla="*/ 39338 h 42767"/>
                      <a:gd name="connsiteX2" fmla="*/ 36290 w 41052"/>
                      <a:gd name="connsiteY2" fmla="*/ 42767 h 427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1052" h="42767">
                        <a:moveTo>
                          <a:pt x="0" y="0"/>
                        </a:moveTo>
                        <a:lnTo>
                          <a:pt x="41053" y="39338"/>
                        </a:lnTo>
                        <a:lnTo>
                          <a:pt x="36290" y="42767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5" name="îślîḍe">
                    <a:extLst>
                      <a:ext uri="{FF2B5EF4-FFF2-40B4-BE49-F238E27FC236}">
                        <a16:creationId xmlns:a16="http://schemas.microsoft.com/office/drawing/2014/main" id="{D5EAA836-4EF9-4650-09C4-B3B106A834A6}"/>
                      </a:ext>
                    </a:extLst>
                  </p:cNvPr>
                  <p:cNvSpPr/>
                  <p:nvPr/>
                </p:nvSpPr>
                <p:spPr>
                  <a:xfrm>
                    <a:off x="9190928" y="5020761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6" name="ïṧļîḑé">
                    <a:extLst>
                      <a:ext uri="{FF2B5EF4-FFF2-40B4-BE49-F238E27FC236}">
                        <a16:creationId xmlns:a16="http://schemas.microsoft.com/office/drawing/2014/main" id="{535A21A7-3212-B3DA-1D9C-C725046A90E4}"/>
                      </a:ext>
                    </a:extLst>
                  </p:cNvPr>
                  <p:cNvSpPr/>
                  <p:nvPr/>
                </p:nvSpPr>
                <p:spPr>
                  <a:xfrm>
                    <a:off x="9262381" y="5001858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7" name="îşlïdè">
                    <a:extLst>
                      <a:ext uri="{FF2B5EF4-FFF2-40B4-BE49-F238E27FC236}">
                        <a16:creationId xmlns:a16="http://schemas.microsoft.com/office/drawing/2014/main" id="{D8FB560C-A570-3F63-3A40-79FFDC7ED898}"/>
                      </a:ext>
                    </a:extLst>
                  </p:cNvPr>
                  <p:cNvSpPr/>
                  <p:nvPr/>
                </p:nvSpPr>
                <p:spPr>
                  <a:xfrm>
                    <a:off x="9149215" y="5121957"/>
                    <a:ext cx="28354" cy="75865"/>
                  </a:xfrm>
                  <a:custGeom>
                    <a:avLst/>
                    <a:gdLst>
                      <a:gd name="connsiteX0" fmla="*/ 0 w 21431"/>
                      <a:gd name="connsiteY0" fmla="*/ 55817 h 57340"/>
                      <a:gd name="connsiteX1" fmla="*/ 21431 w 21431"/>
                      <a:gd name="connsiteY1" fmla="*/ 0 h 57340"/>
                      <a:gd name="connsiteX2" fmla="*/ 12859 w 21431"/>
                      <a:gd name="connsiteY2" fmla="*/ 1905 h 57340"/>
                      <a:gd name="connsiteX3" fmla="*/ 0 w 21431"/>
                      <a:gd name="connsiteY3" fmla="*/ 57341 h 573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31" h="57340">
                        <a:moveTo>
                          <a:pt x="0" y="55817"/>
                        </a:moveTo>
                        <a:lnTo>
                          <a:pt x="21431" y="0"/>
                        </a:lnTo>
                        <a:lnTo>
                          <a:pt x="12859" y="1905"/>
                        </a:lnTo>
                        <a:lnTo>
                          <a:pt x="0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8" name="îs1iďe">
                    <a:extLst>
                      <a:ext uri="{FF2B5EF4-FFF2-40B4-BE49-F238E27FC236}">
                        <a16:creationId xmlns:a16="http://schemas.microsoft.com/office/drawing/2014/main" id="{6B08DFEA-FB4B-32CA-9D15-92E6CC5B6EFC}"/>
                      </a:ext>
                    </a:extLst>
                  </p:cNvPr>
                  <p:cNvSpPr/>
                  <p:nvPr/>
                </p:nvSpPr>
                <p:spPr>
                  <a:xfrm>
                    <a:off x="9238312" y="5099650"/>
                    <a:ext cx="38309" cy="113167"/>
                  </a:xfrm>
                  <a:custGeom>
                    <a:avLst/>
                    <a:gdLst>
                      <a:gd name="connsiteX0" fmla="*/ 0 w 28955"/>
                      <a:gd name="connsiteY0" fmla="*/ 85535 h 85534"/>
                      <a:gd name="connsiteX1" fmla="*/ 28956 w 28955"/>
                      <a:gd name="connsiteY1" fmla="*/ 0 h 85534"/>
                      <a:gd name="connsiteX2" fmla="*/ 20383 w 28955"/>
                      <a:gd name="connsiteY2" fmla="*/ 1905 h 85534"/>
                      <a:gd name="connsiteX3" fmla="*/ 7525 w 28955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55" h="85534">
                        <a:moveTo>
                          <a:pt x="0" y="85535"/>
                        </a:moveTo>
                        <a:lnTo>
                          <a:pt x="28956" y="0"/>
                        </a:lnTo>
                        <a:lnTo>
                          <a:pt x="20383" y="1905"/>
                        </a:lnTo>
                        <a:lnTo>
                          <a:pt x="7525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9" name="iśľïḓê">
                    <a:extLst>
                      <a:ext uri="{FF2B5EF4-FFF2-40B4-BE49-F238E27FC236}">
                        <a16:creationId xmlns:a16="http://schemas.microsoft.com/office/drawing/2014/main" id="{B77836CF-98AF-A900-03DC-6A9B466AFE1D}"/>
                      </a:ext>
                    </a:extLst>
                  </p:cNvPr>
                  <p:cNvSpPr/>
                  <p:nvPr/>
                </p:nvSpPr>
                <p:spPr>
                  <a:xfrm>
                    <a:off x="9303842" y="5081755"/>
                    <a:ext cx="38183" cy="113167"/>
                  </a:xfrm>
                  <a:custGeom>
                    <a:avLst/>
                    <a:gdLst>
                      <a:gd name="connsiteX0" fmla="*/ 0 w 28860"/>
                      <a:gd name="connsiteY0" fmla="*/ 85534 h 85534"/>
                      <a:gd name="connsiteX1" fmla="*/ 28861 w 28860"/>
                      <a:gd name="connsiteY1" fmla="*/ 0 h 85534"/>
                      <a:gd name="connsiteX2" fmla="*/ 20383 w 28860"/>
                      <a:gd name="connsiteY2" fmla="*/ 1905 h 85534"/>
                      <a:gd name="connsiteX3" fmla="*/ 7429 w 28860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85534">
                        <a:moveTo>
                          <a:pt x="0" y="85534"/>
                        </a:moveTo>
                        <a:lnTo>
                          <a:pt x="28861" y="0"/>
                        </a:lnTo>
                        <a:lnTo>
                          <a:pt x="20383" y="1905"/>
                        </a:lnTo>
                        <a:lnTo>
                          <a:pt x="7429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50" name="组合 449">
                  <a:extLst>
                    <a:ext uri="{FF2B5EF4-FFF2-40B4-BE49-F238E27FC236}">
                      <a16:creationId xmlns:a16="http://schemas.microsoft.com/office/drawing/2014/main" id="{04B1CA39-96B2-77AF-733E-59EAA6037A3E}"/>
                    </a:ext>
                  </a:extLst>
                </p:cNvPr>
                <p:cNvGrpSpPr/>
                <p:nvPr/>
              </p:nvGrpSpPr>
              <p:grpSpPr>
                <a:xfrm rot="13519228">
                  <a:off x="9157095" y="5849111"/>
                  <a:ext cx="516558" cy="241494"/>
                  <a:chOff x="9016767" y="4979665"/>
                  <a:chExt cx="516558" cy="241494"/>
                </a:xfrm>
              </p:grpSpPr>
              <p:sp>
                <p:nvSpPr>
                  <p:cNvPr id="451" name="îśliḓè">
                    <a:extLst>
                      <a:ext uri="{FF2B5EF4-FFF2-40B4-BE49-F238E27FC236}">
                        <a16:creationId xmlns:a16="http://schemas.microsoft.com/office/drawing/2014/main" id="{234DBA32-E430-FE37-7469-634E476FDBB1}"/>
                      </a:ext>
                    </a:extLst>
                  </p:cNvPr>
                  <p:cNvSpPr/>
                  <p:nvPr/>
                </p:nvSpPr>
                <p:spPr>
                  <a:xfrm>
                    <a:off x="9016767" y="5067767"/>
                    <a:ext cx="370020" cy="153392"/>
                  </a:xfrm>
                  <a:custGeom>
                    <a:avLst/>
                    <a:gdLst>
                      <a:gd name="connsiteX0" fmla="*/ 276796 w 279671"/>
                      <a:gd name="connsiteY0" fmla="*/ 0 h 115937"/>
                      <a:gd name="connsiteX1" fmla="*/ 276987 w 279671"/>
                      <a:gd name="connsiteY1" fmla="*/ 857 h 115937"/>
                      <a:gd name="connsiteX2" fmla="*/ 214979 w 279671"/>
                      <a:gd name="connsiteY2" fmla="*/ 105251 h 115937"/>
                      <a:gd name="connsiteX3" fmla="*/ 200406 w 279671"/>
                      <a:gd name="connsiteY3" fmla="*/ 108966 h 115937"/>
                      <a:gd name="connsiteX4" fmla="*/ 0 w 279671"/>
                      <a:gd name="connsiteY4" fmla="*/ 68771 h 115937"/>
                      <a:gd name="connsiteX5" fmla="*/ 0 w 279671"/>
                      <a:gd name="connsiteY5" fmla="*/ 68771 h 115937"/>
                      <a:gd name="connsiteX6" fmla="*/ 276796 w 279671"/>
                      <a:gd name="connsiteY6" fmla="*/ 0 h 115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9671" h="115937">
                        <a:moveTo>
                          <a:pt x="276796" y="0"/>
                        </a:moveTo>
                        <a:lnTo>
                          <a:pt x="276987" y="857"/>
                        </a:lnTo>
                        <a:cubicBezTo>
                          <a:pt x="288703" y="46768"/>
                          <a:pt x="260985" y="93536"/>
                          <a:pt x="214979" y="105251"/>
                        </a:cubicBezTo>
                        <a:lnTo>
                          <a:pt x="200406" y="108966"/>
                        </a:lnTo>
                        <a:cubicBezTo>
                          <a:pt x="131540" y="126492"/>
                          <a:pt x="57721" y="110204"/>
                          <a:pt x="0" y="68771"/>
                        </a:cubicBezTo>
                        <a:lnTo>
                          <a:pt x="0" y="68771"/>
                        </a:lnTo>
                        <a:lnTo>
                          <a:pt x="276796" y="0"/>
                        </a:ln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2" name="îśļíḓè">
                    <a:extLst>
                      <a:ext uri="{FF2B5EF4-FFF2-40B4-BE49-F238E27FC236}">
                        <a16:creationId xmlns:a16="http://schemas.microsoft.com/office/drawing/2014/main" id="{123713C9-B76F-C9CC-FAE6-B8BE1D93D0BE}"/>
                      </a:ext>
                    </a:extLst>
                  </p:cNvPr>
                  <p:cNvSpPr/>
                  <p:nvPr/>
                </p:nvSpPr>
                <p:spPr>
                  <a:xfrm>
                    <a:off x="9016767" y="4979665"/>
                    <a:ext cx="366971" cy="178963"/>
                  </a:xfrm>
                  <a:custGeom>
                    <a:avLst/>
                    <a:gdLst>
                      <a:gd name="connsiteX0" fmla="*/ 277368 w 277367"/>
                      <a:gd name="connsiteY0" fmla="*/ 66589 h 135264"/>
                      <a:gd name="connsiteX1" fmla="*/ 277178 w 277367"/>
                      <a:gd name="connsiteY1" fmla="*/ 65732 h 135264"/>
                      <a:gd name="connsiteX2" fmla="*/ 173546 w 277367"/>
                      <a:gd name="connsiteY2" fmla="*/ 2391 h 135264"/>
                      <a:gd name="connsiteX3" fmla="*/ 158972 w 277367"/>
                      <a:gd name="connsiteY3" fmla="*/ 5915 h 135264"/>
                      <a:gd name="connsiteX4" fmla="*/ 0 w 277367"/>
                      <a:gd name="connsiteY4" fmla="*/ 135265 h 135264"/>
                      <a:gd name="connsiteX5" fmla="*/ 0 w 277367"/>
                      <a:gd name="connsiteY5" fmla="*/ 135265 h 135264"/>
                      <a:gd name="connsiteX6" fmla="*/ 277368 w 277367"/>
                      <a:gd name="connsiteY6" fmla="*/ 66589 h 13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7367" h="135264">
                        <a:moveTo>
                          <a:pt x="277368" y="66589"/>
                        </a:moveTo>
                        <a:lnTo>
                          <a:pt x="277178" y="65732"/>
                        </a:lnTo>
                        <a:cubicBezTo>
                          <a:pt x="266033" y="19631"/>
                          <a:pt x="219646" y="-8658"/>
                          <a:pt x="173546" y="2391"/>
                        </a:cubicBezTo>
                        <a:lnTo>
                          <a:pt x="158972" y="5915"/>
                        </a:lnTo>
                        <a:cubicBezTo>
                          <a:pt x="89916" y="22584"/>
                          <a:pt x="31718" y="71638"/>
                          <a:pt x="0" y="135265"/>
                        </a:cubicBezTo>
                        <a:lnTo>
                          <a:pt x="0" y="135265"/>
                        </a:lnTo>
                        <a:lnTo>
                          <a:pt x="277368" y="66589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3" name="iṣḷidé">
                    <a:extLst>
                      <a:ext uri="{FF2B5EF4-FFF2-40B4-BE49-F238E27FC236}">
                        <a16:creationId xmlns:a16="http://schemas.microsoft.com/office/drawing/2014/main" id="{E8E0E776-543B-222E-2E88-432CA2CF6291}"/>
                      </a:ext>
                    </a:extLst>
                  </p:cNvPr>
                  <p:cNvSpPr/>
                  <p:nvPr/>
                </p:nvSpPr>
                <p:spPr>
                  <a:xfrm>
                    <a:off x="9074232" y="5031599"/>
                    <a:ext cx="459093" cy="112789"/>
                  </a:xfrm>
                  <a:custGeom>
                    <a:avLst/>
                    <a:gdLst>
                      <a:gd name="connsiteX0" fmla="*/ 338138 w 346995"/>
                      <a:gd name="connsiteY0" fmla="*/ 0 h 85248"/>
                      <a:gd name="connsiteX1" fmla="*/ 48387 w 346995"/>
                      <a:gd name="connsiteY1" fmla="*/ 73057 h 85248"/>
                      <a:gd name="connsiteX2" fmla="*/ 0 w 346995"/>
                      <a:gd name="connsiteY2" fmla="*/ 85249 h 85248"/>
                      <a:gd name="connsiteX3" fmla="*/ 346996 w 346995"/>
                      <a:gd name="connsiteY3" fmla="*/ 9906 h 85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6995" h="85248">
                        <a:moveTo>
                          <a:pt x="338138" y="0"/>
                        </a:moveTo>
                        <a:lnTo>
                          <a:pt x="48387" y="73057"/>
                        </a:lnTo>
                        <a:lnTo>
                          <a:pt x="0" y="85249"/>
                        </a:lnTo>
                        <a:lnTo>
                          <a:pt x="346996" y="9906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4" name="íś1ïde">
                    <a:extLst>
                      <a:ext uri="{FF2B5EF4-FFF2-40B4-BE49-F238E27FC236}">
                        <a16:creationId xmlns:a16="http://schemas.microsoft.com/office/drawing/2014/main" id="{2E704FA3-0103-C649-BE63-802A277ECE65}"/>
                      </a:ext>
                    </a:extLst>
                  </p:cNvPr>
                  <p:cNvSpPr/>
                  <p:nvPr/>
                </p:nvSpPr>
                <p:spPr>
                  <a:xfrm>
                    <a:off x="9111913" y="5069153"/>
                    <a:ext cx="54314" cy="56584"/>
                  </a:xfrm>
                  <a:custGeom>
                    <a:avLst/>
                    <a:gdLst>
                      <a:gd name="connsiteX0" fmla="*/ 0 w 41052"/>
                      <a:gd name="connsiteY0" fmla="*/ 0 h 42767"/>
                      <a:gd name="connsiteX1" fmla="*/ 41053 w 41052"/>
                      <a:gd name="connsiteY1" fmla="*/ 39338 h 42767"/>
                      <a:gd name="connsiteX2" fmla="*/ 36290 w 41052"/>
                      <a:gd name="connsiteY2" fmla="*/ 42767 h 427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1052" h="42767">
                        <a:moveTo>
                          <a:pt x="0" y="0"/>
                        </a:moveTo>
                        <a:lnTo>
                          <a:pt x="41053" y="39338"/>
                        </a:lnTo>
                        <a:lnTo>
                          <a:pt x="36290" y="42767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5" name="îślîḍe">
                    <a:extLst>
                      <a:ext uri="{FF2B5EF4-FFF2-40B4-BE49-F238E27FC236}">
                        <a16:creationId xmlns:a16="http://schemas.microsoft.com/office/drawing/2014/main" id="{312245E1-60C8-9F9C-E1F7-D389327B0033}"/>
                      </a:ext>
                    </a:extLst>
                  </p:cNvPr>
                  <p:cNvSpPr/>
                  <p:nvPr/>
                </p:nvSpPr>
                <p:spPr>
                  <a:xfrm>
                    <a:off x="9190928" y="5020761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6" name="ïṧļîḑé">
                    <a:extLst>
                      <a:ext uri="{FF2B5EF4-FFF2-40B4-BE49-F238E27FC236}">
                        <a16:creationId xmlns:a16="http://schemas.microsoft.com/office/drawing/2014/main" id="{D9D9A338-7AD5-CE0F-E00A-72A0581B55F9}"/>
                      </a:ext>
                    </a:extLst>
                  </p:cNvPr>
                  <p:cNvSpPr/>
                  <p:nvPr/>
                </p:nvSpPr>
                <p:spPr>
                  <a:xfrm>
                    <a:off x="9262381" y="5001858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7" name="îşlïdè">
                    <a:extLst>
                      <a:ext uri="{FF2B5EF4-FFF2-40B4-BE49-F238E27FC236}">
                        <a16:creationId xmlns:a16="http://schemas.microsoft.com/office/drawing/2014/main" id="{8C6D4860-4D44-E311-D82E-DF2B8BD14F3B}"/>
                      </a:ext>
                    </a:extLst>
                  </p:cNvPr>
                  <p:cNvSpPr/>
                  <p:nvPr/>
                </p:nvSpPr>
                <p:spPr>
                  <a:xfrm>
                    <a:off x="9149215" y="5121957"/>
                    <a:ext cx="28354" cy="75865"/>
                  </a:xfrm>
                  <a:custGeom>
                    <a:avLst/>
                    <a:gdLst>
                      <a:gd name="connsiteX0" fmla="*/ 0 w 21431"/>
                      <a:gd name="connsiteY0" fmla="*/ 55817 h 57340"/>
                      <a:gd name="connsiteX1" fmla="*/ 21431 w 21431"/>
                      <a:gd name="connsiteY1" fmla="*/ 0 h 57340"/>
                      <a:gd name="connsiteX2" fmla="*/ 12859 w 21431"/>
                      <a:gd name="connsiteY2" fmla="*/ 1905 h 57340"/>
                      <a:gd name="connsiteX3" fmla="*/ 0 w 21431"/>
                      <a:gd name="connsiteY3" fmla="*/ 57341 h 573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31" h="57340">
                        <a:moveTo>
                          <a:pt x="0" y="55817"/>
                        </a:moveTo>
                        <a:lnTo>
                          <a:pt x="21431" y="0"/>
                        </a:lnTo>
                        <a:lnTo>
                          <a:pt x="12859" y="1905"/>
                        </a:lnTo>
                        <a:lnTo>
                          <a:pt x="0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8" name="îs1iďe">
                    <a:extLst>
                      <a:ext uri="{FF2B5EF4-FFF2-40B4-BE49-F238E27FC236}">
                        <a16:creationId xmlns:a16="http://schemas.microsoft.com/office/drawing/2014/main" id="{035BB4DC-DBD2-4928-5B7F-12525B6553B2}"/>
                      </a:ext>
                    </a:extLst>
                  </p:cNvPr>
                  <p:cNvSpPr/>
                  <p:nvPr/>
                </p:nvSpPr>
                <p:spPr>
                  <a:xfrm>
                    <a:off x="9238312" y="5099650"/>
                    <a:ext cx="38309" cy="113167"/>
                  </a:xfrm>
                  <a:custGeom>
                    <a:avLst/>
                    <a:gdLst>
                      <a:gd name="connsiteX0" fmla="*/ 0 w 28955"/>
                      <a:gd name="connsiteY0" fmla="*/ 85535 h 85534"/>
                      <a:gd name="connsiteX1" fmla="*/ 28956 w 28955"/>
                      <a:gd name="connsiteY1" fmla="*/ 0 h 85534"/>
                      <a:gd name="connsiteX2" fmla="*/ 20383 w 28955"/>
                      <a:gd name="connsiteY2" fmla="*/ 1905 h 85534"/>
                      <a:gd name="connsiteX3" fmla="*/ 7525 w 28955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55" h="85534">
                        <a:moveTo>
                          <a:pt x="0" y="85535"/>
                        </a:moveTo>
                        <a:lnTo>
                          <a:pt x="28956" y="0"/>
                        </a:lnTo>
                        <a:lnTo>
                          <a:pt x="20383" y="1905"/>
                        </a:lnTo>
                        <a:lnTo>
                          <a:pt x="7525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9" name="iśľïḓê">
                    <a:extLst>
                      <a:ext uri="{FF2B5EF4-FFF2-40B4-BE49-F238E27FC236}">
                        <a16:creationId xmlns:a16="http://schemas.microsoft.com/office/drawing/2014/main" id="{C4C2F70C-A52B-7C83-AC4D-3575104AFD66}"/>
                      </a:ext>
                    </a:extLst>
                  </p:cNvPr>
                  <p:cNvSpPr/>
                  <p:nvPr/>
                </p:nvSpPr>
                <p:spPr>
                  <a:xfrm>
                    <a:off x="9303842" y="5081755"/>
                    <a:ext cx="38183" cy="113167"/>
                  </a:xfrm>
                  <a:custGeom>
                    <a:avLst/>
                    <a:gdLst>
                      <a:gd name="connsiteX0" fmla="*/ 0 w 28860"/>
                      <a:gd name="connsiteY0" fmla="*/ 85534 h 85534"/>
                      <a:gd name="connsiteX1" fmla="*/ 28861 w 28860"/>
                      <a:gd name="connsiteY1" fmla="*/ 0 h 85534"/>
                      <a:gd name="connsiteX2" fmla="*/ 20383 w 28860"/>
                      <a:gd name="connsiteY2" fmla="*/ 1905 h 85534"/>
                      <a:gd name="connsiteX3" fmla="*/ 7429 w 28860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85534">
                        <a:moveTo>
                          <a:pt x="0" y="85534"/>
                        </a:moveTo>
                        <a:lnTo>
                          <a:pt x="28861" y="0"/>
                        </a:lnTo>
                        <a:lnTo>
                          <a:pt x="20383" y="1905"/>
                        </a:lnTo>
                        <a:lnTo>
                          <a:pt x="7429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00" name="组合 499">
                  <a:extLst>
                    <a:ext uri="{FF2B5EF4-FFF2-40B4-BE49-F238E27FC236}">
                      <a16:creationId xmlns:a16="http://schemas.microsoft.com/office/drawing/2014/main" id="{4AF20338-1DE8-80AF-36DD-DB389DA3D286}"/>
                    </a:ext>
                  </a:extLst>
                </p:cNvPr>
                <p:cNvGrpSpPr/>
                <p:nvPr/>
              </p:nvGrpSpPr>
              <p:grpSpPr>
                <a:xfrm rot="11749725">
                  <a:off x="9200467" y="5678965"/>
                  <a:ext cx="516558" cy="241494"/>
                  <a:chOff x="9016767" y="4979665"/>
                  <a:chExt cx="516558" cy="241494"/>
                </a:xfrm>
              </p:grpSpPr>
              <p:sp>
                <p:nvSpPr>
                  <p:cNvPr id="501" name="îśliḓè">
                    <a:extLst>
                      <a:ext uri="{FF2B5EF4-FFF2-40B4-BE49-F238E27FC236}">
                        <a16:creationId xmlns:a16="http://schemas.microsoft.com/office/drawing/2014/main" id="{4E66E505-D02F-BDD7-114F-FBF03F00FACC}"/>
                      </a:ext>
                    </a:extLst>
                  </p:cNvPr>
                  <p:cNvSpPr/>
                  <p:nvPr/>
                </p:nvSpPr>
                <p:spPr>
                  <a:xfrm>
                    <a:off x="9016767" y="5067767"/>
                    <a:ext cx="370020" cy="153392"/>
                  </a:xfrm>
                  <a:custGeom>
                    <a:avLst/>
                    <a:gdLst>
                      <a:gd name="connsiteX0" fmla="*/ 276796 w 279671"/>
                      <a:gd name="connsiteY0" fmla="*/ 0 h 115937"/>
                      <a:gd name="connsiteX1" fmla="*/ 276987 w 279671"/>
                      <a:gd name="connsiteY1" fmla="*/ 857 h 115937"/>
                      <a:gd name="connsiteX2" fmla="*/ 214979 w 279671"/>
                      <a:gd name="connsiteY2" fmla="*/ 105251 h 115937"/>
                      <a:gd name="connsiteX3" fmla="*/ 200406 w 279671"/>
                      <a:gd name="connsiteY3" fmla="*/ 108966 h 115937"/>
                      <a:gd name="connsiteX4" fmla="*/ 0 w 279671"/>
                      <a:gd name="connsiteY4" fmla="*/ 68771 h 115937"/>
                      <a:gd name="connsiteX5" fmla="*/ 0 w 279671"/>
                      <a:gd name="connsiteY5" fmla="*/ 68771 h 115937"/>
                      <a:gd name="connsiteX6" fmla="*/ 276796 w 279671"/>
                      <a:gd name="connsiteY6" fmla="*/ 0 h 115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9671" h="115937">
                        <a:moveTo>
                          <a:pt x="276796" y="0"/>
                        </a:moveTo>
                        <a:lnTo>
                          <a:pt x="276987" y="857"/>
                        </a:lnTo>
                        <a:cubicBezTo>
                          <a:pt x="288703" y="46768"/>
                          <a:pt x="260985" y="93536"/>
                          <a:pt x="214979" y="105251"/>
                        </a:cubicBezTo>
                        <a:lnTo>
                          <a:pt x="200406" y="108966"/>
                        </a:lnTo>
                        <a:cubicBezTo>
                          <a:pt x="131540" y="126492"/>
                          <a:pt x="57721" y="110204"/>
                          <a:pt x="0" y="68771"/>
                        </a:cubicBezTo>
                        <a:lnTo>
                          <a:pt x="0" y="68771"/>
                        </a:lnTo>
                        <a:lnTo>
                          <a:pt x="276796" y="0"/>
                        </a:ln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2" name="îśļíḓè">
                    <a:extLst>
                      <a:ext uri="{FF2B5EF4-FFF2-40B4-BE49-F238E27FC236}">
                        <a16:creationId xmlns:a16="http://schemas.microsoft.com/office/drawing/2014/main" id="{073178E7-737B-27B0-0F84-0C23BF05B683}"/>
                      </a:ext>
                    </a:extLst>
                  </p:cNvPr>
                  <p:cNvSpPr/>
                  <p:nvPr/>
                </p:nvSpPr>
                <p:spPr>
                  <a:xfrm>
                    <a:off x="9016767" y="4979665"/>
                    <a:ext cx="366971" cy="178963"/>
                  </a:xfrm>
                  <a:custGeom>
                    <a:avLst/>
                    <a:gdLst>
                      <a:gd name="connsiteX0" fmla="*/ 277368 w 277367"/>
                      <a:gd name="connsiteY0" fmla="*/ 66589 h 135264"/>
                      <a:gd name="connsiteX1" fmla="*/ 277178 w 277367"/>
                      <a:gd name="connsiteY1" fmla="*/ 65732 h 135264"/>
                      <a:gd name="connsiteX2" fmla="*/ 173546 w 277367"/>
                      <a:gd name="connsiteY2" fmla="*/ 2391 h 135264"/>
                      <a:gd name="connsiteX3" fmla="*/ 158972 w 277367"/>
                      <a:gd name="connsiteY3" fmla="*/ 5915 h 135264"/>
                      <a:gd name="connsiteX4" fmla="*/ 0 w 277367"/>
                      <a:gd name="connsiteY4" fmla="*/ 135265 h 135264"/>
                      <a:gd name="connsiteX5" fmla="*/ 0 w 277367"/>
                      <a:gd name="connsiteY5" fmla="*/ 135265 h 135264"/>
                      <a:gd name="connsiteX6" fmla="*/ 277368 w 277367"/>
                      <a:gd name="connsiteY6" fmla="*/ 66589 h 13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7367" h="135264">
                        <a:moveTo>
                          <a:pt x="277368" y="66589"/>
                        </a:moveTo>
                        <a:lnTo>
                          <a:pt x="277178" y="65732"/>
                        </a:lnTo>
                        <a:cubicBezTo>
                          <a:pt x="266033" y="19631"/>
                          <a:pt x="219646" y="-8658"/>
                          <a:pt x="173546" y="2391"/>
                        </a:cubicBezTo>
                        <a:lnTo>
                          <a:pt x="158972" y="5915"/>
                        </a:lnTo>
                        <a:cubicBezTo>
                          <a:pt x="89916" y="22584"/>
                          <a:pt x="31718" y="71638"/>
                          <a:pt x="0" y="135265"/>
                        </a:cubicBezTo>
                        <a:lnTo>
                          <a:pt x="0" y="135265"/>
                        </a:lnTo>
                        <a:lnTo>
                          <a:pt x="277368" y="66589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3" name="iṣḷidé">
                    <a:extLst>
                      <a:ext uri="{FF2B5EF4-FFF2-40B4-BE49-F238E27FC236}">
                        <a16:creationId xmlns:a16="http://schemas.microsoft.com/office/drawing/2014/main" id="{E05651C9-A1DE-C328-1D29-AFB7844800AB}"/>
                      </a:ext>
                    </a:extLst>
                  </p:cNvPr>
                  <p:cNvSpPr/>
                  <p:nvPr/>
                </p:nvSpPr>
                <p:spPr>
                  <a:xfrm>
                    <a:off x="9074232" y="5031599"/>
                    <a:ext cx="459093" cy="112789"/>
                  </a:xfrm>
                  <a:custGeom>
                    <a:avLst/>
                    <a:gdLst>
                      <a:gd name="connsiteX0" fmla="*/ 338138 w 346995"/>
                      <a:gd name="connsiteY0" fmla="*/ 0 h 85248"/>
                      <a:gd name="connsiteX1" fmla="*/ 48387 w 346995"/>
                      <a:gd name="connsiteY1" fmla="*/ 73057 h 85248"/>
                      <a:gd name="connsiteX2" fmla="*/ 0 w 346995"/>
                      <a:gd name="connsiteY2" fmla="*/ 85249 h 85248"/>
                      <a:gd name="connsiteX3" fmla="*/ 346996 w 346995"/>
                      <a:gd name="connsiteY3" fmla="*/ 9906 h 85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6995" h="85248">
                        <a:moveTo>
                          <a:pt x="338138" y="0"/>
                        </a:moveTo>
                        <a:lnTo>
                          <a:pt x="48387" y="73057"/>
                        </a:lnTo>
                        <a:lnTo>
                          <a:pt x="0" y="85249"/>
                        </a:lnTo>
                        <a:lnTo>
                          <a:pt x="346996" y="9906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4" name="íś1ïde">
                    <a:extLst>
                      <a:ext uri="{FF2B5EF4-FFF2-40B4-BE49-F238E27FC236}">
                        <a16:creationId xmlns:a16="http://schemas.microsoft.com/office/drawing/2014/main" id="{5F872BB7-6B70-0622-545A-CE8A94F8F15F}"/>
                      </a:ext>
                    </a:extLst>
                  </p:cNvPr>
                  <p:cNvSpPr/>
                  <p:nvPr/>
                </p:nvSpPr>
                <p:spPr>
                  <a:xfrm>
                    <a:off x="9111913" y="5069153"/>
                    <a:ext cx="54314" cy="56584"/>
                  </a:xfrm>
                  <a:custGeom>
                    <a:avLst/>
                    <a:gdLst>
                      <a:gd name="connsiteX0" fmla="*/ 0 w 41052"/>
                      <a:gd name="connsiteY0" fmla="*/ 0 h 42767"/>
                      <a:gd name="connsiteX1" fmla="*/ 41053 w 41052"/>
                      <a:gd name="connsiteY1" fmla="*/ 39338 h 42767"/>
                      <a:gd name="connsiteX2" fmla="*/ 36290 w 41052"/>
                      <a:gd name="connsiteY2" fmla="*/ 42767 h 427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1052" h="42767">
                        <a:moveTo>
                          <a:pt x="0" y="0"/>
                        </a:moveTo>
                        <a:lnTo>
                          <a:pt x="41053" y="39338"/>
                        </a:lnTo>
                        <a:lnTo>
                          <a:pt x="36290" y="42767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5" name="îślîḍe">
                    <a:extLst>
                      <a:ext uri="{FF2B5EF4-FFF2-40B4-BE49-F238E27FC236}">
                        <a16:creationId xmlns:a16="http://schemas.microsoft.com/office/drawing/2014/main" id="{563AB41E-A665-62EC-13E2-36FBF5BBCBA8}"/>
                      </a:ext>
                    </a:extLst>
                  </p:cNvPr>
                  <p:cNvSpPr/>
                  <p:nvPr/>
                </p:nvSpPr>
                <p:spPr>
                  <a:xfrm>
                    <a:off x="9190928" y="5020761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6" name="ïṧļîḑé">
                    <a:extLst>
                      <a:ext uri="{FF2B5EF4-FFF2-40B4-BE49-F238E27FC236}">
                        <a16:creationId xmlns:a16="http://schemas.microsoft.com/office/drawing/2014/main" id="{89001FAA-AE10-2BAE-7520-1A6DDA2A10FF}"/>
                      </a:ext>
                    </a:extLst>
                  </p:cNvPr>
                  <p:cNvSpPr/>
                  <p:nvPr/>
                </p:nvSpPr>
                <p:spPr>
                  <a:xfrm>
                    <a:off x="9262381" y="5001858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7" name="îşlïdè">
                    <a:extLst>
                      <a:ext uri="{FF2B5EF4-FFF2-40B4-BE49-F238E27FC236}">
                        <a16:creationId xmlns:a16="http://schemas.microsoft.com/office/drawing/2014/main" id="{88A47054-368C-7BE4-6736-58085463EC37}"/>
                      </a:ext>
                    </a:extLst>
                  </p:cNvPr>
                  <p:cNvSpPr/>
                  <p:nvPr/>
                </p:nvSpPr>
                <p:spPr>
                  <a:xfrm>
                    <a:off x="9149215" y="5121957"/>
                    <a:ext cx="28354" cy="75865"/>
                  </a:xfrm>
                  <a:custGeom>
                    <a:avLst/>
                    <a:gdLst>
                      <a:gd name="connsiteX0" fmla="*/ 0 w 21431"/>
                      <a:gd name="connsiteY0" fmla="*/ 55817 h 57340"/>
                      <a:gd name="connsiteX1" fmla="*/ 21431 w 21431"/>
                      <a:gd name="connsiteY1" fmla="*/ 0 h 57340"/>
                      <a:gd name="connsiteX2" fmla="*/ 12859 w 21431"/>
                      <a:gd name="connsiteY2" fmla="*/ 1905 h 57340"/>
                      <a:gd name="connsiteX3" fmla="*/ 0 w 21431"/>
                      <a:gd name="connsiteY3" fmla="*/ 57341 h 573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31" h="57340">
                        <a:moveTo>
                          <a:pt x="0" y="55817"/>
                        </a:moveTo>
                        <a:lnTo>
                          <a:pt x="21431" y="0"/>
                        </a:lnTo>
                        <a:lnTo>
                          <a:pt x="12859" y="1905"/>
                        </a:lnTo>
                        <a:lnTo>
                          <a:pt x="0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8" name="îs1iďe">
                    <a:extLst>
                      <a:ext uri="{FF2B5EF4-FFF2-40B4-BE49-F238E27FC236}">
                        <a16:creationId xmlns:a16="http://schemas.microsoft.com/office/drawing/2014/main" id="{08EB96BB-0731-BE9D-6C59-4BF3377FA926}"/>
                      </a:ext>
                    </a:extLst>
                  </p:cNvPr>
                  <p:cNvSpPr/>
                  <p:nvPr/>
                </p:nvSpPr>
                <p:spPr>
                  <a:xfrm>
                    <a:off x="9238312" y="5099650"/>
                    <a:ext cx="38309" cy="113167"/>
                  </a:xfrm>
                  <a:custGeom>
                    <a:avLst/>
                    <a:gdLst>
                      <a:gd name="connsiteX0" fmla="*/ 0 w 28955"/>
                      <a:gd name="connsiteY0" fmla="*/ 85535 h 85534"/>
                      <a:gd name="connsiteX1" fmla="*/ 28956 w 28955"/>
                      <a:gd name="connsiteY1" fmla="*/ 0 h 85534"/>
                      <a:gd name="connsiteX2" fmla="*/ 20383 w 28955"/>
                      <a:gd name="connsiteY2" fmla="*/ 1905 h 85534"/>
                      <a:gd name="connsiteX3" fmla="*/ 7525 w 28955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55" h="85534">
                        <a:moveTo>
                          <a:pt x="0" y="85535"/>
                        </a:moveTo>
                        <a:lnTo>
                          <a:pt x="28956" y="0"/>
                        </a:lnTo>
                        <a:lnTo>
                          <a:pt x="20383" y="1905"/>
                        </a:lnTo>
                        <a:lnTo>
                          <a:pt x="7525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9" name="iśľïḓê">
                    <a:extLst>
                      <a:ext uri="{FF2B5EF4-FFF2-40B4-BE49-F238E27FC236}">
                        <a16:creationId xmlns:a16="http://schemas.microsoft.com/office/drawing/2014/main" id="{A148D406-9FA2-8B4F-2255-8B2791F04E5D}"/>
                      </a:ext>
                    </a:extLst>
                  </p:cNvPr>
                  <p:cNvSpPr/>
                  <p:nvPr/>
                </p:nvSpPr>
                <p:spPr>
                  <a:xfrm>
                    <a:off x="9303842" y="5081755"/>
                    <a:ext cx="38183" cy="113167"/>
                  </a:xfrm>
                  <a:custGeom>
                    <a:avLst/>
                    <a:gdLst>
                      <a:gd name="connsiteX0" fmla="*/ 0 w 28860"/>
                      <a:gd name="connsiteY0" fmla="*/ 85534 h 85534"/>
                      <a:gd name="connsiteX1" fmla="*/ 28861 w 28860"/>
                      <a:gd name="connsiteY1" fmla="*/ 0 h 85534"/>
                      <a:gd name="connsiteX2" fmla="*/ 20383 w 28860"/>
                      <a:gd name="connsiteY2" fmla="*/ 1905 h 85534"/>
                      <a:gd name="connsiteX3" fmla="*/ 7429 w 28860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85534">
                        <a:moveTo>
                          <a:pt x="0" y="85534"/>
                        </a:moveTo>
                        <a:lnTo>
                          <a:pt x="28861" y="0"/>
                        </a:lnTo>
                        <a:lnTo>
                          <a:pt x="20383" y="1905"/>
                        </a:lnTo>
                        <a:lnTo>
                          <a:pt x="7429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0" name="组合 469">
                  <a:extLst>
                    <a:ext uri="{FF2B5EF4-FFF2-40B4-BE49-F238E27FC236}">
                      <a16:creationId xmlns:a16="http://schemas.microsoft.com/office/drawing/2014/main" id="{6AB18C77-F993-4561-7EED-C15E7425116A}"/>
                    </a:ext>
                  </a:extLst>
                </p:cNvPr>
                <p:cNvGrpSpPr/>
                <p:nvPr/>
              </p:nvGrpSpPr>
              <p:grpSpPr>
                <a:xfrm rot="9268831">
                  <a:off x="9213167" y="5539267"/>
                  <a:ext cx="516558" cy="241494"/>
                  <a:chOff x="9016767" y="4979665"/>
                  <a:chExt cx="516558" cy="241494"/>
                </a:xfrm>
              </p:grpSpPr>
              <p:sp>
                <p:nvSpPr>
                  <p:cNvPr id="471" name="îśliḓè">
                    <a:extLst>
                      <a:ext uri="{FF2B5EF4-FFF2-40B4-BE49-F238E27FC236}">
                        <a16:creationId xmlns:a16="http://schemas.microsoft.com/office/drawing/2014/main" id="{79F9B541-DECA-16B6-0465-D89411B6E522}"/>
                      </a:ext>
                    </a:extLst>
                  </p:cNvPr>
                  <p:cNvSpPr/>
                  <p:nvPr/>
                </p:nvSpPr>
                <p:spPr>
                  <a:xfrm>
                    <a:off x="9016767" y="5067767"/>
                    <a:ext cx="370020" cy="153392"/>
                  </a:xfrm>
                  <a:custGeom>
                    <a:avLst/>
                    <a:gdLst>
                      <a:gd name="connsiteX0" fmla="*/ 276796 w 279671"/>
                      <a:gd name="connsiteY0" fmla="*/ 0 h 115937"/>
                      <a:gd name="connsiteX1" fmla="*/ 276987 w 279671"/>
                      <a:gd name="connsiteY1" fmla="*/ 857 h 115937"/>
                      <a:gd name="connsiteX2" fmla="*/ 214979 w 279671"/>
                      <a:gd name="connsiteY2" fmla="*/ 105251 h 115937"/>
                      <a:gd name="connsiteX3" fmla="*/ 200406 w 279671"/>
                      <a:gd name="connsiteY3" fmla="*/ 108966 h 115937"/>
                      <a:gd name="connsiteX4" fmla="*/ 0 w 279671"/>
                      <a:gd name="connsiteY4" fmla="*/ 68771 h 115937"/>
                      <a:gd name="connsiteX5" fmla="*/ 0 w 279671"/>
                      <a:gd name="connsiteY5" fmla="*/ 68771 h 115937"/>
                      <a:gd name="connsiteX6" fmla="*/ 276796 w 279671"/>
                      <a:gd name="connsiteY6" fmla="*/ 0 h 115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9671" h="115937">
                        <a:moveTo>
                          <a:pt x="276796" y="0"/>
                        </a:moveTo>
                        <a:lnTo>
                          <a:pt x="276987" y="857"/>
                        </a:lnTo>
                        <a:cubicBezTo>
                          <a:pt x="288703" y="46768"/>
                          <a:pt x="260985" y="93536"/>
                          <a:pt x="214979" y="105251"/>
                        </a:cubicBezTo>
                        <a:lnTo>
                          <a:pt x="200406" y="108966"/>
                        </a:lnTo>
                        <a:cubicBezTo>
                          <a:pt x="131540" y="126492"/>
                          <a:pt x="57721" y="110204"/>
                          <a:pt x="0" y="68771"/>
                        </a:cubicBezTo>
                        <a:lnTo>
                          <a:pt x="0" y="68771"/>
                        </a:lnTo>
                        <a:lnTo>
                          <a:pt x="276796" y="0"/>
                        </a:ln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2" name="îśļíḓè">
                    <a:extLst>
                      <a:ext uri="{FF2B5EF4-FFF2-40B4-BE49-F238E27FC236}">
                        <a16:creationId xmlns:a16="http://schemas.microsoft.com/office/drawing/2014/main" id="{EE71997F-CA39-430D-9645-3AAD097909D6}"/>
                      </a:ext>
                    </a:extLst>
                  </p:cNvPr>
                  <p:cNvSpPr/>
                  <p:nvPr/>
                </p:nvSpPr>
                <p:spPr>
                  <a:xfrm>
                    <a:off x="9016767" y="4979665"/>
                    <a:ext cx="366971" cy="178963"/>
                  </a:xfrm>
                  <a:custGeom>
                    <a:avLst/>
                    <a:gdLst>
                      <a:gd name="connsiteX0" fmla="*/ 277368 w 277367"/>
                      <a:gd name="connsiteY0" fmla="*/ 66589 h 135264"/>
                      <a:gd name="connsiteX1" fmla="*/ 277178 w 277367"/>
                      <a:gd name="connsiteY1" fmla="*/ 65732 h 135264"/>
                      <a:gd name="connsiteX2" fmla="*/ 173546 w 277367"/>
                      <a:gd name="connsiteY2" fmla="*/ 2391 h 135264"/>
                      <a:gd name="connsiteX3" fmla="*/ 158972 w 277367"/>
                      <a:gd name="connsiteY3" fmla="*/ 5915 h 135264"/>
                      <a:gd name="connsiteX4" fmla="*/ 0 w 277367"/>
                      <a:gd name="connsiteY4" fmla="*/ 135265 h 135264"/>
                      <a:gd name="connsiteX5" fmla="*/ 0 w 277367"/>
                      <a:gd name="connsiteY5" fmla="*/ 135265 h 135264"/>
                      <a:gd name="connsiteX6" fmla="*/ 277368 w 277367"/>
                      <a:gd name="connsiteY6" fmla="*/ 66589 h 13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7367" h="135264">
                        <a:moveTo>
                          <a:pt x="277368" y="66589"/>
                        </a:moveTo>
                        <a:lnTo>
                          <a:pt x="277178" y="65732"/>
                        </a:lnTo>
                        <a:cubicBezTo>
                          <a:pt x="266033" y="19631"/>
                          <a:pt x="219646" y="-8658"/>
                          <a:pt x="173546" y="2391"/>
                        </a:cubicBezTo>
                        <a:lnTo>
                          <a:pt x="158972" y="5915"/>
                        </a:lnTo>
                        <a:cubicBezTo>
                          <a:pt x="89916" y="22584"/>
                          <a:pt x="31718" y="71638"/>
                          <a:pt x="0" y="135265"/>
                        </a:cubicBezTo>
                        <a:lnTo>
                          <a:pt x="0" y="135265"/>
                        </a:lnTo>
                        <a:lnTo>
                          <a:pt x="277368" y="66589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3" name="iṣḷidé">
                    <a:extLst>
                      <a:ext uri="{FF2B5EF4-FFF2-40B4-BE49-F238E27FC236}">
                        <a16:creationId xmlns:a16="http://schemas.microsoft.com/office/drawing/2014/main" id="{397026D3-4EA1-1E7F-9484-0A820EDB0536}"/>
                      </a:ext>
                    </a:extLst>
                  </p:cNvPr>
                  <p:cNvSpPr/>
                  <p:nvPr/>
                </p:nvSpPr>
                <p:spPr>
                  <a:xfrm>
                    <a:off x="9074232" y="5031599"/>
                    <a:ext cx="459093" cy="112789"/>
                  </a:xfrm>
                  <a:custGeom>
                    <a:avLst/>
                    <a:gdLst>
                      <a:gd name="connsiteX0" fmla="*/ 338138 w 346995"/>
                      <a:gd name="connsiteY0" fmla="*/ 0 h 85248"/>
                      <a:gd name="connsiteX1" fmla="*/ 48387 w 346995"/>
                      <a:gd name="connsiteY1" fmla="*/ 73057 h 85248"/>
                      <a:gd name="connsiteX2" fmla="*/ 0 w 346995"/>
                      <a:gd name="connsiteY2" fmla="*/ 85249 h 85248"/>
                      <a:gd name="connsiteX3" fmla="*/ 346996 w 346995"/>
                      <a:gd name="connsiteY3" fmla="*/ 9906 h 85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6995" h="85248">
                        <a:moveTo>
                          <a:pt x="338138" y="0"/>
                        </a:moveTo>
                        <a:lnTo>
                          <a:pt x="48387" y="73057"/>
                        </a:lnTo>
                        <a:lnTo>
                          <a:pt x="0" y="85249"/>
                        </a:lnTo>
                        <a:lnTo>
                          <a:pt x="346996" y="9906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4" name="íś1ïde">
                    <a:extLst>
                      <a:ext uri="{FF2B5EF4-FFF2-40B4-BE49-F238E27FC236}">
                        <a16:creationId xmlns:a16="http://schemas.microsoft.com/office/drawing/2014/main" id="{5387990D-7E8C-84FA-3734-636345CD0498}"/>
                      </a:ext>
                    </a:extLst>
                  </p:cNvPr>
                  <p:cNvSpPr/>
                  <p:nvPr/>
                </p:nvSpPr>
                <p:spPr>
                  <a:xfrm>
                    <a:off x="9111913" y="5069153"/>
                    <a:ext cx="54314" cy="56584"/>
                  </a:xfrm>
                  <a:custGeom>
                    <a:avLst/>
                    <a:gdLst>
                      <a:gd name="connsiteX0" fmla="*/ 0 w 41052"/>
                      <a:gd name="connsiteY0" fmla="*/ 0 h 42767"/>
                      <a:gd name="connsiteX1" fmla="*/ 41053 w 41052"/>
                      <a:gd name="connsiteY1" fmla="*/ 39338 h 42767"/>
                      <a:gd name="connsiteX2" fmla="*/ 36290 w 41052"/>
                      <a:gd name="connsiteY2" fmla="*/ 42767 h 427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1052" h="42767">
                        <a:moveTo>
                          <a:pt x="0" y="0"/>
                        </a:moveTo>
                        <a:lnTo>
                          <a:pt x="41053" y="39338"/>
                        </a:lnTo>
                        <a:lnTo>
                          <a:pt x="36290" y="42767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5" name="îślîḍe">
                    <a:extLst>
                      <a:ext uri="{FF2B5EF4-FFF2-40B4-BE49-F238E27FC236}">
                        <a16:creationId xmlns:a16="http://schemas.microsoft.com/office/drawing/2014/main" id="{3BE58E8D-B978-3CCF-CC63-A261B903C968}"/>
                      </a:ext>
                    </a:extLst>
                  </p:cNvPr>
                  <p:cNvSpPr/>
                  <p:nvPr/>
                </p:nvSpPr>
                <p:spPr>
                  <a:xfrm>
                    <a:off x="9190928" y="5020761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6" name="ïṧļîḑé">
                    <a:extLst>
                      <a:ext uri="{FF2B5EF4-FFF2-40B4-BE49-F238E27FC236}">
                        <a16:creationId xmlns:a16="http://schemas.microsoft.com/office/drawing/2014/main" id="{037456BC-766F-DE83-272F-C7931A144CB2}"/>
                      </a:ext>
                    </a:extLst>
                  </p:cNvPr>
                  <p:cNvSpPr/>
                  <p:nvPr/>
                </p:nvSpPr>
                <p:spPr>
                  <a:xfrm>
                    <a:off x="9262381" y="5001858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7" name="îşlïdè">
                    <a:extLst>
                      <a:ext uri="{FF2B5EF4-FFF2-40B4-BE49-F238E27FC236}">
                        <a16:creationId xmlns:a16="http://schemas.microsoft.com/office/drawing/2014/main" id="{816EA598-4246-D551-D61D-F4DCC7FF00FA}"/>
                      </a:ext>
                    </a:extLst>
                  </p:cNvPr>
                  <p:cNvSpPr/>
                  <p:nvPr/>
                </p:nvSpPr>
                <p:spPr>
                  <a:xfrm>
                    <a:off x="9149215" y="5121957"/>
                    <a:ext cx="28354" cy="75865"/>
                  </a:xfrm>
                  <a:custGeom>
                    <a:avLst/>
                    <a:gdLst>
                      <a:gd name="connsiteX0" fmla="*/ 0 w 21431"/>
                      <a:gd name="connsiteY0" fmla="*/ 55817 h 57340"/>
                      <a:gd name="connsiteX1" fmla="*/ 21431 w 21431"/>
                      <a:gd name="connsiteY1" fmla="*/ 0 h 57340"/>
                      <a:gd name="connsiteX2" fmla="*/ 12859 w 21431"/>
                      <a:gd name="connsiteY2" fmla="*/ 1905 h 57340"/>
                      <a:gd name="connsiteX3" fmla="*/ 0 w 21431"/>
                      <a:gd name="connsiteY3" fmla="*/ 57341 h 573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31" h="57340">
                        <a:moveTo>
                          <a:pt x="0" y="55817"/>
                        </a:moveTo>
                        <a:lnTo>
                          <a:pt x="21431" y="0"/>
                        </a:lnTo>
                        <a:lnTo>
                          <a:pt x="12859" y="1905"/>
                        </a:lnTo>
                        <a:lnTo>
                          <a:pt x="0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8" name="îs1iďe">
                    <a:extLst>
                      <a:ext uri="{FF2B5EF4-FFF2-40B4-BE49-F238E27FC236}">
                        <a16:creationId xmlns:a16="http://schemas.microsoft.com/office/drawing/2014/main" id="{E5F8884F-EB61-92D8-0C36-AD06BC72F5DC}"/>
                      </a:ext>
                    </a:extLst>
                  </p:cNvPr>
                  <p:cNvSpPr/>
                  <p:nvPr/>
                </p:nvSpPr>
                <p:spPr>
                  <a:xfrm>
                    <a:off x="9238312" y="5099650"/>
                    <a:ext cx="38309" cy="113167"/>
                  </a:xfrm>
                  <a:custGeom>
                    <a:avLst/>
                    <a:gdLst>
                      <a:gd name="connsiteX0" fmla="*/ 0 w 28955"/>
                      <a:gd name="connsiteY0" fmla="*/ 85535 h 85534"/>
                      <a:gd name="connsiteX1" fmla="*/ 28956 w 28955"/>
                      <a:gd name="connsiteY1" fmla="*/ 0 h 85534"/>
                      <a:gd name="connsiteX2" fmla="*/ 20383 w 28955"/>
                      <a:gd name="connsiteY2" fmla="*/ 1905 h 85534"/>
                      <a:gd name="connsiteX3" fmla="*/ 7525 w 28955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55" h="85534">
                        <a:moveTo>
                          <a:pt x="0" y="85535"/>
                        </a:moveTo>
                        <a:lnTo>
                          <a:pt x="28956" y="0"/>
                        </a:lnTo>
                        <a:lnTo>
                          <a:pt x="20383" y="1905"/>
                        </a:lnTo>
                        <a:lnTo>
                          <a:pt x="7525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" name="iśľïḓê">
                    <a:extLst>
                      <a:ext uri="{FF2B5EF4-FFF2-40B4-BE49-F238E27FC236}">
                        <a16:creationId xmlns:a16="http://schemas.microsoft.com/office/drawing/2014/main" id="{748BFCA7-FC5F-D6AA-3648-D745C9F6290F}"/>
                      </a:ext>
                    </a:extLst>
                  </p:cNvPr>
                  <p:cNvSpPr/>
                  <p:nvPr/>
                </p:nvSpPr>
                <p:spPr>
                  <a:xfrm>
                    <a:off x="9303842" y="5081755"/>
                    <a:ext cx="38183" cy="113167"/>
                  </a:xfrm>
                  <a:custGeom>
                    <a:avLst/>
                    <a:gdLst>
                      <a:gd name="connsiteX0" fmla="*/ 0 w 28860"/>
                      <a:gd name="connsiteY0" fmla="*/ 85534 h 85534"/>
                      <a:gd name="connsiteX1" fmla="*/ 28861 w 28860"/>
                      <a:gd name="connsiteY1" fmla="*/ 0 h 85534"/>
                      <a:gd name="connsiteX2" fmla="*/ 20383 w 28860"/>
                      <a:gd name="connsiteY2" fmla="*/ 1905 h 85534"/>
                      <a:gd name="connsiteX3" fmla="*/ 7429 w 28860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85534">
                        <a:moveTo>
                          <a:pt x="0" y="85534"/>
                        </a:moveTo>
                        <a:lnTo>
                          <a:pt x="28861" y="0"/>
                        </a:lnTo>
                        <a:lnTo>
                          <a:pt x="20383" y="1905"/>
                        </a:lnTo>
                        <a:lnTo>
                          <a:pt x="7429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80" name="组合 479">
                  <a:extLst>
                    <a:ext uri="{FF2B5EF4-FFF2-40B4-BE49-F238E27FC236}">
                      <a16:creationId xmlns:a16="http://schemas.microsoft.com/office/drawing/2014/main" id="{0663538A-07CC-8723-EF6D-44E4DC575B4A}"/>
                    </a:ext>
                  </a:extLst>
                </p:cNvPr>
                <p:cNvGrpSpPr/>
                <p:nvPr/>
              </p:nvGrpSpPr>
              <p:grpSpPr>
                <a:xfrm rot="3802421">
                  <a:off x="8725787" y="5531917"/>
                  <a:ext cx="516558" cy="241494"/>
                  <a:chOff x="9016767" y="4979665"/>
                  <a:chExt cx="516558" cy="241494"/>
                </a:xfrm>
              </p:grpSpPr>
              <p:sp>
                <p:nvSpPr>
                  <p:cNvPr id="481" name="îśliḓè">
                    <a:extLst>
                      <a:ext uri="{FF2B5EF4-FFF2-40B4-BE49-F238E27FC236}">
                        <a16:creationId xmlns:a16="http://schemas.microsoft.com/office/drawing/2014/main" id="{255F7EE3-6E10-79E9-FC0E-7A4D0A33EC29}"/>
                      </a:ext>
                    </a:extLst>
                  </p:cNvPr>
                  <p:cNvSpPr/>
                  <p:nvPr/>
                </p:nvSpPr>
                <p:spPr>
                  <a:xfrm>
                    <a:off x="9016767" y="5067767"/>
                    <a:ext cx="370020" cy="153392"/>
                  </a:xfrm>
                  <a:custGeom>
                    <a:avLst/>
                    <a:gdLst>
                      <a:gd name="connsiteX0" fmla="*/ 276796 w 279671"/>
                      <a:gd name="connsiteY0" fmla="*/ 0 h 115937"/>
                      <a:gd name="connsiteX1" fmla="*/ 276987 w 279671"/>
                      <a:gd name="connsiteY1" fmla="*/ 857 h 115937"/>
                      <a:gd name="connsiteX2" fmla="*/ 214979 w 279671"/>
                      <a:gd name="connsiteY2" fmla="*/ 105251 h 115937"/>
                      <a:gd name="connsiteX3" fmla="*/ 200406 w 279671"/>
                      <a:gd name="connsiteY3" fmla="*/ 108966 h 115937"/>
                      <a:gd name="connsiteX4" fmla="*/ 0 w 279671"/>
                      <a:gd name="connsiteY4" fmla="*/ 68771 h 115937"/>
                      <a:gd name="connsiteX5" fmla="*/ 0 w 279671"/>
                      <a:gd name="connsiteY5" fmla="*/ 68771 h 115937"/>
                      <a:gd name="connsiteX6" fmla="*/ 276796 w 279671"/>
                      <a:gd name="connsiteY6" fmla="*/ 0 h 115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9671" h="115937">
                        <a:moveTo>
                          <a:pt x="276796" y="0"/>
                        </a:moveTo>
                        <a:lnTo>
                          <a:pt x="276987" y="857"/>
                        </a:lnTo>
                        <a:cubicBezTo>
                          <a:pt x="288703" y="46768"/>
                          <a:pt x="260985" y="93536"/>
                          <a:pt x="214979" y="105251"/>
                        </a:cubicBezTo>
                        <a:lnTo>
                          <a:pt x="200406" y="108966"/>
                        </a:lnTo>
                        <a:cubicBezTo>
                          <a:pt x="131540" y="126492"/>
                          <a:pt x="57721" y="110204"/>
                          <a:pt x="0" y="68771"/>
                        </a:cubicBezTo>
                        <a:lnTo>
                          <a:pt x="0" y="68771"/>
                        </a:lnTo>
                        <a:lnTo>
                          <a:pt x="276796" y="0"/>
                        </a:ln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2" name="îśļíḓè">
                    <a:extLst>
                      <a:ext uri="{FF2B5EF4-FFF2-40B4-BE49-F238E27FC236}">
                        <a16:creationId xmlns:a16="http://schemas.microsoft.com/office/drawing/2014/main" id="{4531A678-9105-AE68-AEC8-AC1860209395}"/>
                      </a:ext>
                    </a:extLst>
                  </p:cNvPr>
                  <p:cNvSpPr/>
                  <p:nvPr/>
                </p:nvSpPr>
                <p:spPr>
                  <a:xfrm>
                    <a:off x="9016767" y="4979665"/>
                    <a:ext cx="366971" cy="178963"/>
                  </a:xfrm>
                  <a:custGeom>
                    <a:avLst/>
                    <a:gdLst>
                      <a:gd name="connsiteX0" fmla="*/ 277368 w 277367"/>
                      <a:gd name="connsiteY0" fmla="*/ 66589 h 135264"/>
                      <a:gd name="connsiteX1" fmla="*/ 277178 w 277367"/>
                      <a:gd name="connsiteY1" fmla="*/ 65732 h 135264"/>
                      <a:gd name="connsiteX2" fmla="*/ 173546 w 277367"/>
                      <a:gd name="connsiteY2" fmla="*/ 2391 h 135264"/>
                      <a:gd name="connsiteX3" fmla="*/ 158972 w 277367"/>
                      <a:gd name="connsiteY3" fmla="*/ 5915 h 135264"/>
                      <a:gd name="connsiteX4" fmla="*/ 0 w 277367"/>
                      <a:gd name="connsiteY4" fmla="*/ 135265 h 135264"/>
                      <a:gd name="connsiteX5" fmla="*/ 0 w 277367"/>
                      <a:gd name="connsiteY5" fmla="*/ 135265 h 135264"/>
                      <a:gd name="connsiteX6" fmla="*/ 277368 w 277367"/>
                      <a:gd name="connsiteY6" fmla="*/ 66589 h 13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7367" h="135264">
                        <a:moveTo>
                          <a:pt x="277368" y="66589"/>
                        </a:moveTo>
                        <a:lnTo>
                          <a:pt x="277178" y="65732"/>
                        </a:lnTo>
                        <a:cubicBezTo>
                          <a:pt x="266033" y="19631"/>
                          <a:pt x="219646" y="-8658"/>
                          <a:pt x="173546" y="2391"/>
                        </a:cubicBezTo>
                        <a:lnTo>
                          <a:pt x="158972" y="5915"/>
                        </a:lnTo>
                        <a:cubicBezTo>
                          <a:pt x="89916" y="22584"/>
                          <a:pt x="31718" y="71638"/>
                          <a:pt x="0" y="135265"/>
                        </a:cubicBezTo>
                        <a:lnTo>
                          <a:pt x="0" y="135265"/>
                        </a:lnTo>
                        <a:lnTo>
                          <a:pt x="277368" y="66589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3" name="iṣḷidé">
                    <a:extLst>
                      <a:ext uri="{FF2B5EF4-FFF2-40B4-BE49-F238E27FC236}">
                        <a16:creationId xmlns:a16="http://schemas.microsoft.com/office/drawing/2014/main" id="{73B83B88-B2DB-B7A8-D5E6-DAA29A695362}"/>
                      </a:ext>
                    </a:extLst>
                  </p:cNvPr>
                  <p:cNvSpPr/>
                  <p:nvPr/>
                </p:nvSpPr>
                <p:spPr>
                  <a:xfrm>
                    <a:off x="9074232" y="5031599"/>
                    <a:ext cx="459093" cy="112789"/>
                  </a:xfrm>
                  <a:custGeom>
                    <a:avLst/>
                    <a:gdLst>
                      <a:gd name="connsiteX0" fmla="*/ 338138 w 346995"/>
                      <a:gd name="connsiteY0" fmla="*/ 0 h 85248"/>
                      <a:gd name="connsiteX1" fmla="*/ 48387 w 346995"/>
                      <a:gd name="connsiteY1" fmla="*/ 73057 h 85248"/>
                      <a:gd name="connsiteX2" fmla="*/ 0 w 346995"/>
                      <a:gd name="connsiteY2" fmla="*/ 85249 h 85248"/>
                      <a:gd name="connsiteX3" fmla="*/ 346996 w 346995"/>
                      <a:gd name="connsiteY3" fmla="*/ 9906 h 85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6995" h="85248">
                        <a:moveTo>
                          <a:pt x="338138" y="0"/>
                        </a:moveTo>
                        <a:lnTo>
                          <a:pt x="48387" y="73057"/>
                        </a:lnTo>
                        <a:lnTo>
                          <a:pt x="0" y="85249"/>
                        </a:lnTo>
                        <a:lnTo>
                          <a:pt x="346996" y="9906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4" name="íś1ïde">
                    <a:extLst>
                      <a:ext uri="{FF2B5EF4-FFF2-40B4-BE49-F238E27FC236}">
                        <a16:creationId xmlns:a16="http://schemas.microsoft.com/office/drawing/2014/main" id="{AF001B08-FA27-4FB1-D3D9-6886CE05F379}"/>
                      </a:ext>
                    </a:extLst>
                  </p:cNvPr>
                  <p:cNvSpPr/>
                  <p:nvPr/>
                </p:nvSpPr>
                <p:spPr>
                  <a:xfrm>
                    <a:off x="9111913" y="5069153"/>
                    <a:ext cx="54314" cy="56584"/>
                  </a:xfrm>
                  <a:custGeom>
                    <a:avLst/>
                    <a:gdLst>
                      <a:gd name="connsiteX0" fmla="*/ 0 w 41052"/>
                      <a:gd name="connsiteY0" fmla="*/ 0 h 42767"/>
                      <a:gd name="connsiteX1" fmla="*/ 41053 w 41052"/>
                      <a:gd name="connsiteY1" fmla="*/ 39338 h 42767"/>
                      <a:gd name="connsiteX2" fmla="*/ 36290 w 41052"/>
                      <a:gd name="connsiteY2" fmla="*/ 42767 h 427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1052" h="42767">
                        <a:moveTo>
                          <a:pt x="0" y="0"/>
                        </a:moveTo>
                        <a:lnTo>
                          <a:pt x="41053" y="39338"/>
                        </a:lnTo>
                        <a:lnTo>
                          <a:pt x="36290" y="42767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5" name="îślîḍe">
                    <a:extLst>
                      <a:ext uri="{FF2B5EF4-FFF2-40B4-BE49-F238E27FC236}">
                        <a16:creationId xmlns:a16="http://schemas.microsoft.com/office/drawing/2014/main" id="{8A6E23BA-7D90-E711-559F-9B2243F6D926}"/>
                      </a:ext>
                    </a:extLst>
                  </p:cNvPr>
                  <p:cNvSpPr/>
                  <p:nvPr/>
                </p:nvSpPr>
                <p:spPr>
                  <a:xfrm>
                    <a:off x="9190928" y="5020761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6" name="ïṧļîḑé">
                    <a:extLst>
                      <a:ext uri="{FF2B5EF4-FFF2-40B4-BE49-F238E27FC236}">
                        <a16:creationId xmlns:a16="http://schemas.microsoft.com/office/drawing/2014/main" id="{77457BDD-0B5D-6303-09DC-06B5E135DC05}"/>
                      </a:ext>
                    </a:extLst>
                  </p:cNvPr>
                  <p:cNvSpPr/>
                  <p:nvPr/>
                </p:nvSpPr>
                <p:spPr>
                  <a:xfrm>
                    <a:off x="9262381" y="5001858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7" name="îşlïdè">
                    <a:extLst>
                      <a:ext uri="{FF2B5EF4-FFF2-40B4-BE49-F238E27FC236}">
                        <a16:creationId xmlns:a16="http://schemas.microsoft.com/office/drawing/2014/main" id="{7763E6EC-457D-4D16-2361-E71E892B9BB0}"/>
                      </a:ext>
                    </a:extLst>
                  </p:cNvPr>
                  <p:cNvSpPr/>
                  <p:nvPr/>
                </p:nvSpPr>
                <p:spPr>
                  <a:xfrm>
                    <a:off x="9149215" y="5121957"/>
                    <a:ext cx="28354" cy="75865"/>
                  </a:xfrm>
                  <a:custGeom>
                    <a:avLst/>
                    <a:gdLst>
                      <a:gd name="connsiteX0" fmla="*/ 0 w 21431"/>
                      <a:gd name="connsiteY0" fmla="*/ 55817 h 57340"/>
                      <a:gd name="connsiteX1" fmla="*/ 21431 w 21431"/>
                      <a:gd name="connsiteY1" fmla="*/ 0 h 57340"/>
                      <a:gd name="connsiteX2" fmla="*/ 12859 w 21431"/>
                      <a:gd name="connsiteY2" fmla="*/ 1905 h 57340"/>
                      <a:gd name="connsiteX3" fmla="*/ 0 w 21431"/>
                      <a:gd name="connsiteY3" fmla="*/ 57341 h 573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31" h="57340">
                        <a:moveTo>
                          <a:pt x="0" y="55817"/>
                        </a:moveTo>
                        <a:lnTo>
                          <a:pt x="21431" y="0"/>
                        </a:lnTo>
                        <a:lnTo>
                          <a:pt x="12859" y="1905"/>
                        </a:lnTo>
                        <a:lnTo>
                          <a:pt x="0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8" name="îs1iďe">
                    <a:extLst>
                      <a:ext uri="{FF2B5EF4-FFF2-40B4-BE49-F238E27FC236}">
                        <a16:creationId xmlns:a16="http://schemas.microsoft.com/office/drawing/2014/main" id="{7045CC07-416D-D3DE-A1D2-4FB1621E302E}"/>
                      </a:ext>
                    </a:extLst>
                  </p:cNvPr>
                  <p:cNvSpPr/>
                  <p:nvPr/>
                </p:nvSpPr>
                <p:spPr>
                  <a:xfrm>
                    <a:off x="9238312" y="5099650"/>
                    <a:ext cx="38309" cy="113167"/>
                  </a:xfrm>
                  <a:custGeom>
                    <a:avLst/>
                    <a:gdLst>
                      <a:gd name="connsiteX0" fmla="*/ 0 w 28955"/>
                      <a:gd name="connsiteY0" fmla="*/ 85535 h 85534"/>
                      <a:gd name="connsiteX1" fmla="*/ 28956 w 28955"/>
                      <a:gd name="connsiteY1" fmla="*/ 0 h 85534"/>
                      <a:gd name="connsiteX2" fmla="*/ 20383 w 28955"/>
                      <a:gd name="connsiteY2" fmla="*/ 1905 h 85534"/>
                      <a:gd name="connsiteX3" fmla="*/ 7525 w 28955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55" h="85534">
                        <a:moveTo>
                          <a:pt x="0" y="85535"/>
                        </a:moveTo>
                        <a:lnTo>
                          <a:pt x="28956" y="0"/>
                        </a:lnTo>
                        <a:lnTo>
                          <a:pt x="20383" y="1905"/>
                        </a:lnTo>
                        <a:lnTo>
                          <a:pt x="7525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" name="iśľïḓê">
                    <a:extLst>
                      <a:ext uri="{FF2B5EF4-FFF2-40B4-BE49-F238E27FC236}">
                        <a16:creationId xmlns:a16="http://schemas.microsoft.com/office/drawing/2014/main" id="{8DC108ED-8C4B-BAD6-5D7D-00AAA6D76538}"/>
                      </a:ext>
                    </a:extLst>
                  </p:cNvPr>
                  <p:cNvSpPr/>
                  <p:nvPr/>
                </p:nvSpPr>
                <p:spPr>
                  <a:xfrm>
                    <a:off x="9303842" y="5081755"/>
                    <a:ext cx="38183" cy="113167"/>
                  </a:xfrm>
                  <a:custGeom>
                    <a:avLst/>
                    <a:gdLst>
                      <a:gd name="connsiteX0" fmla="*/ 0 w 28860"/>
                      <a:gd name="connsiteY0" fmla="*/ 85534 h 85534"/>
                      <a:gd name="connsiteX1" fmla="*/ 28861 w 28860"/>
                      <a:gd name="connsiteY1" fmla="*/ 0 h 85534"/>
                      <a:gd name="connsiteX2" fmla="*/ 20383 w 28860"/>
                      <a:gd name="connsiteY2" fmla="*/ 1905 h 85534"/>
                      <a:gd name="connsiteX3" fmla="*/ 7429 w 28860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85534">
                        <a:moveTo>
                          <a:pt x="0" y="85534"/>
                        </a:moveTo>
                        <a:lnTo>
                          <a:pt x="28861" y="0"/>
                        </a:lnTo>
                        <a:lnTo>
                          <a:pt x="20383" y="1905"/>
                        </a:lnTo>
                        <a:lnTo>
                          <a:pt x="7429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0" name="组合 489">
                  <a:extLst>
                    <a:ext uri="{FF2B5EF4-FFF2-40B4-BE49-F238E27FC236}">
                      <a16:creationId xmlns:a16="http://schemas.microsoft.com/office/drawing/2014/main" id="{65F09A57-7466-E3E0-979E-51BDBF6BAFA7}"/>
                    </a:ext>
                  </a:extLst>
                </p:cNvPr>
                <p:cNvGrpSpPr/>
                <p:nvPr/>
              </p:nvGrpSpPr>
              <p:grpSpPr>
                <a:xfrm rot="5245059">
                  <a:off x="8871837" y="5468416"/>
                  <a:ext cx="516558" cy="241494"/>
                  <a:chOff x="9016767" y="4979665"/>
                  <a:chExt cx="516558" cy="241494"/>
                </a:xfrm>
              </p:grpSpPr>
              <p:sp>
                <p:nvSpPr>
                  <p:cNvPr id="491" name="îśliḓè">
                    <a:extLst>
                      <a:ext uri="{FF2B5EF4-FFF2-40B4-BE49-F238E27FC236}">
                        <a16:creationId xmlns:a16="http://schemas.microsoft.com/office/drawing/2014/main" id="{2C9BCFD3-8B2E-9AF5-E31B-B197E2D31CC6}"/>
                      </a:ext>
                    </a:extLst>
                  </p:cNvPr>
                  <p:cNvSpPr/>
                  <p:nvPr/>
                </p:nvSpPr>
                <p:spPr>
                  <a:xfrm>
                    <a:off x="9016767" y="5067767"/>
                    <a:ext cx="370020" cy="153392"/>
                  </a:xfrm>
                  <a:custGeom>
                    <a:avLst/>
                    <a:gdLst>
                      <a:gd name="connsiteX0" fmla="*/ 276796 w 279671"/>
                      <a:gd name="connsiteY0" fmla="*/ 0 h 115937"/>
                      <a:gd name="connsiteX1" fmla="*/ 276987 w 279671"/>
                      <a:gd name="connsiteY1" fmla="*/ 857 h 115937"/>
                      <a:gd name="connsiteX2" fmla="*/ 214979 w 279671"/>
                      <a:gd name="connsiteY2" fmla="*/ 105251 h 115937"/>
                      <a:gd name="connsiteX3" fmla="*/ 200406 w 279671"/>
                      <a:gd name="connsiteY3" fmla="*/ 108966 h 115937"/>
                      <a:gd name="connsiteX4" fmla="*/ 0 w 279671"/>
                      <a:gd name="connsiteY4" fmla="*/ 68771 h 115937"/>
                      <a:gd name="connsiteX5" fmla="*/ 0 w 279671"/>
                      <a:gd name="connsiteY5" fmla="*/ 68771 h 115937"/>
                      <a:gd name="connsiteX6" fmla="*/ 276796 w 279671"/>
                      <a:gd name="connsiteY6" fmla="*/ 0 h 115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9671" h="115937">
                        <a:moveTo>
                          <a:pt x="276796" y="0"/>
                        </a:moveTo>
                        <a:lnTo>
                          <a:pt x="276987" y="857"/>
                        </a:lnTo>
                        <a:cubicBezTo>
                          <a:pt x="288703" y="46768"/>
                          <a:pt x="260985" y="93536"/>
                          <a:pt x="214979" y="105251"/>
                        </a:cubicBezTo>
                        <a:lnTo>
                          <a:pt x="200406" y="108966"/>
                        </a:lnTo>
                        <a:cubicBezTo>
                          <a:pt x="131540" y="126492"/>
                          <a:pt x="57721" y="110204"/>
                          <a:pt x="0" y="68771"/>
                        </a:cubicBezTo>
                        <a:lnTo>
                          <a:pt x="0" y="68771"/>
                        </a:lnTo>
                        <a:lnTo>
                          <a:pt x="276796" y="0"/>
                        </a:lnTo>
                        <a:close/>
                      </a:path>
                    </a:pathLst>
                  </a:custGeom>
                  <a:solidFill>
                    <a:srgbClr val="2BA33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2" name="îśļíḓè">
                    <a:extLst>
                      <a:ext uri="{FF2B5EF4-FFF2-40B4-BE49-F238E27FC236}">
                        <a16:creationId xmlns:a16="http://schemas.microsoft.com/office/drawing/2014/main" id="{8E431DAF-7ECF-426C-CC5A-83F1FBC0CF7F}"/>
                      </a:ext>
                    </a:extLst>
                  </p:cNvPr>
                  <p:cNvSpPr/>
                  <p:nvPr/>
                </p:nvSpPr>
                <p:spPr>
                  <a:xfrm>
                    <a:off x="9016767" y="4979665"/>
                    <a:ext cx="366971" cy="178963"/>
                  </a:xfrm>
                  <a:custGeom>
                    <a:avLst/>
                    <a:gdLst>
                      <a:gd name="connsiteX0" fmla="*/ 277368 w 277367"/>
                      <a:gd name="connsiteY0" fmla="*/ 66589 h 135264"/>
                      <a:gd name="connsiteX1" fmla="*/ 277178 w 277367"/>
                      <a:gd name="connsiteY1" fmla="*/ 65732 h 135264"/>
                      <a:gd name="connsiteX2" fmla="*/ 173546 w 277367"/>
                      <a:gd name="connsiteY2" fmla="*/ 2391 h 135264"/>
                      <a:gd name="connsiteX3" fmla="*/ 158972 w 277367"/>
                      <a:gd name="connsiteY3" fmla="*/ 5915 h 135264"/>
                      <a:gd name="connsiteX4" fmla="*/ 0 w 277367"/>
                      <a:gd name="connsiteY4" fmla="*/ 135265 h 135264"/>
                      <a:gd name="connsiteX5" fmla="*/ 0 w 277367"/>
                      <a:gd name="connsiteY5" fmla="*/ 135265 h 135264"/>
                      <a:gd name="connsiteX6" fmla="*/ 277368 w 277367"/>
                      <a:gd name="connsiteY6" fmla="*/ 66589 h 13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7367" h="135264">
                        <a:moveTo>
                          <a:pt x="277368" y="66589"/>
                        </a:moveTo>
                        <a:lnTo>
                          <a:pt x="277178" y="65732"/>
                        </a:lnTo>
                        <a:cubicBezTo>
                          <a:pt x="266033" y="19631"/>
                          <a:pt x="219646" y="-8658"/>
                          <a:pt x="173546" y="2391"/>
                        </a:cubicBezTo>
                        <a:lnTo>
                          <a:pt x="158972" y="5915"/>
                        </a:lnTo>
                        <a:cubicBezTo>
                          <a:pt x="89916" y="22584"/>
                          <a:pt x="31718" y="71638"/>
                          <a:pt x="0" y="135265"/>
                        </a:cubicBezTo>
                        <a:lnTo>
                          <a:pt x="0" y="135265"/>
                        </a:lnTo>
                        <a:lnTo>
                          <a:pt x="277368" y="66589"/>
                        </a:lnTo>
                        <a:close/>
                      </a:path>
                    </a:pathLst>
                  </a:custGeom>
                  <a:solidFill>
                    <a:srgbClr val="39B5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3" name="iṣḷidé">
                    <a:extLst>
                      <a:ext uri="{FF2B5EF4-FFF2-40B4-BE49-F238E27FC236}">
                        <a16:creationId xmlns:a16="http://schemas.microsoft.com/office/drawing/2014/main" id="{AFBCCA95-7047-BCF0-DA9A-07B8567BB394}"/>
                      </a:ext>
                    </a:extLst>
                  </p:cNvPr>
                  <p:cNvSpPr/>
                  <p:nvPr/>
                </p:nvSpPr>
                <p:spPr>
                  <a:xfrm>
                    <a:off x="9074232" y="5031599"/>
                    <a:ext cx="459093" cy="112789"/>
                  </a:xfrm>
                  <a:custGeom>
                    <a:avLst/>
                    <a:gdLst>
                      <a:gd name="connsiteX0" fmla="*/ 338138 w 346995"/>
                      <a:gd name="connsiteY0" fmla="*/ 0 h 85248"/>
                      <a:gd name="connsiteX1" fmla="*/ 48387 w 346995"/>
                      <a:gd name="connsiteY1" fmla="*/ 73057 h 85248"/>
                      <a:gd name="connsiteX2" fmla="*/ 0 w 346995"/>
                      <a:gd name="connsiteY2" fmla="*/ 85249 h 85248"/>
                      <a:gd name="connsiteX3" fmla="*/ 346996 w 346995"/>
                      <a:gd name="connsiteY3" fmla="*/ 9906 h 85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46995" h="85248">
                        <a:moveTo>
                          <a:pt x="338138" y="0"/>
                        </a:moveTo>
                        <a:lnTo>
                          <a:pt x="48387" y="73057"/>
                        </a:lnTo>
                        <a:lnTo>
                          <a:pt x="0" y="85249"/>
                        </a:lnTo>
                        <a:lnTo>
                          <a:pt x="346996" y="9906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4" name="íś1ïde">
                    <a:extLst>
                      <a:ext uri="{FF2B5EF4-FFF2-40B4-BE49-F238E27FC236}">
                        <a16:creationId xmlns:a16="http://schemas.microsoft.com/office/drawing/2014/main" id="{78417BA3-2B13-793C-D128-D4120EA64B32}"/>
                      </a:ext>
                    </a:extLst>
                  </p:cNvPr>
                  <p:cNvSpPr/>
                  <p:nvPr/>
                </p:nvSpPr>
                <p:spPr>
                  <a:xfrm>
                    <a:off x="9111913" y="5069153"/>
                    <a:ext cx="54314" cy="56584"/>
                  </a:xfrm>
                  <a:custGeom>
                    <a:avLst/>
                    <a:gdLst>
                      <a:gd name="connsiteX0" fmla="*/ 0 w 41052"/>
                      <a:gd name="connsiteY0" fmla="*/ 0 h 42767"/>
                      <a:gd name="connsiteX1" fmla="*/ 41053 w 41052"/>
                      <a:gd name="connsiteY1" fmla="*/ 39338 h 42767"/>
                      <a:gd name="connsiteX2" fmla="*/ 36290 w 41052"/>
                      <a:gd name="connsiteY2" fmla="*/ 42767 h 427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1052" h="42767">
                        <a:moveTo>
                          <a:pt x="0" y="0"/>
                        </a:moveTo>
                        <a:lnTo>
                          <a:pt x="41053" y="39338"/>
                        </a:lnTo>
                        <a:lnTo>
                          <a:pt x="36290" y="42767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5" name="îślîḍe">
                    <a:extLst>
                      <a:ext uri="{FF2B5EF4-FFF2-40B4-BE49-F238E27FC236}">
                        <a16:creationId xmlns:a16="http://schemas.microsoft.com/office/drawing/2014/main" id="{1A54B564-EB8D-8199-3C8F-97CDDCB9AD57}"/>
                      </a:ext>
                    </a:extLst>
                  </p:cNvPr>
                  <p:cNvSpPr/>
                  <p:nvPr/>
                </p:nvSpPr>
                <p:spPr>
                  <a:xfrm>
                    <a:off x="9190928" y="5020761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6" name="ïṧļîḑé">
                    <a:extLst>
                      <a:ext uri="{FF2B5EF4-FFF2-40B4-BE49-F238E27FC236}">
                        <a16:creationId xmlns:a16="http://schemas.microsoft.com/office/drawing/2014/main" id="{DC3EB370-D171-7858-AF80-7C9DC81EFB1F}"/>
                      </a:ext>
                    </a:extLst>
                  </p:cNvPr>
                  <p:cNvSpPr/>
                  <p:nvPr/>
                </p:nvSpPr>
                <p:spPr>
                  <a:xfrm>
                    <a:off x="9262381" y="5001858"/>
                    <a:ext cx="82795" cy="83300"/>
                  </a:xfrm>
                  <a:custGeom>
                    <a:avLst/>
                    <a:gdLst>
                      <a:gd name="connsiteX0" fmla="*/ 0 w 62579"/>
                      <a:gd name="connsiteY0" fmla="*/ 0 h 62960"/>
                      <a:gd name="connsiteX1" fmla="*/ 62579 w 62579"/>
                      <a:gd name="connsiteY1" fmla="*/ 58007 h 62960"/>
                      <a:gd name="connsiteX2" fmla="*/ 52197 w 62579"/>
                      <a:gd name="connsiteY2" fmla="*/ 62960 h 62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2579" h="62960">
                        <a:moveTo>
                          <a:pt x="0" y="0"/>
                        </a:moveTo>
                        <a:lnTo>
                          <a:pt x="62579" y="58007"/>
                        </a:lnTo>
                        <a:lnTo>
                          <a:pt x="52197" y="62960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7" name="îşlïdè">
                    <a:extLst>
                      <a:ext uri="{FF2B5EF4-FFF2-40B4-BE49-F238E27FC236}">
                        <a16:creationId xmlns:a16="http://schemas.microsoft.com/office/drawing/2014/main" id="{FFC9ECCC-F54B-2023-E90B-B94C6B38E5C0}"/>
                      </a:ext>
                    </a:extLst>
                  </p:cNvPr>
                  <p:cNvSpPr/>
                  <p:nvPr/>
                </p:nvSpPr>
                <p:spPr>
                  <a:xfrm>
                    <a:off x="9149215" y="5121957"/>
                    <a:ext cx="28354" cy="75865"/>
                  </a:xfrm>
                  <a:custGeom>
                    <a:avLst/>
                    <a:gdLst>
                      <a:gd name="connsiteX0" fmla="*/ 0 w 21431"/>
                      <a:gd name="connsiteY0" fmla="*/ 55817 h 57340"/>
                      <a:gd name="connsiteX1" fmla="*/ 21431 w 21431"/>
                      <a:gd name="connsiteY1" fmla="*/ 0 h 57340"/>
                      <a:gd name="connsiteX2" fmla="*/ 12859 w 21431"/>
                      <a:gd name="connsiteY2" fmla="*/ 1905 h 57340"/>
                      <a:gd name="connsiteX3" fmla="*/ 0 w 21431"/>
                      <a:gd name="connsiteY3" fmla="*/ 57341 h 573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31" h="57340">
                        <a:moveTo>
                          <a:pt x="0" y="55817"/>
                        </a:moveTo>
                        <a:lnTo>
                          <a:pt x="21431" y="0"/>
                        </a:lnTo>
                        <a:lnTo>
                          <a:pt x="12859" y="1905"/>
                        </a:lnTo>
                        <a:lnTo>
                          <a:pt x="0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8" name="îs1iďe">
                    <a:extLst>
                      <a:ext uri="{FF2B5EF4-FFF2-40B4-BE49-F238E27FC236}">
                        <a16:creationId xmlns:a16="http://schemas.microsoft.com/office/drawing/2014/main" id="{15445577-D70F-1F62-D93D-4427A4B3C1C5}"/>
                      </a:ext>
                    </a:extLst>
                  </p:cNvPr>
                  <p:cNvSpPr/>
                  <p:nvPr/>
                </p:nvSpPr>
                <p:spPr>
                  <a:xfrm>
                    <a:off x="9238312" y="5099650"/>
                    <a:ext cx="38309" cy="113167"/>
                  </a:xfrm>
                  <a:custGeom>
                    <a:avLst/>
                    <a:gdLst>
                      <a:gd name="connsiteX0" fmla="*/ 0 w 28955"/>
                      <a:gd name="connsiteY0" fmla="*/ 85535 h 85534"/>
                      <a:gd name="connsiteX1" fmla="*/ 28956 w 28955"/>
                      <a:gd name="connsiteY1" fmla="*/ 0 h 85534"/>
                      <a:gd name="connsiteX2" fmla="*/ 20383 w 28955"/>
                      <a:gd name="connsiteY2" fmla="*/ 1905 h 85534"/>
                      <a:gd name="connsiteX3" fmla="*/ 7525 w 28955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955" h="85534">
                        <a:moveTo>
                          <a:pt x="0" y="85535"/>
                        </a:moveTo>
                        <a:lnTo>
                          <a:pt x="28956" y="0"/>
                        </a:lnTo>
                        <a:lnTo>
                          <a:pt x="20383" y="1905"/>
                        </a:lnTo>
                        <a:lnTo>
                          <a:pt x="7525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9" name="iśľïḓê">
                    <a:extLst>
                      <a:ext uri="{FF2B5EF4-FFF2-40B4-BE49-F238E27FC236}">
                        <a16:creationId xmlns:a16="http://schemas.microsoft.com/office/drawing/2014/main" id="{8614F862-991F-CA79-700A-56F26E0FC6CF}"/>
                      </a:ext>
                    </a:extLst>
                  </p:cNvPr>
                  <p:cNvSpPr/>
                  <p:nvPr/>
                </p:nvSpPr>
                <p:spPr>
                  <a:xfrm>
                    <a:off x="9303842" y="5081755"/>
                    <a:ext cx="38183" cy="113167"/>
                  </a:xfrm>
                  <a:custGeom>
                    <a:avLst/>
                    <a:gdLst>
                      <a:gd name="connsiteX0" fmla="*/ 0 w 28860"/>
                      <a:gd name="connsiteY0" fmla="*/ 85534 h 85534"/>
                      <a:gd name="connsiteX1" fmla="*/ 28861 w 28860"/>
                      <a:gd name="connsiteY1" fmla="*/ 0 h 85534"/>
                      <a:gd name="connsiteX2" fmla="*/ 20383 w 28860"/>
                      <a:gd name="connsiteY2" fmla="*/ 1905 h 85534"/>
                      <a:gd name="connsiteX3" fmla="*/ 7429 w 28860"/>
                      <a:gd name="connsiteY3" fmla="*/ 57341 h 85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860" h="85534">
                        <a:moveTo>
                          <a:pt x="0" y="85534"/>
                        </a:moveTo>
                        <a:lnTo>
                          <a:pt x="28861" y="0"/>
                        </a:lnTo>
                        <a:lnTo>
                          <a:pt x="20383" y="1905"/>
                        </a:lnTo>
                        <a:lnTo>
                          <a:pt x="7429" y="57341"/>
                        </a:lnTo>
                        <a:close/>
                      </a:path>
                    </a:pathLst>
                  </a:custGeom>
                  <a:solidFill>
                    <a:srgbClr val="00CC0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09" name="组合 408">
                  <a:extLst>
                    <a:ext uri="{FF2B5EF4-FFF2-40B4-BE49-F238E27FC236}">
                      <a16:creationId xmlns:a16="http://schemas.microsoft.com/office/drawing/2014/main" id="{51C8E7BC-D360-3E66-4D18-9FF1DA13564E}"/>
                    </a:ext>
                  </a:extLst>
                </p:cNvPr>
                <p:cNvGrpSpPr/>
                <p:nvPr/>
              </p:nvGrpSpPr>
              <p:grpSpPr>
                <a:xfrm>
                  <a:off x="9100848" y="5481992"/>
                  <a:ext cx="329451" cy="704698"/>
                  <a:chOff x="9745179" y="4195801"/>
                  <a:chExt cx="329451" cy="704698"/>
                </a:xfrm>
              </p:grpSpPr>
              <p:grpSp>
                <p:nvGrpSpPr>
                  <p:cNvPr id="308" name="íśḻîḍe">
                    <a:extLst>
                      <a:ext uri="{FF2B5EF4-FFF2-40B4-BE49-F238E27FC236}">
                        <a16:creationId xmlns:a16="http://schemas.microsoft.com/office/drawing/2014/main" id="{B7DC27E0-A3E5-BF79-DE14-19AAB92C1EFA}"/>
                      </a:ext>
                    </a:extLst>
                  </p:cNvPr>
                  <p:cNvGrpSpPr/>
                  <p:nvPr/>
                </p:nvGrpSpPr>
                <p:grpSpPr>
                  <a:xfrm>
                    <a:off x="9745179" y="4249989"/>
                    <a:ext cx="329451" cy="650510"/>
                    <a:chOff x="5746122" y="2672178"/>
                    <a:chExt cx="249008" cy="491669"/>
                  </a:xfrm>
                </p:grpSpPr>
                <p:grpSp>
                  <p:nvGrpSpPr>
                    <p:cNvPr id="335" name="ïṡ1ïḋê">
                      <a:extLst>
                        <a:ext uri="{FF2B5EF4-FFF2-40B4-BE49-F238E27FC236}">
                          <a16:creationId xmlns:a16="http://schemas.microsoft.com/office/drawing/2014/main" id="{878E5751-BE7A-5923-1801-27519B4455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60540" y="2672178"/>
                      <a:ext cx="89769" cy="56444"/>
                      <a:chOff x="5860540" y="2672178"/>
                      <a:chExt cx="89769" cy="56444"/>
                    </a:xfrm>
                  </p:grpSpPr>
                  <p:sp>
                    <p:nvSpPr>
                      <p:cNvPr id="402" name="íSḻíḓè">
                        <a:extLst>
                          <a:ext uri="{FF2B5EF4-FFF2-40B4-BE49-F238E27FC236}">
                            <a16:creationId xmlns:a16="http://schemas.microsoft.com/office/drawing/2014/main" id="{D4DB7FCB-EF19-B40C-2D85-EA826E410E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81090" y="2672178"/>
                        <a:ext cx="69219" cy="56444"/>
                      </a:xfrm>
                      <a:custGeom>
                        <a:avLst/>
                        <a:gdLst>
                          <a:gd name="connsiteX0" fmla="*/ 311 w 69219"/>
                          <a:gd name="connsiteY0" fmla="*/ 37208 h 56444"/>
                          <a:gd name="connsiteX1" fmla="*/ 311 w 69219"/>
                          <a:gd name="connsiteY1" fmla="*/ 29969 h 56444"/>
                          <a:gd name="connsiteX2" fmla="*/ 26 w 69219"/>
                          <a:gd name="connsiteY2" fmla="*/ 22825 h 56444"/>
                          <a:gd name="connsiteX3" fmla="*/ 14504 w 69219"/>
                          <a:gd name="connsiteY3" fmla="*/ 6918 h 56444"/>
                          <a:gd name="connsiteX4" fmla="*/ 50508 w 69219"/>
                          <a:gd name="connsiteY4" fmla="*/ 60 h 56444"/>
                          <a:gd name="connsiteX5" fmla="*/ 68796 w 69219"/>
                          <a:gd name="connsiteY5" fmla="*/ 18539 h 56444"/>
                          <a:gd name="connsiteX6" fmla="*/ 69177 w 69219"/>
                          <a:gd name="connsiteY6" fmla="*/ 28540 h 56444"/>
                          <a:gd name="connsiteX7" fmla="*/ 69177 w 69219"/>
                          <a:gd name="connsiteY7" fmla="*/ 38446 h 56444"/>
                          <a:gd name="connsiteX8" fmla="*/ 52032 w 69219"/>
                          <a:gd name="connsiteY8" fmla="*/ 56353 h 56444"/>
                          <a:gd name="connsiteX9" fmla="*/ 15552 w 69219"/>
                          <a:gd name="connsiteY9" fmla="*/ 52734 h 56444"/>
                          <a:gd name="connsiteX10" fmla="*/ 311 w 69219"/>
                          <a:gd name="connsiteY10" fmla="*/ 37208 h 5644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69219" h="56444">
                            <a:moveTo>
                              <a:pt x="311" y="37208"/>
                            </a:moveTo>
                            <a:cubicBezTo>
                              <a:pt x="311" y="37208"/>
                              <a:pt x="407" y="33588"/>
                              <a:pt x="311" y="29969"/>
                            </a:cubicBezTo>
                            <a:cubicBezTo>
                              <a:pt x="121" y="26349"/>
                              <a:pt x="26" y="22825"/>
                              <a:pt x="26" y="22825"/>
                            </a:cubicBezTo>
                            <a:cubicBezTo>
                              <a:pt x="-451" y="15205"/>
                              <a:pt x="5741" y="8442"/>
                              <a:pt x="14504" y="6918"/>
                            </a:cubicBezTo>
                            <a:lnTo>
                              <a:pt x="50508" y="60"/>
                            </a:lnTo>
                            <a:cubicBezTo>
                              <a:pt x="59462" y="-797"/>
                              <a:pt x="68129" y="7585"/>
                              <a:pt x="68796" y="18539"/>
                            </a:cubicBezTo>
                            <a:cubicBezTo>
                              <a:pt x="68796" y="18539"/>
                              <a:pt x="68987" y="23492"/>
                              <a:pt x="69177" y="28540"/>
                            </a:cubicBezTo>
                            <a:cubicBezTo>
                              <a:pt x="69273" y="33493"/>
                              <a:pt x="69177" y="38446"/>
                              <a:pt x="69177" y="38446"/>
                            </a:cubicBezTo>
                            <a:cubicBezTo>
                              <a:pt x="68987" y="49305"/>
                              <a:pt x="60795" y="57401"/>
                              <a:pt x="52032" y="56353"/>
                            </a:cubicBezTo>
                            <a:lnTo>
                              <a:pt x="15552" y="52734"/>
                            </a:lnTo>
                            <a:cubicBezTo>
                              <a:pt x="6598" y="51876"/>
                              <a:pt x="121" y="44923"/>
                              <a:pt x="311" y="37208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03" name="ís1îďe">
                        <a:extLst>
                          <a:ext uri="{FF2B5EF4-FFF2-40B4-BE49-F238E27FC236}">
                            <a16:creationId xmlns:a16="http://schemas.microsoft.com/office/drawing/2014/main" id="{90F83644-EEDC-D6D9-4940-6D7AF45A34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60540" y="2693955"/>
                        <a:ext cx="31857" cy="16001"/>
                      </a:xfrm>
                      <a:custGeom>
                        <a:avLst/>
                        <a:gdLst>
                          <a:gd name="connsiteX0" fmla="*/ 2 w 31857"/>
                          <a:gd name="connsiteY0" fmla="*/ 8763 h 16001"/>
                          <a:gd name="connsiteX1" fmla="*/ 2 w 31857"/>
                          <a:gd name="connsiteY1" fmla="*/ 8668 h 16001"/>
                          <a:gd name="connsiteX2" fmla="*/ 8288 w 31857"/>
                          <a:gd name="connsiteY2" fmla="*/ 1524 h 16001"/>
                          <a:gd name="connsiteX3" fmla="*/ 31434 w 31857"/>
                          <a:gd name="connsiteY3" fmla="*/ 0 h 16001"/>
                          <a:gd name="connsiteX4" fmla="*/ 31815 w 31857"/>
                          <a:gd name="connsiteY4" fmla="*/ 8001 h 16001"/>
                          <a:gd name="connsiteX5" fmla="*/ 31815 w 31857"/>
                          <a:gd name="connsiteY5" fmla="*/ 16002 h 16001"/>
                          <a:gd name="connsiteX6" fmla="*/ 8574 w 31857"/>
                          <a:gd name="connsiteY6" fmla="*/ 15526 h 16001"/>
                          <a:gd name="connsiteX7" fmla="*/ 2 w 31857"/>
                          <a:gd name="connsiteY7" fmla="*/ 8763 h 160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31857" h="16001">
                            <a:moveTo>
                              <a:pt x="2" y="8763"/>
                            </a:moveTo>
                            <a:lnTo>
                              <a:pt x="2" y="8668"/>
                            </a:lnTo>
                            <a:cubicBezTo>
                              <a:pt x="-93" y="5048"/>
                              <a:pt x="3621" y="1905"/>
                              <a:pt x="8288" y="1524"/>
                            </a:cubicBezTo>
                            <a:lnTo>
                              <a:pt x="31434" y="0"/>
                            </a:lnTo>
                            <a:cubicBezTo>
                              <a:pt x="31434" y="0"/>
                              <a:pt x="31625" y="4000"/>
                              <a:pt x="31815" y="8001"/>
                            </a:cubicBezTo>
                            <a:cubicBezTo>
                              <a:pt x="31911" y="12001"/>
                              <a:pt x="31815" y="16002"/>
                              <a:pt x="31815" y="16002"/>
                            </a:cubicBezTo>
                            <a:lnTo>
                              <a:pt x="8574" y="15526"/>
                            </a:lnTo>
                            <a:cubicBezTo>
                              <a:pt x="3907" y="15430"/>
                              <a:pt x="97" y="12383"/>
                              <a:pt x="2" y="8763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04" name="ïşľîďê">
                        <a:extLst>
                          <a:ext uri="{FF2B5EF4-FFF2-40B4-BE49-F238E27FC236}">
                            <a16:creationId xmlns:a16="http://schemas.microsoft.com/office/drawing/2014/main" id="{7D27C21E-FB92-820F-3FA8-B3FF43A1CE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3872" y="2675333"/>
                        <a:ext cx="76395" cy="50749"/>
                      </a:xfrm>
                      <a:custGeom>
                        <a:avLst/>
                        <a:gdLst>
                          <a:gd name="connsiteX0" fmla="*/ 5 w 76395"/>
                          <a:gd name="connsiteY0" fmla="*/ 27099 h 50749"/>
                          <a:gd name="connsiteX1" fmla="*/ 5 w 76395"/>
                          <a:gd name="connsiteY1" fmla="*/ 26814 h 50749"/>
                          <a:gd name="connsiteX2" fmla="*/ 13054 w 76395"/>
                          <a:gd name="connsiteY2" fmla="*/ 12145 h 50749"/>
                          <a:gd name="connsiteX3" fmla="*/ 34676 w 76395"/>
                          <a:gd name="connsiteY3" fmla="*/ 6811 h 50749"/>
                          <a:gd name="connsiteX4" fmla="*/ 56107 w 76395"/>
                          <a:gd name="connsiteY4" fmla="*/ 620 h 50749"/>
                          <a:gd name="connsiteX5" fmla="*/ 76014 w 76395"/>
                          <a:gd name="connsiteY5" fmla="*/ 18051 h 50749"/>
                          <a:gd name="connsiteX6" fmla="*/ 76300 w 76395"/>
                          <a:gd name="connsiteY6" fmla="*/ 25289 h 50749"/>
                          <a:gd name="connsiteX7" fmla="*/ 76395 w 76395"/>
                          <a:gd name="connsiteY7" fmla="*/ 32528 h 50749"/>
                          <a:gd name="connsiteX8" fmla="*/ 57345 w 76395"/>
                          <a:gd name="connsiteY8" fmla="*/ 50340 h 50749"/>
                          <a:gd name="connsiteX9" fmla="*/ 35628 w 76395"/>
                          <a:gd name="connsiteY9" fmla="*/ 45482 h 50749"/>
                          <a:gd name="connsiteX10" fmla="*/ 13816 w 76395"/>
                          <a:gd name="connsiteY10" fmla="*/ 41292 h 50749"/>
                          <a:gd name="connsiteX11" fmla="*/ 5 w 76395"/>
                          <a:gd name="connsiteY11" fmla="*/ 27099 h 5074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76395" h="50749">
                            <a:moveTo>
                              <a:pt x="5" y="27099"/>
                            </a:moveTo>
                            <a:lnTo>
                              <a:pt x="5" y="26814"/>
                            </a:lnTo>
                            <a:cubicBezTo>
                              <a:pt x="-186" y="20146"/>
                              <a:pt x="5244" y="14050"/>
                              <a:pt x="13054" y="12145"/>
                            </a:cubicBezTo>
                            <a:cubicBezTo>
                              <a:pt x="13054" y="12145"/>
                              <a:pt x="23913" y="9764"/>
                              <a:pt x="34676" y="6811"/>
                            </a:cubicBezTo>
                            <a:cubicBezTo>
                              <a:pt x="45439" y="3953"/>
                              <a:pt x="56107" y="620"/>
                              <a:pt x="56107" y="620"/>
                            </a:cubicBezTo>
                            <a:cubicBezTo>
                              <a:pt x="65346" y="-2428"/>
                              <a:pt x="75443" y="6144"/>
                              <a:pt x="76014" y="18051"/>
                            </a:cubicBezTo>
                            <a:cubicBezTo>
                              <a:pt x="76014" y="18051"/>
                              <a:pt x="76110" y="21670"/>
                              <a:pt x="76300" y="25289"/>
                            </a:cubicBezTo>
                            <a:cubicBezTo>
                              <a:pt x="76300" y="28909"/>
                              <a:pt x="76395" y="32528"/>
                              <a:pt x="76395" y="32528"/>
                            </a:cubicBezTo>
                            <a:cubicBezTo>
                              <a:pt x="76300" y="44435"/>
                              <a:pt x="66775" y="52722"/>
                              <a:pt x="57345" y="50340"/>
                            </a:cubicBezTo>
                            <a:cubicBezTo>
                              <a:pt x="57345" y="50340"/>
                              <a:pt x="46487" y="47768"/>
                              <a:pt x="35628" y="45482"/>
                            </a:cubicBezTo>
                            <a:cubicBezTo>
                              <a:pt x="24770" y="43197"/>
                              <a:pt x="13816" y="41292"/>
                              <a:pt x="13816" y="41292"/>
                            </a:cubicBezTo>
                            <a:cubicBezTo>
                              <a:pt x="5815" y="39863"/>
                              <a:pt x="195" y="33862"/>
                              <a:pt x="5" y="27099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05" name="îşḻiḑê">
                        <a:extLst>
                          <a:ext uri="{FF2B5EF4-FFF2-40B4-BE49-F238E27FC236}">
                            <a16:creationId xmlns:a16="http://schemas.microsoft.com/office/drawing/2014/main" id="{6D49BC90-1A06-6C13-F1F6-CBADA803FE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7196" y="2683448"/>
                        <a:ext cx="13565" cy="15462"/>
                      </a:xfrm>
                      <a:custGeom>
                        <a:avLst/>
                        <a:gdLst>
                          <a:gd name="connsiteX0" fmla="*/ 7165 w 13565"/>
                          <a:gd name="connsiteY0" fmla="*/ 15460 h 15462"/>
                          <a:gd name="connsiteX1" fmla="*/ 21 w 13565"/>
                          <a:gd name="connsiteY1" fmla="*/ 8221 h 15462"/>
                          <a:gd name="connsiteX2" fmla="*/ 6117 w 13565"/>
                          <a:gd name="connsiteY2" fmla="*/ 30 h 15462"/>
                          <a:gd name="connsiteX3" fmla="*/ 13546 w 13565"/>
                          <a:gd name="connsiteY3" fmla="*/ 7364 h 15462"/>
                          <a:gd name="connsiteX4" fmla="*/ 7165 w 13565"/>
                          <a:gd name="connsiteY4" fmla="*/ 15460 h 15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565" h="15462">
                            <a:moveTo>
                              <a:pt x="7165" y="15460"/>
                            </a:moveTo>
                            <a:cubicBezTo>
                              <a:pt x="3450" y="15555"/>
                              <a:pt x="307" y="12317"/>
                              <a:pt x="21" y="8221"/>
                            </a:cubicBezTo>
                            <a:cubicBezTo>
                              <a:pt x="-265" y="4125"/>
                              <a:pt x="2402" y="411"/>
                              <a:pt x="6117" y="30"/>
                            </a:cubicBezTo>
                            <a:cubicBezTo>
                              <a:pt x="9832" y="-351"/>
                              <a:pt x="13261" y="2982"/>
                              <a:pt x="13546" y="7364"/>
                            </a:cubicBezTo>
                            <a:cubicBezTo>
                              <a:pt x="13832" y="11746"/>
                              <a:pt x="10879" y="15365"/>
                              <a:pt x="7165" y="15460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06" name="îşľiḓê">
                        <a:extLst>
                          <a:ext uri="{FF2B5EF4-FFF2-40B4-BE49-F238E27FC236}">
                            <a16:creationId xmlns:a16="http://schemas.microsoft.com/office/drawing/2014/main" id="{030DA8E9-0795-2D86-024D-6F0BB74B22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30438" y="2687083"/>
                        <a:ext cx="7069" cy="8114"/>
                      </a:xfrm>
                      <a:custGeom>
                        <a:avLst/>
                        <a:gdLst>
                          <a:gd name="connsiteX0" fmla="*/ 3732 w 7069"/>
                          <a:gd name="connsiteY0" fmla="*/ 8111 h 8114"/>
                          <a:gd name="connsiteX1" fmla="*/ 17 w 7069"/>
                          <a:gd name="connsiteY1" fmla="*/ 4301 h 8114"/>
                          <a:gd name="connsiteX2" fmla="*/ 3256 w 7069"/>
                          <a:gd name="connsiteY2" fmla="*/ 14 h 8114"/>
                          <a:gd name="connsiteX3" fmla="*/ 7066 w 7069"/>
                          <a:gd name="connsiteY3" fmla="*/ 3824 h 8114"/>
                          <a:gd name="connsiteX4" fmla="*/ 3732 w 7069"/>
                          <a:gd name="connsiteY4" fmla="*/ 8111 h 811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069" h="8114">
                            <a:moveTo>
                              <a:pt x="3732" y="8111"/>
                            </a:moveTo>
                            <a:cubicBezTo>
                              <a:pt x="1827" y="8206"/>
                              <a:pt x="208" y="6491"/>
                              <a:pt x="17" y="4301"/>
                            </a:cubicBezTo>
                            <a:cubicBezTo>
                              <a:pt x="-173" y="2110"/>
                              <a:pt x="1255" y="205"/>
                              <a:pt x="3256" y="14"/>
                            </a:cubicBezTo>
                            <a:cubicBezTo>
                              <a:pt x="5161" y="-176"/>
                              <a:pt x="6875" y="1538"/>
                              <a:pt x="7066" y="3824"/>
                            </a:cubicBezTo>
                            <a:cubicBezTo>
                              <a:pt x="7161" y="6206"/>
                              <a:pt x="5637" y="8015"/>
                              <a:pt x="3732" y="8111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36" name="iš1îḋe">
                      <a:extLst>
                        <a:ext uri="{FF2B5EF4-FFF2-40B4-BE49-F238E27FC236}">
                          <a16:creationId xmlns:a16="http://schemas.microsoft.com/office/drawing/2014/main" id="{9783084E-EF5F-A29E-D35F-98FA196C9C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56730" y="2724842"/>
                      <a:ext cx="89928" cy="59195"/>
                      <a:chOff x="5856730" y="2724842"/>
                      <a:chExt cx="89928" cy="59195"/>
                    </a:xfrm>
                  </p:grpSpPr>
                  <p:sp>
                    <p:nvSpPr>
                      <p:cNvPr id="397" name="ïṧlîdè">
                        <a:extLst>
                          <a:ext uri="{FF2B5EF4-FFF2-40B4-BE49-F238E27FC236}">
                            <a16:creationId xmlns:a16="http://schemas.microsoft.com/office/drawing/2014/main" id="{67C86E7F-968B-408D-AD6C-37B168BDC1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4953" y="2724842"/>
                        <a:ext cx="71706" cy="59195"/>
                      </a:xfrm>
                      <a:custGeom>
                        <a:avLst/>
                        <a:gdLst>
                          <a:gd name="connsiteX0" fmla="*/ 448 w 71706"/>
                          <a:gd name="connsiteY0" fmla="*/ 26168 h 59195"/>
                          <a:gd name="connsiteX1" fmla="*/ 2163 w 71706"/>
                          <a:gd name="connsiteY1" fmla="*/ 19310 h 59195"/>
                          <a:gd name="connsiteX2" fmla="*/ 3591 w 71706"/>
                          <a:gd name="connsiteY2" fmla="*/ 12356 h 59195"/>
                          <a:gd name="connsiteX3" fmla="*/ 21593 w 71706"/>
                          <a:gd name="connsiteY3" fmla="*/ 69 h 59195"/>
                          <a:gd name="connsiteX4" fmla="*/ 58074 w 71706"/>
                          <a:gd name="connsiteY4" fmla="*/ 3689 h 59195"/>
                          <a:gd name="connsiteX5" fmla="*/ 71314 w 71706"/>
                          <a:gd name="connsiteY5" fmla="*/ 24834 h 59195"/>
                          <a:gd name="connsiteX6" fmla="*/ 69218 w 71706"/>
                          <a:gd name="connsiteY6" fmla="*/ 34835 h 59195"/>
                          <a:gd name="connsiteX7" fmla="*/ 66647 w 71706"/>
                          <a:gd name="connsiteY7" fmla="*/ 44742 h 59195"/>
                          <a:gd name="connsiteX8" fmla="*/ 45215 w 71706"/>
                          <a:gd name="connsiteY8" fmla="*/ 58267 h 59195"/>
                          <a:gd name="connsiteX9" fmla="*/ 11116 w 71706"/>
                          <a:gd name="connsiteY9" fmla="*/ 44932 h 59195"/>
                          <a:gd name="connsiteX10" fmla="*/ 448 w 71706"/>
                          <a:gd name="connsiteY10" fmla="*/ 26168 h 5919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71706" h="59195">
                            <a:moveTo>
                              <a:pt x="448" y="26168"/>
                            </a:moveTo>
                            <a:cubicBezTo>
                              <a:pt x="448" y="26168"/>
                              <a:pt x="1496" y="22834"/>
                              <a:pt x="2163" y="19310"/>
                            </a:cubicBezTo>
                            <a:cubicBezTo>
                              <a:pt x="3020" y="15881"/>
                              <a:pt x="3591" y="12356"/>
                              <a:pt x="3591" y="12356"/>
                            </a:cubicBezTo>
                            <a:cubicBezTo>
                              <a:pt x="5020" y="4927"/>
                              <a:pt x="12640" y="-693"/>
                              <a:pt x="21593" y="69"/>
                            </a:cubicBezTo>
                            <a:lnTo>
                              <a:pt x="58074" y="3689"/>
                            </a:lnTo>
                            <a:cubicBezTo>
                              <a:pt x="66837" y="4451"/>
                              <a:pt x="73409" y="13880"/>
                              <a:pt x="71314" y="24834"/>
                            </a:cubicBezTo>
                            <a:cubicBezTo>
                              <a:pt x="71314" y="24834"/>
                              <a:pt x="70457" y="29787"/>
                              <a:pt x="69218" y="34835"/>
                            </a:cubicBezTo>
                            <a:cubicBezTo>
                              <a:pt x="68171" y="39788"/>
                              <a:pt x="66647" y="44742"/>
                              <a:pt x="66647" y="44742"/>
                            </a:cubicBezTo>
                            <a:cubicBezTo>
                              <a:pt x="63694" y="55695"/>
                              <a:pt x="53312" y="61601"/>
                              <a:pt x="45215" y="58267"/>
                            </a:cubicBezTo>
                            <a:lnTo>
                              <a:pt x="11116" y="44932"/>
                            </a:lnTo>
                            <a:cubicBezTo>
                              <a:pt x="2829" y="41598"/>
                              <a:pt x="-1457" y="33407"/>
                              <a:pt x="448" y="26168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8" name="îşľïḑè">
                        <a:extLst>
                          <a:ext uri="{FF2B5EF4-FFF2-40B4-BE49-F238E27FC236}">
                            <a16:creationId xmlns:a16="http://schemas.microsoft.com/office/drawing/2014/main" id="{C4AC8FFE-ACE0-4EE2-EF61-414D4D8CFA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6730" y="2734571"/>
                        <a:ext cx="32671" cy="19773"/>
                      </a:xfrm>
                      <a:custGeom>
                        <a:avLst/>
                        <a:gdLst>
                          <a:gd name="connsiteX0" fmla="*/ 96 w 32671"/>
                          <a:gd name="connsiteY0" fmla="*/ 5009 h 19773"/>
                          <a:gd name="connsiteX1" fmla="*/ 96 w 32671"/>
                          <a:gd name="connsiteY1" fmla="*/ 4914 h 19773"/>
                          <a:gd name="connsiteX2" fmla="*/ 9812 w 32671"/>
                          <a:gd name="connsiteY2" fmla="*/ 152 h 19773"/>
                          <a:gd name="connsiteX3" fmla="*/ 32672 w 32671"/>
                          <a:gd name="connsiteY3" fmla="*/ 4247 h 19773"/>
                          <a:gd name="connsiteX4" fmla="*/ 31053 w 32671"/>
                          <a:gd name="connsiteY4" fmla="*/ 12058 h 19773"/>
                          <a:gd name="connsiteX5" fmla="*/ 29052 w 32671"/>
                          <a:gd name="connsiteY5" fmla="*/ 19773 h 19773"/>
                          <a:gd name="connsiteX6" fmla="*/ 6764 w 32671"/>
                          <a:gd name="connsiteY6" fmla="*/ 13391 h 19773"/>
                          <a:gd name="connsiteX7" fmla="*/ 96 w 32671"/>
                          <a:gd name="connsiteY7" fmla="*/ 5009 h 1977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32671" h="19773">
                            <a:moveTo>
                              <a:pt x="96" y="5009"/>
                            </a:moveTo>
                            <a:lnTo>
                              <a:pt x="96" y="4914"/>
                            </a:lnTo>
                            <a:cubicBezTo>
                              <a:pt x="953" y="1580"/>
                              <a:pt x="5145" y="-610"/>
                              <a:pt x="9812" y="152"/>
                            </a:cubicBezTo>
                            <a:lnTo>
                              <a:pt x="32672" y="4247"/>
                            </a:lnTo>
                            <a:cubicBezTo>
                              <a:pt x="32672" y="4247"/>
                              <a:pt x="32005" y="8153"/>
                              <a:pt x="31053" y="12058"/>
                            </a:cubicBezTo>
                            <a:cubicBezTo>
                              <a:pt x="30291" y="15963"/>
                              <a:pt x="29052" y="19773"/>
                              <a:pt x="29052" y="19773"/>
                            </a:cubicBezTo>
                            <a:lnTo>
                              <a:pt x="6764" y="13391"/>
                            </a:lnTo>
                            <a:cubicBezTo>
                              <a:pt x="2287" y="12153"/>
                              <a:pt x="-570" y="8438"/>
                              <a:pt x="96" y="5009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9" name="îSļiḋe">
                        <a:extLst>
                          <a:ext uri="{FF2B5EF4-FFF2-40B4-BE49-F238E27FC236}">
                            <a16:creationId xmlns:a16="http://schemas.microsoft.com/office/drawing/2014/main" id="{932E4764-FDDB-D8BC-3757-B483B1939E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69518" y="2731079"/>
                        <a:ext cx="76676" cy="50465"/>
                      </a:xfrm>
                      <a:custGeom>
                        <a:avLst/>
                        <a:gdLst>
                          <a:gd name="connsiteX0" fmla="*/ 263 w 76676"/>
                          <a:gd name="connsiteY0" fmla="*/ 11549 h 50465"/>
                          <a:gd name="connsiteX1" fmla="*/ 358 w 76676"/>
                          <a:gd name="connsiteY1" fmla="*/ 11358 h 50465"/>
                          <a:gd name="connsiteX2" fmla="*/ 16646 w 76676"/>
                          <a:gd name="connsiteY2" fmla="*/ 405 h 50465"/>
                          <a:gd name="connsiteX3" fmla="*/ 38839 w 76676"/>
                          <a:gd name="connsiteY3" fmla="*/ 500 h 50465"/>
                          <a:gd name="connsiteX4" fmla="*/ 61127 w 76676"/>
                          <a:gd name="connsiteY4" fmla="*/ 24 h 50465"/>
                          <a:gd name="connsiteX5" fmla="*/ 76272 w 76676"/>
                          <a:gd name="connsiteY5" fmla="*/ 21360 h 50465"/>
                          <a:gd name="connsiteX6" fmla="*/ 74653 w 76676"/>
                          <a:gd name="connsiteY6" fmla="*/ 28599 h 50465"/>
                          <a:gd name="connsiteX7" fmla="*/ 72939 w 76676"/>
                          <a:gd name="connsiteY7" fmla="*/ 35838 h 50465"/>
                          <a:gd name="connsiteX8" fmla="*/ 49697 w 76676"/>
                          <a:gd name="connsiteY8" fmla="*/ 48696 h 50465"/>
                          <a:gd name="connsiteX9" fmla="*/ 30076 w 76676"/>
                          <a:gd name="connsiteY9" fmla="*/ 38219 h 50465"/>
                          <a:gd name="connsiteX10" fmla="*/ 10169 w 76676"/>
                          <a:gd name="connsiteY10" fmla="*/ 28503 h 50465"/>
                          <a:gd name="connsiteX11" fmla="*/ 263 w 76676"/>
                          <a:gd name="connsiteY11" fmla="*/ 11549 h 5046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76676" h="50465">
                            <a:moveTo>
                              <a:pt x="263" y="11549"/>
                            </a:moveTo>
                            <a:lnTo>
                              <a:pt x="358" y="11358"/>
                            </a:lnTo>
                            <a:cubicBezTo>
                              <a:pt x="1977" y="5072"/>
                              <a:pt x="8454" y="309"/>
                              <a:pt x="16646" y="405"/>
                            </a:cubicBezTo>
                            <a:cubicBezTo>
                              <a:pt x="16646" y="405"/>
                              <a:pt x="27695" y="690"/>
                              <a:pt x="38839" y="500"/>
                            </a:cubicBezTo>
                            <a:cubicBezTo>
                              <a:pt x="49983" y="405"/>
                              <a:pt x="61127" y="24"/>
                              <a:pt x="61127" y="24"/>
                            </a:cubicBezTo>
                            <a:cubicBezTo>
                              <a:pt x="70843" y="-548"/>
                              <a:pt x="78558" y="9358"/>
                              <a:pt x="76272" y="21360"/>
                            </a:cubicBezTo>
                            <a:cubicBezTo>
                              <a:pt x="76272" y="21360"/>
                              <a:pt x="75510" y="24979"/>
                              <a:pt x="74653" y="28599"/>
                            </a:cubicBezTo>
                            <a:cubicBezTo>
                              <a:pt x="73796" y="32218"/>
                              <a:pt x="72939" y="35838"/>
                              <a:pt x="72939" y="35838"/>
                            </a:cubicBezTo>
                            <a:cubicBezTo>
                              <a:pt x="69700" y="47839"/>
                              <a:pt x="58175" y="53649"/>
                              <a:pt x="49697" y="48696"/>
                            </a:cubicBezTo>
                            <a:cubicBezTo>
                              <a:pt x="49697" y="48696"/>
                              <a:pt x="39982" y="43267"/>
                              <a:pt x="30076" y="38219"/>
                            </a:cubicBezTo>
                            <a:cubicBezTo>
                              <a:pt x="20170" y="33171"/>
                              <a:pt x="10169" y="28503"/>
                              <a:pt x="10169" y="28503"/>
                            </a:cubicBezTo>
                            <a:cubicBezTo>
                              <a:pt x="2739" y="24884"/>
                              <a:pt x="-1071" y="17931"/>
                              <a:pt x="263" y="11549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00" name="ï$ļïḑê">
                        <a:extLst>
                          <a:ext uri="{FF2B5EF4-FFF2-40B4-BE49-F238E27FC236}">
                            <a16:creationId xmlns:a16="http://schemas.microsoft.com/office/drawing/2014/main" id="{F9258EE1-D849-0A5E-F7B4-EADED0FFE2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4072" y="2738671"/>
                        <a:ext cx="13573" cy="15509"/>
                      </a:xfrm>
                      <a:custGeom>
                        <a:avLst/>
                        <a:gdLst>
                          <a:gd name="connsiteX0" fmla="*/ 5240 w 13573"/>
                          <a:gd name="connsiteY0" fmla="*/ 15387 h 15509"/>
                          <a:gd name="connsiteX1" fmla="*/ 96 w 13573"/>
                          <a:gd name="connsiteY1" fmla="*/ 6529 h 15509"/>
                          <a:gd name="connsiteX2" fmla="*/ 8097 w 13573"/>
                          <a:gd name="connsiteY2" fmla="*/ 52 h 15509"/>
                          <a:gd name="connsiteX3" fmla="*/ 13431 w 13573"/>
                          <a:gd name="connsiteY3" fmla="*/ 8910 h 15509"/>
                          <a:gd name="connsiteX4" fmla="*/ 5240 w 13573"/>
                          <a:gd name="connsiteY4" fmla="*/ 15387 h 155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573" h="15509">
                            <a:moveTo>
                              <a:pt x="5240" y="15387"/>
                            </a:moveTo>
                            <a:cubicBezTo>
                              <a:pt x="1525" y="14530"/>
                              <a:pt x="-475" y="10625"/>
                              <a:pt x="96" y="6529"/>
                            </a:cubicBezTo>
                            <a:cubicBezTo>
                              <a:pt x="763" y="2433"/>
                              <a:pt x="4383" y="-424"/>
                              <a:pt x="8097" y="52"/>
                            </a:cubicBezTo>
                            <a:cubicBezTo>
                              <a:pt x="11812" y="528"/>
                              <a:pt x="14193" y="4529"/>
                              <a:pt x="13431" y="8910"/>
                            </a:cubicBezTo>
                            <a:cubicBezTo>
                              <a:pt x="12765" y="13292"/>
                              <a:pt x="8764" y="16149"/>
                              <a:pt x="5240" y="15387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01" name="ï$ľiḋe">
                        <a:extLst>
                          <a:ext uri="{FF2B5EF4-FFF2-40B4-BE49-F238E27FC236}">
                            <a16:creationId xmlns:a16="http://schemas.microsoft.com/office/drawing/2014/main" id="{B549BF6A-F744-C253-FD3C-7D395DD430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7243" y="2742401"/>
                        <a:ext cx="6995" cy="8000"/>
                      </a:xfrm>
                      <a:custGeom>
                        <a:avLst/>
                        <a:gdLst>
                          <a:gd name="connsiteX0" fmla="*/ 2831 w 6995"/>
                          <a:gd name="connsiteY0" fmla="*/ 7942 h 8000"/>
                          <a:gd name="connsiteX1" fmla="*/ 69 w 6995"/>
                          <a:gd name="connsiteY1" fmla="*/ 3370 h 8000"/>
                          <a:gd name="connsiteX2" fmla="*/ 4165 w 6995"/>
                          <a:gd name="connsiteY2" fmla="*/ 36 h 8000"/>
                          <a:gd name="connsiteX3" fmla="*/ 6927 w 6995"/>
                          <a:gd name="connsiteY3" fmla="*/ 4608 h 8000"/>
                          <a:gd name="connsiteX4" fmla="*/ 2831 w 6995"/>
                          <a:gd name="connsiteY4" fmla="*/ 7942 h 80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995" h="8000">
                            <a:moveTo>
                              <a:pt x="2831" y="7942"/>
                            </a:moveTo>
                            <a:cubicBezTo>
                              <a:pt x="926" y="7561"/>
                              <a:pt x="-312" y="5466"/>
                              <a:pt x="69" y="3370"/>
                            </a:cubicBezTo>
                            <a:cubicBezTo>
                              <a:pt x="450" y="1179"/>
                              <a:pt x="2260" y="-249"/>
                              <a:pt x="4165" y="36"/>
                            </a:cubicBezTo>
                            <a:cubicBezTo>
                              <a:pt x="6070" y="322"/>
                              <a:pt x="7308" y="2418"/>
                              <a:pt x="6927" y="4608"/>
                            </a:cubicBezTo>
                            <a:cubicBezTo>
                              <a:pt x="6641" y="6799"/>
                              <a:pt x="4831" y="8323"/>
                              <a:pt x="2831" y="7942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37" name="ïṩḷíďe">
                      <a:extLst>
                        <a:ext uri="{FF2B5EF4-FFF2-40B4-BE49-F238E27FC236}">
                          <a16:creationId xmlns:a16="http://schemas.microsoft.com/office/drawing/2014/main" id="{137C358E-3D98-D1AC-BA59-87F612FBA4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43871" y="2768569"/>
                      <a:ext cx="85286" cy="67661"/>
                      <a:chOff x="5843871" y="2768569"/>
                      <a:chExt cx="85286" cy="67661"/>
                    </a:xfrm>
                  </p:grpSpPr>
                  <p:sp>
                    <p:nvSpPr>
                      <p:cNvPr id="392" name="îşḻîḑé">
                        <a:extLst>
                          <a:ext uri="{FF2B5EF4-FFF2-40B4-BE49-F238E27FC236}">
                            <a16:creationId xmlns:a16="http://schemas.microsoft.com/office/drawing/2014/main" id="{0757B3FE-2A6F-DD49-27BF-64949B344F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6626" y="2768569"/>
                        <a:ext cx="72531" cy="67661"/>
                      </a:xfrm>
                      <a:custGeom>
                        <a:avLst/>
                        <a:gdLst>
                          <a:gd name="connsiteX0" fmla="*/ 2296 w 72531"/>
                          <a:gd name="connsiteY0" fmla="*/ 18922 h 67661"/>
                          <a:gd name="connsiteX1" fmla="*/ 3344 w 72531"/>
                          <a:gd name="connsiteY1" fmla="*/ 17303 h 67661"/>
                          <a:gd name="connsiteX2" fmla="*/ 5630 w 72531"/>
                          <a:gd name="connsiteY2" fmla="*/ 13588 h 67661"/>
                          <a:gd name="connsiteX3" fmla="*/ 8964 w 72531"/>
                          <a:gd name="connsiteY3" fmla="*/ 7587 h 67661"/>
                          <a:gd name="connsiteX4" fmla="*/ 29442 w 72531"/>
                          <a:gd name="connsiteY4" fmla="*/ 1205 h 67661"/>
                          <a:gd name="connsiteX5" fmla="*/ 63542 w 72531"/>
                          <a:gd name="connsiteY5" fmla="*/ 14540 h 67661"/>
                          <a:gd name="connsiteX6" fmla="*/ 70019 w 72531"/>
                          <a:gd name="connsiteY6" fmla="*/ 39305 h 67661"/>
                          <a:gd name="connsiteX7" fmla="*/ 64875 w 72531"/>
                          <a:gd name="connsiteY7" fmla="*/ 48640 h 67661"/>
                          <a:gd name="connsiteX8" fmla="*/ 60684 w 72531"/>
                          <a:gd name="connsiteY8" fmla="*/ 55403 h 67661"/>
                          <a:gd name="connsiteX9" fmla="*/ 58589 w 72531"/>
                          <a:gd name="connsiteY9" fmla="*/ 58546 h 67661"/>
                          <a:gd name="connsiteX10" fmla="*/ 33633 w 72531"/>
                          <a:gd name="connsiteY10" fmla="*/ 64165 h 67661"/>
                          <a:gd name="connsiteX11" fmla="*/ 6106 w 72531"/>
                          <a:gd name="connsiteY11" fmla="*/ 40067 h 67661"/>
                          <a:gd name="connsiteX12" fmla="*/ 2296 w 72531"/>
                          <a:gd name="connsiteY12" fmla="*/ 18922 h 676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72531" h="67661">
                            <a:moveTo>
                              <a:pt x="2296" y="18922"/>
                            </a:moveTo>
                            <a:cubicBezTo>
                              <a:pt x="2296" y="18922"/>
                              <a:pt x="2677" y="18255"/>
                              <a:pt x="3344" y="17303"/>
                            </a:cubicBezTo>
                            <a:cubicBezTo>
                              <a:pt x="3915" y="16350"/>
                              <a:pt x="4773" y="15207"/>
                              <a:pt x="5630" y="13588"/>
                            </a:cubicBezTo>
                            <a:cubicBezTo>
                              <a:pt x="7249" y="10635"/>
                              <a:pt x="8964" y="7587"/>
                              <a:pt x="8964" y="7587"/>
                            </a:cubicBezTo>
                            <a:cubicBezTo>
                              <a:pt x="12202" y="1110"/>
                              <a:pt x="21251" y="-1843"/>
                              <a:pt x="29442" y="1205"/>
                            </a:cubicBezTo>
                            <a:lnTo>
                              <a:pt x="63542" y="14540"/>
                            </a:lnTo>
                            <a:cubicBezTo>
                              <a:pt x="71924" y="17588"/>
                              <a:pt x="75258" y="28828"/>
                              <a:pt x="70019" y="39305"/>
                            </a:cubicBezTo>
                            <a:cubicBezTo>
                              <a:pt x="70019" y="39305"/>
                              <a:pt x="67447" y="43973"/>
                              <a:pt x="64875" y="48640"/>
                            </a:cubicBezTo>
                            <a:cubicBezTo>
                              <a:pt x="63732" y="50831"/>
                              <a:pt x="61827" y="53593"/>
                              <a:pt x="60684" y="55403"/>
                            </a:cubicBezTo>
                            <a:cubicBezTo>
                              <a:pt x="59446" y="57307"/>
                              <a:pt x="58589" y="58546"/>
                              <a:pt x="58589" y="58546"/>
                            </a:cubicBezTo>
                            <a:cubicBezTo>
                              <a:pt x="51255" y="68833"/>
                              <a:pt x="40206" y="69976"/>
                              <a:pt x="33633" y="64165"/>
                            </a:cubicBezTo>
                            <a:lnTo>
                              <a:pt x="6106" y="40067"/>
                            </a:lnTo>
                            <a:cubicBezTo>
                              <a:pt x="-657" y="34067"/>
                              <a:pt x="-1609" y="24446"/>
                              <a:pt x="2296" y="18922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3" name="îšliḍé">
                        <a:extLst>
                          <a:ext uri="{FF2B5EF4-FFF2-40B4-BE49-F238E27FC236}">
                            <a16:creationId xmlns:a16="http://schemas.microsoft.com/office/drawing/2014/main" id="{33E43AF0-C2B1-0B97-C0F6-D9C4DFF094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3871" y="2769052"/>
                        <a:ext cx="31720" cy="25010"/>
                      </a:xfrm>
                      <a:custGeom>
                        <a:avLst/>
                        <a:gdLst>
                          <a:gd name="connsiteX0" fmla="*/ 478 w 31720"/>
                          <a:gd name="connsiteY0" fmla="*/ 2627 h 25010"/>
                          <a:gd name="connsiteX1" fmla="*/ 574 w 31720"/>
                          <a:gd name="connsiteY1" fmla="*/ 2532 h 25010"/>
                          <a:gd name="connsiteX2" fmla="*/ 11051 w 31720"/>
                          <a:gd name="connsiteY2" fmla="*/ 1294 h 25010"/>
                          <a:gd name="connsiteX3" fmla="*/ 31720 w 31720"/>
                          <a:gd name="connsiteY3" fmla="*/ 11867 h 25010"/>
                          <a:gd name="connsiteX4" fmla="*/ 27910 w 31720"/>
                          <a:gd name="connsiteY4" fmla="*/ 18724 h 25010"/>
                          <a:gd name="connsiteX5" fmla="*/ 23910 w 31720"/>
                          <a:gd name="connsiteY5" fmla="*/ 25011 h 25010"/>
                          <a:gd name="connsiteX6" fmla="*/ 4955 w 31720"/>
                          <a:gd name="connsiteY6" fmla="*/ 11581 h 25010"/>
                          <a:gd name="connsiteX7" fmla="*/ 478 w 31720"/>
                          <a:gd name="connsiteY7" fmla="*/ 2627 h 25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31720" h="25010">
                            <a:moveTo>
                              <a:pt x="478" y="2627"/>
                            </a:moveTo>
                            <a:lnTo>
                              <a:pt x="574" y="2532"/>
                            </a:lnTo>
                            <a:cubicBezTo>
                              <a:pt x="2098" y="-326"/>
                              <a:pt x="6765" y="-802"/>
                              <a:pt x="11051" y="1294"/>
                            </a:cubicBezTo>
                            <a:lnTo>
                              <a:pt x="31720" y="11867"/>
                            </a:lnTo>
                            <a:cubicBezTo>
                              <a:pt x="31720" y="11867"/>
                              <a:pt x="29815" y="15296"/>
                              <a:pt x="27910" y="18724"/>
                            </a:cubicBezTo>
                            <a:cubicBezTo>
                              <a:pt x="26005" y="22153"/>
                              <a:pt x="23910" y="25011"/>
                              <a:pt x="23910" y="25011"/>
                            </a:cubicBezTo>
                            <a:lnTo>
                              <a:pt x="4955" y="11581"/>
                            </a:lnTo>
                            <a:cubicBezTo>
                              <a:pt x="1240" y="8628"/>
                              <a:pt x="-1046" y="5199"/>
                              <a:pt x="478" y="2627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4" name="íSļïḑe">
                        <a:extLst>
                          <a:ext uri="{FF2B5EF4-FFF2-40B4-BE49-F238E27FC236}">
                            <a16:creationId xmlns:a16="http://schemas.microsoft.com/office/drawing/2014/main" id="{D18C8D7A-66F5-292C-E2F5-4D2ADAAF3A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4500" y="2772035"/>
                        <a:ext cx="73575" cy="61954"/>
                      </a:xfrm>
                      <a:custGeom>
                        <a:avLst/>
                        <a:gdLst>
                          <a:gd name="connsiteX0" fmla="*/ 1279 w 73575"/>
                          <a:gd name="connsiteY0" fmla="*/ 6407 h 61954"/>
                          <a:gd name="connsiteX1" fmla="*/ 1374 w 73575"/>
                          <a:gd name="connsiteY1" fmla="*/ 6217 h 61954"/>
                          <a:gd name="connsiteX2" fmla="*/ 19853 w 73575"/>
                          <a:gd name="connsiteY2" fmla="*/ 883 h 61954"/>
                          <a:gd name="connsiteX3" fmla="*/ 41189 w 73575"/>
                          <a:gd name="connsiteY3" fmla="*/ 7264 h 61954"/>
                          <a:gd name="connsiteX4" fmla="*/ 62811 w 73575"/>
                          <a:gd name="connsiteY4" fmla="*/ 12884 h 61954"/>
                          <a:gd name="connsiteX5" fmla="*/ 70812 w 73575"/>
                          <a:gd name="connsiteY5" fmla="*/ 38316 h 61954"/>
                          <a:gd name="connsiteX6" fmla="*/ 67002 w 73575"/>
                          <a:gd name="connsiteY6" fmla="*/ 45079 h 61954"/>
                          <a:gd name="connsiteX7" fmla="*/ 64049 w 73575"/>
                          <a:gd name="connsiteY7" fmla="*/ 49936 h 61954"/>
                          <a:gd name="connsiteX8" fmla="*/ 62525 w 73575"/>
                          <a:gd name="connsiteY8" fmla="*/ 52222 h 61954"/>
                          <a:gd name="connsiteX9" fmla="*/ 35855 w 73575"/>
                          <a:gd name="connsiteY9" fmla="*/ 57175 h 61954"/>
                          <a:gd name="connsiteX10" fmla="*/ 20996 w 73575"/>
                          <a:gd name="connsiteY10" fmla="*/ 40602 h 61954"/>
                          <a:gd name="connsiteX11" fmla="*/ 5661 w 73575"/>
                          <a:gd name="connsiteY11" fmla="*/ 24505 h 61954"/>
                          <a:gd name="connsiteX12" fmla="*/ 1279 w 73575"/>
                          <a:gd name="connsiteY12" fmla="*/ 6407 h 6195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73575" h="61954">
                            <a:moveTo>
                              <a:pt x="1279" y="6407"/>
                            </a:moveTo>
                            <a:lnTo>
                              <a:pt x="1374" y="6217"/>
                            </a:lnTo>
                            <a:cubicBezTo>
                              <a:pt x="4518" y="883"/>
                              <a:pt x="12138" y="-1403"/>
                              <a:pt x="19853" y="883"/>
                            </a:cubicBezTo>
                            <a:cubicBezTo>
                              <a:pt x="19853" y="883"/>
                              <a:pt x="30426" y="4312"/>
                              <a:pt x="41189" y="7264"/>
                            </a:cubicBezTo>
                            <a:cubicBezTo>
                              <a:pt x="51952" y="10312"/>
                              <a:pt x="62811" y="12884"/>
                              <a:pt x="62811" y="12884"/>
                            </a:cubicBezTo>
                            <a:cubicBezTo>
                              <a:pt x="72336" y="14884"/>
                              <a:pt x="76908" y="26981"/>
                              <a:pt x="70812" y="38316"/>
                            </a:cubicBezTo>
                            <a:cubicBezTo>
                              <a:pt x="70812" y="38316"/>
                              <a:pt x="68907" y="41745"/>
                              <a:pt x="67002" y="45079"/>
                            </a:cubicBezTo>
                            <a:cubicBezTo>
                              <a:pt x="66144" y="46698"/>
                              <a:pt x="65001" y="48508"/>
                              <a:pt x="64049" y="49936"/>
                            </a:cubicBezTo>
                            <a:cubicBezTo>
                              <a:pt x="63192" y="51270"/>
                              <a:pt x="62525" y="52222"/>
                              <a:pt x="62525" y="52222"/>
                            </a:cubicBezTo>
                            <a:cubicBezTo>
                              <a:pt x="54524" y="63938"/>
                              <a:pt x="42141" y="64414"/>
                              <a:pt x="35855" y="57175"/>
                            </a:cubicBezTo>
                            <a:cubicBezTo>
                              <a:pt x="35855" y="57175"/>
                              <a:pt x="28616" y="48793"/>
                              <a:pt x="20996" y="40602"/>
                            </a:cubicBezTo>
                            <a:cubicBezTo>
                              <a:pt x="13471" y="32410"/>
                              <a:pt x="5661" y="24505"/>
                              <a:pt x="5661" y="24505"/>
                            </a:cubicBezTo>
                            <a:cubicBezTo>
                              <a:pt x="136" y="18694"/>
                              <a:pt x="-1388" y="11074"/>
                              <a:pt x="1279" y="6407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5" name="îṧlíḓê">
                        <a:extLst>
                          <a:ext uri="{FF2B5EF4-FFF2-40B4-BE49-F238E27FC236}">
                            <a16:creationId xmlns:a16="http://schemas.microsoft.com/office/drawing/2014/main" id="{0289EDE2-FB7B-293D-5B7C-2575812A58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05815" y="2792299"/>
                        <a:ext cx="14258" cy="15683"/>
                      </a:xfrm>
                      <a:custGeom>
                        <a:avLst/>
                        <a:gdLst>
                          <a:gd name="connsiteX0" fmla="*/ 3209 w 14258"/>
                          <a:gd name="connsiteY0" fmla="*/ 14909 h 15683"/>
                          <a:gd name="connsiteX1" fmla="*/ 1114 w 14258"/>
                          <a:gd name="connsiteY1" fmla="*/ 4717 h 15683"/>
                          <a:gd name="connsiteX2" fmla="*/ 10639 w 14258"/>
                          <a:gd name="connsiteY2" fmla="*/ 526 h 15683"/>
                          <a:gd name="connsiteX3" fmla="*/ 13210 w 14258"/>
                          <a:gd name="connsiteY3" fmla="*/ 10908 h 15683"/>
                          <a:gd name="connsiteX4" fmla="*/ 3209 w 14258"/>
                          <a:gd name="connsiteY4" fmla="*/ 14909 h 156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4258" h="15683">
                            <a:moveTo>
                              <a:pt x="3209" y="14909"/>
                            </a:moveTo>
                            <a:cubicBezTo>
                              <a:pt x="-29" y="13004"/>
                              <a:pt x="-982" y="8432"/>
                              <a:pt x="1114" y="4717"/>
                            </a:cubicBezTo>
                            <a:cubicBezTo>
                              <a:pt x="3114" y="907"/>
                              <a:pt x="7114" y="-998"/>
                              <a:pt x="10639" y="526"/>
                            </a:cubicBezTo>
                            <a:cubicBezTo>
                              <a:pt x="13972" y="2050"/>
                              <a:pt x="15401" y="6717"/>
                              <a:pt x="13210" y="10908"/>
                            </a:cubicBezTo>
                            <a:cubicBezTo>
                              <a:pt x="10829" y="15099"/>
                              <a:pt x="6448" y="16814"/>
                              <a:pt x="3209" y="14909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6" name="ïṡļíďe">
                        <a:extLst>
                          <a:ext uri="{FF2B5EF4-FFF2-40B4-BE49-F238E27FC236}">
                            <a16:creationId xmlns:a16="http://schemas.microsoft.com/office/drawing/2014/main" id="{B16C7EBF-4B85-5417-E5B2-B054AE7944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09233" y="2796129"/>
                        <a:ext cx="7354" cy="8036"/>
                      </a:xfrm>
                      <a:custGeom>
                        <a:avLst/>
                        <a:gdLst>
                          <a:gd name="connsiteX0" fmla="*/ 1696 w 7354"/>
                          <a:gd name="connsiteY0" fmla="*/ 7650 h 8036"/>
                          <a:gd name="connsiteX1" fmla="*/ 552 w 7354"/>
                          <a:gd name="connsiteY1" fmla="*/ 2411 h 8036"/>
                          <a:gd name="connsiteX2" fmla="*/ 5505 w 7354"/>
                          <a:gd name="connsiteY2" fmla="*/ 315 h 8036"/>
                          <a:gd name="connsiteX3" fmla="*/ 6744 w 7354"/>
                          <a:gd name="connsiteY3" fmla="*/ 5649 h 8036"/>
                          <a:gd name="connsiteX4" fmla="*/ 1696 w 7354"/>
                          <a:gd name="connsiteY4" fmla="*/ 7650 h 80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354" h="8036">
                            <a:moveTo>
                              <a:pt x="1696" y="7650"/>
                            </a:moveTo>
                            <a:cubicBezTo>
                              <a:pt x="-19" y="6697"/>
                              <a:pt x="-495" y="4316"/>
                              <a:pt x="552" y="2411"/>
                            </a:cubicBezTo>
                            <a:cubicBezTo>
                              <a:pt x="1696" y="411"/>
                              <a:pt x="3696" y="-542"/>
                              <a:pt x="5505" y="315"/>
                            </a:cubicBezTo>
                            <a:cubicBezTo>
                              <a:pt x="7220" y="1173"/>
                              <a:pt x="7982" y="3554"/>
                              <a:pt x="6744" y="5649"/>
                            </a:cubicBezTo>
                            <a:cubicBezTo>
                              <a:pt x="5601" y="7745"/>
                              <a:pt x="3315" y="8602"/>
                              <a:pt x="1696" y="7650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38" name="îś1íḑè">
                      <a:extLst>
                        <a:ext uri="{FF2B5EF4-FFF2-40B4-BE49-F238E27FC236}">
                          <a16:creationId xmlns:a16="http://schemas.microsoft.com/office/drawing/2014/main" id="{1DB0F60A-6D2E-EED0-C005-8CC5A28D06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17785" y="2797490"/>
                      <a:ext cx="77310" cy="75930"/>
                      <a:chOff x="5817785" y="2797490"/>
                      <a:chExt cx="77310" cy="75930"/>
                    </a:xfrm>
                  </p:grpSpPr>
                  <p:sp>
                    <p:nvSpPr>
                      <p:cNvPr id="387" name="íṡļiḍé">
                        <a:extLst>
                          <a:ext uri="{FF2B5EF4-FFF2-40B4-BE49-F238E27FC236}">
                            <a16:creationId xmlns:a16="http://schemas.microsoft.com/office/drawing/2014/main" id="{A7737494-91FB-EAAB-A424-E63F3FDFEA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4549" y="2804290"/>
                        <a:ext cx="70546" cy="69130"/>
                      </a:xfrm>
                      <a:custGeom>
                        <a:avLst/>
                        <a:gdLst>
                          <a:gd name="connsiteX0" fmla="*/ 4751 w 70546"/>
                          <a:gd name="connsiteY0" fmla="*/ 15872 h 69130"/>
                          <a:gd name="connsiteX1" fmla="*/ 15895 w 70546"/>
                          <a:gd name="connsiteY1" fmla="*/ 4537 h 69130"/>
                          <a:gd name="connsiteX2" fmla="*/ 38088 w 70546"/>
                          <a:gd name="connsiteY2" fmla="*/ 4251 h 69130"/>
                          <a:gd name="connsiteX3" fmla="*/ 65615 w 70546"/>
                          <a:gd name="connsiteY3" fmla="*/ 28349 h 69130"/>
                          <a:gd name="connsiteX4" fmla="*/ 65330 w 70546"/>
                          <a:gd name="connsiteY4" fmla="*/ 52353 h 69130"/>
                          <a:gd name="connsiteX5" fmla="*/ 53328 w 70546"/>
                          <a:gd name="connsiteY5" fmla="*/ 64544 h 69130"/>
                          <a:gd name="connsiteX6" fmla="*/ 30849 w 70546"/>
                          <a:gd name="connsiteY6" fmla="*/ 64354 h 69130"/>
                          <a:gd name="connsiteX7" fmla="*/ 4751 w 70546"/>
                          <a:gd name="connsiteY7" fmla="*/ 38636 h 69130"/>
                          <a:gd name="connsiteX8" fmla="*/ 4751 w 70546"/>
                          <a:gd name="connsiteY8" fmla="*/ 15872 h 691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70546" h="69130">
                            <a:moveTo>
                              <a:pt x="4751" y="15872"/>
                            </a:moveTo>
                            <a:lnTo>
                              <a:pt x="15895" y="4537"/>
                            </a:lnTo>
                            <a:cubicBezTo>
                              <a:pt x="21800" y="-1464"/>
                              <a:pt x="31325" y="-1464"/>
                              <a:pt x="38088" y="4251"/>
                            </a:cubicBezTo>
                            <a:lnTo>
                              <a:pt x="65615" y="28349"/>
                            </a:lnTo>
                            <a:cubicBezTo>
                              <a:pt x="72378" y="34065"/>
                              <a:pt x="72092" y="45494"/>
                              <a:pt x="65330" y="52353"/>
                            </a:cubicBezTo>
                            <a:lnTo>
                              <a:pt x="53328" y="64544"/>
                            </a:lnTo>
                            <a:cubicBezTo>
                              <a:pt x="47042" y="70831"/>
                              <a:pt x="37231" y="70545"/>
                              <a:pt x="30849" y="64354"/>
                            </a:cubicBezTo>
                            <a:lnTo>
                              <a:pt x="4751" y="38636"/>
                            </a:lnTo>
                            <a:cubicBezTo>
                              <a:pt x="-1631" y="32445"/>
                              <a:pt x="-1536" y="22158"/>
                              <a:pt x="4751" y="15872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8" name="íṧḷîďè">
                        <a:extLst>
                          <a:ext uri="{FF2B5EF4-FFF2-40B4-BE49-F238E27FC236}">
                            <a16:creationId xmlns:a16="http://schemas.microsoft.com/office/drawing/2014/main" id="{E5F9E48B-C4F8-001D-9F69-45AF34A765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7785" y="2797490"/>
                        <a:ext cx="30850" cy="30767"/>
                      </a:xfrm>
                      <a:custGeom>
                        <a:avLst/>
                        <a:gdLst>
                          <a:gd name="connsiteX0" fmla="*/ 2370 w 30850"/>
                          <a:gd name="connsiteY0" fmla="*/ 2383 h 30767"/>
                          <a:gd name="connsiteX1" fmla="*/ 2466 w 30850"/>
                          <a:gd name="connsiteY1" fmla="*/ 2288 h 30767"/>
                          <a:gd name="connsiteX2" fmla="*/ 14181 w 30850"/>
                          <a:gd name="connsiteY2" fmla="*/ 2574 h 30767"/>
                          <a:gd name="connsiteX3" fmla="*/ 30850 w 30850"/>
                          <a:gd name="connsiteY3" fmla="*/ 18671 h 30767"/>
                          <a:gd name="connsiteX4" fmla="*/ 18944 w 30850"/>
                          <a:gd name="connsiteY4" fmla="*/ 30768 h 30767"/>
                          <a:gd name="connsiteX5" fmla="*/ 2561 w 30850"/>
                          <a:gd name="connsiteY5" fmla="*/ 14385 h 30767"/>
                          <a:gd name="connsiteX6" fmla="*/ 2370 w 30850"/>
                          <a:gd name="connsiteY6" fmla="*/ 2383 h 3076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0850" h="30767">
                            <a:moveTo>
                              <a:pt x="2370" y="2383"/>
                            </a:moveTo>
                            <a:lnTo>
                              <a:pt x="2466" y="2288"/>
                            </a:lnTo>
                            <a:cubicBezTo>
                              <a:pt x="5609" y="-855"/>
                              <a:pt x="10752" y="-760"/>
                              <a:pt x="14181" y="2574"/>
                            </a:cubicBezTo>
                            <a:lnTo>
                              <a:pt x="30850" y="18671"/>
                            </a:lnTo>
                            <a:lnTo>
                              <a:pt x="18944" y="30768"/>
                            </a:lnTo>
                            <a:lnTo>
                              <a:pt x="2561" y="14385"/>
                            </a:lnTo>
                            <a:cubicBezTo>
                              <a:pt x="-773" y="10956"/>
                              <a:pt x="-868" y="5622"/>
                              <a:pt x="2370" y="2383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9" name="îsḷîďe">
                        <a:extLst>
                          <a:ext uri="{FF2B5EF4-FFF2-40B4-BE49-F238E27FC236}">
                            <a16:creationId xmlns:a16="http://schemas.microsoft.com/office/drawing/2014/main" id="{63AC97D5-8CF7-90C0-AA85-59E7AED5D2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4965" y="2804662"/>
                        <a:ext cx="68316" cy="67209"/>
                      </a:xfrm>
                      <a:custGeom>
                        <a:avLst/>
                        <a:gdLst>
                          <a:gd name="connsiteX0" fmla="*/ 4525 w 68316"/>
                          <a:gd name="connsiteY0" fmla="*/ 4641 h 67209"/>
                          <a:gd name="connsiteX1" fmla="*/ 4716 w 68316"/>
                          <a:gd name="connsiteY1" fmla="*/ 4450 h 67209"/>
                          <a:gd name="connsiteX2" fmla="*/ 25290 w 68316"/>
                          <a:gd name="connsiteY2" fmla="*/ 3307 h 67209"/>
                          <a:gd name="connsiteX3" fmla="*/ 43387 w 68316"/>
                          <a:gd name="connsiteY3" fmla="*/ 16166 h 67209"/>
                          <a:gd name="connsiteX4" fmla="*/ 61771 w 68316"/>
                          <a:gd name="connsiteY4" fmla="*/ 28644 h 67209"/>
                          <a:gd name="connsiteX5" fmla="*/ 63104 w 68316"/>
                          <a:gd name="connsiteY5" fmla="*/ 53790 h 67209"/>
                          <a:gd name="connsiteX6" fmla="*/ 54436 w 68316"/>
                          <a:gd name="connsiteY6" fmla="*/ 62553 h 67209"/>
                          <a:gd name="connsiteX7" fmla="*/ 30433 w 68316"/>
                          <a:gd name="connsiteY7" fmla="*/ 60838 h 67209"/>
                          <a:gd name="connsiteX8" fmla="*/ 3192 w 68316"/>
                          <a:gd name="connsiteY8" fmla="*/ 25691 h 67209"/>
                          <a:gd name="connsiteX9" fmla="*/ 4525 w 68316"/>
                          <a:gd name="connsiteY9" fmla="*/ 4641 h 672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68316" h="67209">
                            <a:moveTo>
                              <a:pt x="4525" y="4641"/>
                            </a:moveTo>
                            <a:lnTo>
                              <a:pt x="4716" y="4450"/>
                            </a:lnTo>
                            <a:cubicBezTo>
                              <a:pt x="10145" y="-1074"/>
                              <a:pt x="18718" y="-1455"/>
                              <a:pt x="25290" y="3307"/>
                            </a:cubicBezTo>
                            <a:cubicBezTo>
                              <a:pt x="25290" y="3307"/>
                              <a:pt x="34339" y="9689"/>
                              <a:pt x="43387" y="16166"/>
                            </a:cubicBezTo>
                            <a:cubicBezTo>
                              <a:pt x="52627" y="22453"/>
                              <a:pt x="61771" y="28644"/>
                              <a:pt x="61771" y="28644"/>
                            </a:cubicBezTo>
                            <a:cubicBezTo>
                              <a:pt x="69962" y="33882"/>
                              <a:pt x="70534" y="46265"/>
                              <a:pt x="63104" y="53790"/>
                            </a:cubicBezTo>
                            <a:lnTo>
                              <a:pt x="54436" y="62553"/>
                            </a:lnTo>
                            <a:cubicBezTo>
                              <a:pt x="47483" y="69506"/>
                              <a:pt x="36529" y="68458"/>
                              <a:pt x="30433" y="60838"/>
                            </a:cubicBezTo>
                            <a:lnTo>
                              <a:pt x="3192" y="25691"/>
                            </a:lnTo>
                            <a:cubicBezTo>
                              <a:pt x="-1571" y="19309"/>
                              <a:pt x="-904" y="10165"/>
                              <a:pt x="4525" y="4641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0" name="ïśliḓe">
                        <a:extLst>
                          <a:ext uri="{FF2B5EF4-FFF2-40B4-BE49-F238E27FC236}">
                            <a16:creationId xmlns:a16="http://schemas.microsoft.com/office/drawing/2014/main" id="{5B3AF685-FFE3-B939-192D-B83EB12679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1972" y="2838472"/>
                        <a:ext cx="13835" cy="13828"/>
                      </a:xfrm>
                      <a:custGeom>
                        <a:avLst/>
                        <a:gdLst>
                          <a:gd name="connsiteX0" fmla="*/ 2000 w 13835"/>
                          <a:gd name="connsiteY0" fmla="*/ 11979 h 13828"/>
                          <a:gd name="connsiteX1" fmla="*/ 2000 w 13835"/>
                          <a:gd name="connsiteY1" fmla="*/ 2263 h 13828"/>
                          <a:gd name="connsiteX2" fmla="*/ 11811 w 13835"/>
                          <a:gd name="connsiteY2" fmla="*/ 1692 h 13828"/>
                          <a:gd name="connsiteX3" fmla="*/ 11716 w 13835"/>
                          <a:gd name="connsiteY3" fmla="*/ 11598 h 13828"/>
                          <a:gd name="connsiteX4" fmla="*/ 2000 w 13835"/>
                          <a:gd name="connsiteY4" fmla="*/ 11979 h 138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835" h="13828">
                            <a:moveTo>
                              <a:pt x="2000" y="11979"/>
                            </a:moveTo>
                            <a:cubicBezTo>
                              <a:pt x="-667" y="9312"/>
                              <a:pt x="-667" y="5026"/>
                              <a:pt x="2000" y="2263"/>
                            </a:cubicBezTo>
                            <a:cubicBezTo>
                              <a:pt x="4667" y="-499"/>
                              <a:pt x="9144" y="-785"/>
                              <a:pt x="11811" y="1692"/>
                            </a:cubicBezTo>
                            <a:cubicBezTo>
                              <a:pt x="14573" y="4264"/>
                              <a:pt x="14478" y="8740"/>
                              <a:pt x="11716" y="11598"/>
                            </a:cubicBezTo>
                            <a:cubicBezTo>
                              <a:pt x="9049" y="14455"/>
                              <a:pt x="4667" y="14551"/>
                              <a:pt x="2000" y="11979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91" name="ïśḻiḍe">
                        <a:extLst>
                          <a:ext uri="{FF2B5EF4-FFF2-40B4-BE49-F238E27FC236}">
                            <a16:creationId xmlns:a16="http://schemas.microsoft.com/office/drawing/2014/main" id="{F6052008-F1AB-6667-BE09-35B7945DB0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5317" y="2841740"/>
                        <a:ext cx="7155" cy="7212"/>
                      </a:xfrm>
                      <a:custGeom>
                        <a:avLst/>
                        <a:gdLst>
                          <a:gd name="connsiteX0" fmla="*/ 1036 w 7155"/>
                          <a:gd name="connsiteY0" fmla="*/ 6235 h 7212"/>
                          <a:gd name="connsiteX1" fmla="*/ 1036 w 7155"/>
                          <a:gd name="connsiteY1" fmla="*/ 1186 h 7212"/>
                          <a:gd name="connsiteX2" fmla="*/ 6084 w 7155"/>
                          <a:gd name="connsiteY2" fmla="*/ 901 h 7212"/>
                          <a:gd name="connsiteX3" fmla="*/ 6084 w 7155"/>
                          <a:gd name="connsiteY3" fmla="*/ 6044 h 7212"/>
                          <a:gd name="connsiteX4" fmla="*/ 1036 w 7155"/>
                          <a:gd name="connsiteY4" fmla="*/ 6235 h 72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155" h="7212">
                            <a:moveTo>
                              <a:pt x="1036" y="6235"/>
                            </a:moveTo>
                            <a:cubicBezTo>
                              <a:pt x="-393" y="4901"/>
                              <a:pt x="-297" y="2615"/>
                              <a:pt x="1036" y="1186"/>
                            </a:cubicBezTo>
                            <a:cubicBezTo>
                              <a:pt x="2465" y="-242"/>
                              <a:pt x="4751" y="-433"/>
                              <a:pt x="6084" y="901"/>
                            </a:cubicBezTo>
                            <a:cubicBezTo>
                              <a:pt x="7513" y="2234"/>
                              <a:pt x="7513" y="4520"/>
                              <a:pt x="6084" y="6044"/>
                            </a:cubicBezTo>
                            <a:cubicBezTo>
                              <a:pt x="4656" y="7568"/>
                              <a:pt x="2370" y="7568"/>
                              <a:pt x="1036" y="6235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39" name="îşľiḍè">
                      <a:extLst>
                        <a:ext uri="{FF2B5EF4-FFF2-40B4-BE49-F238E27FC236}">
                          <a16:creationId xmlns:a16="http://schemas.microsoft.com/office/drawing/2014/main" id="{208A17E1-FA0E-3F28-2450-3F43073FAB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82066" y="2832895"/>
                      <a:ext cx="78508" cy="72171"/>
                      <a:chOff x="5782066" y="2832895"/>
                      <a:chExt cx="78508" cy="72171"/>
                    </a:xfrm>
                  </p:grpSpPr>
                  <p:sp>
                    <p:nvSpPr>
                      <p:cNvPr id="382" name="íṩľíďê">
                        <a:extLst>
                          <a:ext uri="{FF2B5EF4-FFF2-40B4-BE49-F238E27FC236}">
                            <a16:creationId xmlns:a16="http://schemas.microsoft.com/office/drawing/2014/main" id="{C20528F9-757B-6D0F-2938-93D3AFAB6F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90516" y="2838467"/>
                        <a:ext cx="70058" cy="66600"/>
                      </a:xfrm>
                      <a:custGeom>
                        <a:avLst/>
                        <a:gdLst>
                          <a:gd name="connsiteX0" fmla="*/ 4112 w 70058"/>
                          <a:gd name="connsiteY0" fmla="*/ 18556 h 66600"/>
                          <a:gd name="connsiteX1" fmla="*/ 9922 w 70058"/>
                          <a:gd name="connsiteY1" fmla="*/ 11794 h 66600"/>
                          <a:gd name="connsiteX2" fmla="*/ 15828 w 70058"/>
                          <a:gd name="connsiteY2" fmla="*/ 5317 h 66600"/>
                          <a:gd name="connsiteX3" fmla="*/ 38878 w 70058"/>
                          <a:gd name="connsiteY3" fmla="*/ 4555 h 66600"/>
                          <a:gd name="connsiteX4" fmla="*/ 64977 w 70058"/>
                          <a:gd name="connsiteY4" fmla="*/ 30272 h 66600"/>
                          <a:gd name="connsiteX5" fmla="*/ 66310 w 70058"/>
                          <a:gd name="connsiteY5" fmla="*/ 52084 h 66600"/>
                          <a:gd name="connsiteX6" fmla="*/ 61548 w 70058"/>
                          <a:gd name="connsiteY6" fmla="*/ 57323 h 66600"/>
                          <a:gd name="connsiteX7" fmla="*/ 57166 w 70058"/>
                          <a:gd name="connsiteY7" fmla="*/ 62467 h 66600"/>
                          <a:gd name="connsiteX8" fmla="*/ 36593 w 70058"/>
                          <a:gd name="connsiteY8" fmla="*/ 62943 h 66600"/>
                          <a:gd name="connsiteX9" fmla="*/ 6493 w 70058"/>
                          <a:gd name="connsiteY9" fmla="*/ 42178 h 66600"/>
                          <a:gd name="connsiteX10" fmla="*/ 4112 w 70058"/>
                          <a:gd name="connsiteY10" fmla="*/ 18556 h 666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70058" h="66600">
                            <a:moveTo>
                              <a:pt x="4112" y="18556"/>
                            </a:moveTo>
                            <a:cubicBezTo>
                              <a:pt x="4112" y="18556"/>
                              <a:pt x="6970" y="15127"/>
                              <a:pt x="9922" y="11794"/>
                            </a:cubicBezTo>
                            <a:cubicBezTo>
                              <a:pt x="12875" y="8555"/>
                              <a:pt x="15828" y="5317"/>
                              <a:pt x="15828" y="5317"/>
                            </a:cubicBezTo>
                            <a:cubicBezTo>
                              <a:pt x="22210" y="-1541"/>
                              <a:pt x="32592" y="-1732"/>
                              <a:pt x="38878" y="4555"/>
                            </a:cubicBezTo>
                            <a:lnTo>
                              <a:pt x="64977" y="30272"/>
                            </a:lnTo>
                            <a:cubicBezTo>
                              <a:pt x="71359" y="36559"/>
                              <a:pt x="71644" y="46465"/>
                              <a:pt x="66310" y="52084"/>
                            </a:cubicBezTo>
                            <a:cubicBezTo>
                              <a:pt x="66310" y="52084"/>
                              <a:pt x="63929" y="54656"/>
                              <a:pt x="61548" y="57323"/>
                            </a:cubicBezTo>
                            <a:cubicBezTo>
                              <a:pt x="59262" y="59895"/>
                              <a:pt x="57166" y="62467"/>
                              <a:pt x="57166" y="62467"/>
                            </a:cubicBezTo>
                            <a:cubicBezTo>
                              <a:pt x="52594" y="67896"/>
                              <a:pt x="44022" y="67896"/>
                              <a:pt x="36593" y="62943"/>
                            </a:cubicBezTo>
                            <a:lnTo>
                              <a:pt x="6493" y="42178"/>
                            </a:lnTo>
                            <a:cubicBezTo>
                              <a:pt x="-1031" y="37130"/>
                              <a:pt x="-2269" y="26081"/>
                              <a:pt x="4112" y="18556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3" name="isļíḓê">
                        <a:extLst>
                          <a:ext uri="{FF2B5EF4-FFF2-40B4-BE49-F238E27FC236}">
                            <a16:creationId xmlns:a16="http://schemas.microsoft.com/office/drawing/2014/main" id="{F1A550E6-BB84-4A53-0385-3EA8E5DD52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82066" y="2832895"/>
                        <a:ext cx="32564" cy="31462"/>
                      </a:xfrm>
                      <a:custGeom>
                        <a:avLst/>
                        <a:gdLst>
                          <a:gd name="connsiteX0" fmla="*/ 2656 w 32564"/>
                          <a:gd name="connsiteY0" fmla="*/ 3649 h 31462"/>
                          <a:gd name="connsiteX1" fmla="*/ 2751 w 32564"/>
                          <a:gd name="connsiteY1" fmla="*/ 3459 h 31462"/>
                          <a:gd name="connsiteX2" fmla="*/ 15515 w 32564"/>
                          <a:gd name="connsiteY2" fmla="*/ 2125 h 31462"/>
                          <a:gd name="connsiteX3" fmla="*/ 32565 w 32564"/>
                          <a:gd name="connsiteY3" fmla="*/ 17937 h 31462"/>
                          <a:gd name="connsiteX4" fmla="*/ 26564 w 32564"/>
                          <a:gd name="connsiteY4" fmla="*/ 24604 h 31462"/>
                          <a:gd name="connsiteX5" fmla="*/ 20754 w 32564"/>
                          <a:gd name="connsiteY5" fmla="*/ 31462 h 31462"/>
                          <a:gd name="connsiteX6" fmla="*/ 2847 w 32564"/>
                          <a:gd name="connsiteY6" fmla="*/ 16699 h 31462"/>
                          <a:gd name="connsiteX7" fmla="*/ 2656 w 32564"/>
                          <a:gd name="connsiteY7" fmla="*/ 3649 h 3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32564" h="31462">
                            <a:moveTo>
                              <a:pt x="2656" y="3649"/>
                            </a:moveTo>
                            <a:lnTo>
                              <a:pt x="2751" y="3459"/>
                            </a:lnTo>
                            <a:cubicBezTo>
                              <a:pt x="6371" y="-637"/>
                              <a:pt x="12086" y="-1113"/>
                              <a:pt x="15515" y="2125"/>
                            </a:cubicBezTo>
                            <a:lnTo>
                              <a:pt x="32565" y="17937"/>
                            </a:lnTo>
                            <a:cubicBezTo>
                              <a:pt x="32565" y="17937"/>
                              <a:pt x="29612" y="21271"/>
                              <a:pt x="26564" y="24604"/>
                            </a:cubicBezTo>
                            <a:cubicBezTo>
                              <a:pt x="23611" y="27938"/>
                              <a:pt x="20754" y="31462"/>
                              <a:pt x="20754" y="31462"/>
                            </a:cubicBezTo>
                            <a:lnTo>
                              <a:pt x="2847" y="16699"/>
                            </a:lnTo>
                            <a:cubicBezTo>
                              <a:pt x="-868" y="13746"/>
                              <a:pt x="-963" y="7745"/>
                              <a:pt x="2656" y="3649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4" name="íSľïḍè">
                        <a:extLst>
                          <a:ext uri="{FF2B5EF4-FFF2-40B4-BE49-F238E27FC236}">
                            <a16:creationId xmlns:a16="http://schemas.microsoft.com/office/drawing/2014/main" id="{809C86BA-D56F-3A02-B4AB-D24973F5C5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90125" y="2839318"/>
                        <a:ext cx="68825" cy="64299"/>
                      </a:xfrm>
                      <a:custGeom>
                        <a:avLst/>
                        <a:gdLst>
                          <a:gd name="connsiteX0" fmla="*/ 4598 w 68825"/>
                          <a:gd name="connsiteY0" fmla="*/ 6084 h 64299"/>
                          <a:gd name="connsiteX1" fmla="*/ 4789 w 68825"/>
                          <a:gd name="connsiteY1" fmla="*/ 5894 h 64299"/>
                          <a:gd name="connsiteX2" fmla="*/ 26506 w 68825"/>
                          <a:gd name="connsiteY2" fmla="*/ 2941 h 64299"/>
                          <a:gd name="connsiteX3" fmla="*/ 62129 w 68825"/>
                          <a:gd name="connsiteY3" fmla="*/ 29516 h 64299"/>
                          <a:gd name="connsiteX4" fmla="*/ 65273 w 68825"/>
                          <a:gd name="connsiteY4" fmla="*/ 52662 h 64299"/>
                          <a:gd name="connsiteX5" fmla="*/ 58605 w 68825"/>
                          <a:gd name="connsiteY5" fmla="*/ 60186 h 64299"/>
                          <a:gd name="connsiteX6" fmla="*/ 36221 w 68825"/>
                          <a:gd name="connsiteY6" fmla="*/ 59234 h 64299"/>
                          <a:gd name="connsiteX7" fmla="*/ 19934 w 68825"/>
                          <a:gd name="connsiteY7" fmla="*/ 44184 h 64299"/>
                          <a:gd name="connsiteX8" fmla="*/ 4122 w 68825"/>
                          <a:gd name="connsiteY8" fmla="*/ 28563 h 64299"/>
                          <a:gd name="connsiteX9" fmla="*/ 4598 w 68825"/>
                          <a:gd name="connsiteY9" fmla="*/ 6084 h 642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68825" h="64299">
                            <a:moveTo>
                              <a:pt x="4598" y="6084"/>
                            </a:moveTo>
                            <a:lnTo>
                              <a:pt x="4789" y="5894"/>
                            </a:lnTo>
                            <a:cubicBezTo>
                              <a:pt x="10694" y="-774"/>
                              <a:pt x="20029" y="-1821"/>
                              <a:pt x="26506" y="2941"/>
                            </a:cubicBezTo>
                            <a:lnTo>
                              <a:pt x="62129" y="29516"/>
                            </a:lnTo>
                            <a:cubicBezTo>
                              <a:pt x="69845" y="35421"/>
                              <a:pt x="70892" y="46470"/>
                              <a:pt x="65273" y="52662"/>
                            </a:cubicBezTo>
                            <a:lnTo>
                              <a:pt x="58605" y="60186"/>
                            </a:lnTo>
                            <a:cubicBezTo>
                              <a:pt x="53652" y="66092"/>
                              <a:pt x="43651" y="65520"/>
                              <a:pt x="36221" y="59234"/>
                            </a:cubicBezTo>
                            <a:cubicBezTo>
                              <a:pt x="36221" y="59234"/>
                              <a:pt x="27935" y="51804"/>
                              <a:pt x="19934" y="44184"/>
                            </a:cubicBezTo>
                            <a:cubicBezTo>
                              <a:pt x="11933" y="36564"/>
                              <a:pt x="4122" y="28563"/>
                              <a:pt x="4122" y="28563"/>
                            </a:cubicBezTo>
                            <a:cubicBezTo>
                              <a:pt x="-1498" y="22753"/>
                              <a:pt x="-1402" y="12752"/>
                              <a:pt x="4598" y="6084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5" name="iśḷíde">
                        <a:extLst>
                          <a:ext uri="{FF2B5EF4-FFF2-40B4-BE49-F238E27FC236}">
                            <a16:creationId xmlns:a16="http://schemas.microsoft.com/office/drawing/2014/main" id="{F4AC5584-7E17-3ABC-C16D-3151B274E1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38967" y="2873001"/>
                        <a:ext cx="13114" cy="12930"/>
                      </a:xfrm>
                      <a:custGeom>
                        <a:avLst/>
                        <a:gdLst>
                          <a:gd name="connsiteX0" fmla="*/ 2334 w 13114"/>
                          <a:gd name="connsiteY0" fmla="*/ 11073 h 12930"/>
                          <a:gd name="connsiteX1" fmla="*/ 1572 w 13114"/>
                          <a:gd name="connsiteY1" fmla="*/ 1929 h 12930"/>
                          <a:gd name="connsiteX2" fmla="*/ 10906 w 13114"/>
                          <a:gd name="connsiteY2" fmla="*/ 1929 h 12930"/>
                          <a:gd name="connsiteX3" fmla="*/ 11573 w 13114"/>
                          <a:gd name="connsiteY3" fmla="*/ 11073 h 12930"/>
                          <a:gd name="connsiteX4" fmla="*/ 2334 w 13114"/>
                          <a:gd name="connsiteY4" fmla="*/ 11073 h 129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114" h="12930">
                            <a:moveTo>
                              <a:pt x="2334" y="11073"/>
                            </a:moveTo>
                            <a:cubicBezTo>
                              <a:pt x="-429" y="8596"/>
                              <a:pt x="-810" y="4501"/>
                              <a:pt x="1572" y="1929"/>
                            </a:cubicBezTo>
                            <a:cubicBezTo>
                              <a:pt x="3953" y="-643"/>
                              <a:pt x="8144" y="-643"/>
                              <a:pt x="10906" y="1929"/>
                            </a:cubicBezTo>
                            <a:cubicBezTo>
                              <a:pt x="13573" y="4501"/>
                              <a:pt x="13859" y="8692"/>
                              <a:pt x="11573" y="11073"/>
                            </a:cubicBezTo>
                            <a:cubicBezTo>
                              <a:pt x="9192" y="13549"/>
                              <a:pt x="5096" y="13549"/>
                              <a:pt x="2334" y="11073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6" name="ïṡlîdê">
                        <a:extLst>
                          <a:ext uri="{FF2B5EF4-FFF2-40B4-BE49-F238E27FC236}">
                            <a16:creationId xmlns:a16="http://schemas.microsoft.com/office/drawing/2014/main" id="{5A6EA6DF-2059-623A-2218-06CBB41AD5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2099" y="2876026"/>
                        <a:ext cx="6746" cy="6762"/>
                      </a:xfrm>
                      <a:custGeom>
                        <a:avLst/>
                        <a:gdLst>
                          <a:gd name="connsiteX0" fmla="*/ 1202 w 6746"/>
                          <a:gd name="connsiteY0" fmla="*/ 5763 h 6762"/>
                          <a:gd name="connsiteX1" fmla="*/ 821 w 6746"/>
                          <a:gd name="connsiteY1" fmla="*/ 1000 h 6762"/>
                          <a:gd name="connsiteX2" fmla="*/ 5583 w 6746"/>
                          <a:gd name="connsiteY2" fmla="*/ 1000 h 6762"/>
                          <a:gd name="connsiteX3" fmla="*/ 5965 w 6746"/>
                          <a:gd name="connsiteY3" fmla="*/ 5763 h 6762"/>
                          <a:gd name="connsiteX4" fmla="*/ 1202 w 6746"/>
                          <a:gd name="connsiteY4" fmla="*/ 5763 h 67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746" h="6762">
                            <a:moveTo>
                              <a:pt x="1202" y="5763"/>
                            </a:moveTo>
                            <a:cubicBezTo>
                              <a:pt x="-227" y="4429"/>
                              <a:pt x="-417" y="2334"/>
                              <a:pt x="821" y="1000"/>
                            </a:cubicBezTo>
                            <a:cubicBezTo>
                              <a:pt x="2059" y="-333"/>
                              <a:pt x="4250" y="-333"/>
                              <a:pt x="5583" y="1000"/>
                            </a:cubicBezTo>
                            <a:cubicBezTo>
                              <a:pt x="7012" y="2334"/>
                              <a:pt x="7108" y="4429"/>
                              <a:pt x="5965" y="5763"/>
                            </a:cubicBezTo>
                            <a:cubicBezTo>
                              <a:pt x="4726" y="7096"/>
                              <a:pt x="2631" y="7096"/>
                              <a:pt x="1202" y="5763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40" name="ïṡḷîḋè">
                      <a:extLst>
                        <a:ext uri="{FF2B5EF4-FFF2-40B4-BE49-F238E27FC236}">
                          <a16:creationId xmlns:a16="http://schemas.microsoft.com/office/drawing/2014/main" id="{5D39C680-260E-B85D-A237-8678B1D3A3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49001" y="2877913"/>
                      <a:ext cx="86695" cy="53061"/>
                      <a:chOff x="5749001" y="2877913"/>
                      <a:chExt cx="86695" cy="53061"/>
                    </a:xfrm>
                  </p:grpSpPr>
                  <p:sp>
                    <p:nvSpPr>
                      <p:cNvPr id="377" name="ïṩľídé">
                        <a:extLst>
                          <a:ext uri="{FF2B5EF4-FFF2-40B4-BE49-F238E27FC236}">
                            <a16:creationId xmlns:a16="http://schemas.microsoft.com/office/drawing/2014/main" id="{159C33E7-06EC-5E09-3E24-B72F4832B0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5076" y="2877913"/>
                        <a:ext cx="70620" cy="53061"/>
                      </a:xfrm>
                      <a:custGeom>
                        <a:avLst/>
                        <a:gdLst>
                          <a:gd name="connsiteX0" fmla="*/ 883 w 70620"/>
                          <a:gd name="connsiteY0" fmla="*/ 28926 h 53061"/>
                          <a:gd name="connsiteX1" fmla="*/ 4502 w 70620"/>
                          <a:gd name="connsiteY1" fmla="*/ 19020 h 53061"/>
                          <a:gd name="connsiteX2" fmla="*/ 7360 w 70620"/>
                          <a:gd name="connsiteY2" fmla="*/ 12543 h 53061"/>
                          <a:gd name="connsiteX3" fmla="*/ 8788 w 70620"/>
                          <a:gd name="connsiteY3" fmla="*/ 9781 h 53061"/>
                          <a:gd name="connsiteX4" fmla="*/ 31934 w 70620"/>
                          <a:gd name="connsiteY4" fmla="*/ 2637 h 53061"/>
                          <a:gd name="connsiteX5" fmla="*/ 62033 w 70620"/>
                          <a:gd name="connsiteY5" fmla="*/ 23401 h 53061"/>
                          <a:gd name="connsiteX6" fmla="*/ 69939 w 70620"/>
                          <a:gd name="connsiteY6" fmla="*/ 41308 h 53061"/>
                          <a:gd name="connsiteX7" fmla="*/ 68034 w 70620"/>
                          <a:gd name="connsiteY7" fmla="*/ 45214 h 53061"/>
                          <a:gd name="connsiteX8" fmla="*/ 66796 w 70620"/>
                          <a:gd name="connsiteY8" fmla="*/ 48643 h 53061"/>
                          <a:gd name="connsiteX9" fmla="*/ 61366 w 70620"/>
                          <a:gd name="connsiteY9" fmla="*/ 51881 h 53061"/>
                          <a:gd name="connsiteX10" fmla="*/ 49841 w 70620"/>
                          <a:gd name="connsiteY10" fmla="*/ 53024 h 53061"/>
                          <a:gd name="connsiteX11" fmla="*/ 13265 w 70620"/>
                          <a:gd name="connsiteY11" fmla="*/ 51119 h 53061"/>
                          <a:gd name="connsiteX12" fmla="*/ 2407 w 70620"/>
                          <a:gd name="connsiteY12" fmla="*/ 44452 h 53061"/>
                          <a:gd name="connsiteX13" fmla="*/ 883 w 70620"/>
                          <a:gd name="connsiteY13" fmla="*/ 28926 h 530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</a:cxnLst>
                        <a:rect l="l" t="t" r="r" b="b"/>
                        <a:pathLst>
                          <a:path w="70620" h="53061">
                            <a:moveTo>
                              <a:pt x="883" y="28926"/>
                            </a:moveTo>
                            <a:cubicBezTo>
                              <a:pt x="883" y="28926"/>
                              <a:pt x="2502" y="23782"/>
                              <a:pt x="4502" y="19020"/>
                            </a:cubicBezTo>
                            <a:cubicBezTo>
                              <a:pt x="5550" y="16639"/>
                              <a:pt x="6598" y="14353"/>
                              <a:pt x="7360" y="12543"/>
                            </a:cubicBezTo>
                            <a:cubicBezTo>
                              <a:pt x="8217" y="10924"/>
                              <a:pt x="8788" y="9781"/>
                              <a:pt x="8788" y="9781"/>
                            </a:cubicBezTo>
                            <a:cubicBezTo>
                              <a:pt x="13837" y="-125"/>
                              <a:pt x="24695" y="-2507"/>
                              <a:pt x="31934" y="2637"/>
                            </a:cubicBezTo>
                            <a:lnTo>
                              <a:pt x="62033" y="23401"/>
                            </a:lnTo>
                            <a:cubicBezTo>
                              <a:pt x="69272" y="28545"/>
                              <a:pt x="72034" y="37022"/>
                              <a:pt x="69939" y="41308"/>
                            </a:cubicBezTo>
                            <a:cubicBezTo>
                              <a:pt x="69844" y="41308"/>
                              <a:pt x="68891" y="43404"/>
                              <a:pt x="68034" y="45214"/>
                            </a:cubicBezTo>
                            <a:cubicBezTo>
                              <a:pt x="67367" y="46928"/>
                              <a:pt x="66796" y="48643"/>
                              <a:pt x="66796" y="48643"/>
                            </a:cubicBezTo>
                            <a:cubicBezTo>
                              <a:pt x="66415" y="50262"/>
                              <a:pt x="64319" y="51214"/>
                              <a:pt x="61366" y="51881"/>
                            </a:cubicBezTo>
                            <a:cubicBezTo>
                              <a:pt x="58128" y="52643"/>
                              <a:pt x="54413" y="53215"/>
                              <a:pt x="49841" y="53024"/>
                            </a:cubicBezTo>
                            <a:lnTo>
                              <a:pt x="13265" y="51119"/>
                            </a:lnTo>
                            <a:cubicBezTo>
                              <a:pt x="8884" y="50929"/>
                              <a:pt x="4693" y="48547"/>
                              <a:pt x="2407" y="44452"/>
                            </a:cubicBezTo>
                            <a:cubicBezTo>
                              <a:pt x="-70" y="40356"/>
                              <a:pt x="-737" y="34641"/>
                              <a:pt x="883" y="28926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78" name="îṣļiḓè">
                        <a:extLst>
                          <a:ext uri="{FF2B5EF4-FFF2-40B4-BE49-F238E27FC236}">
                            <a16:creationId xmlns:a16="http://schemas.microsoft.com/office/drawing/2014/main" id="{AC0852EF-3C99-47AD-8622-74FA151150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49001" y="2880844"/>
                        <a:ext cx="34769" cy="29804"/>
                      </a:xfrm>
                      <a:custGeom>
                        <a:avLst/>
                        <a:gdLst>
                          <a:gd name="connsiteX0" fmla="*/ 1241 w 34769"/>
                          <a:gd name="connsiteY0" fmla="*/ 8278 h 29804"/>
                          <a:gd name="connsiteX1" fmla="*/ 1337 w 34769"/>
                          <a:gd name="connsiteY1" fmla="*/ 8088 h 29804"/>
                          <a:gd name="connsiteX2" fmla="*/ 14195 w 34769"/>
                          <a:gd name="connsiteY2" fmla="*/ 754 h 29804"/>
                          <a:gd name="connsiteX3" fmla="*/ 34769 w 34769"/>
                          <a:gd name="connsiteY3" fmla="*/ 11517 h 29804"/>
                          <a:gd name="connsiteX4" fmla="*/ 33341 w 34769"/>
                          <a:gd name="connsiteY4" fmla="*/ 14184 h 29804"/>
                          <a:gd name="connsiteX5" fmla="*/ 30578 w 34769"/>
                          <a:gd name="connsiteY5" fmla="*/ 20375 h 29804"/>
                          <a:gd name="connsiteX6" fmla="*/ 27245 w 34769"/>
                          <a:gd name="connsiteY6" fmla="*/ 29805 h 29804"/>
                          <a:gd name="connsiteX7" fmla="*/ 4956 w 34769"/>
                          <a:gd name="connsiteY7" fmla="*/ 23233 h 29804"/>
                          <a:gd name="connsiteX8" fmla="*/ 1241 w 34769"/>
                          <a:gd name="connsiteY8" fmla="*/ 8278 h 298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4769" h="29804">
                            <a:moveTo>
                              <a:pt x="1241" y="8278"/>
                            </a:moveTo>
                            <a:lnTo>
                              <a:pt x="1337" y="8088"/>
                            </a:lnTo>
                            <a:cubicBezTo>
                              <a:pt x="4099" y="1516"/>
                              <a:pt x="10004" y="-1532"/>
                              <a:pt x="14195" y="754"/>
                            </a:cubicBezTo>
                            <a:lnTo>
                              <a:pt x="34769" y="11517"/>
                            </a:lnTo>
                            <a:cubicBezTo>
                              <a:pt x="34769" y="11517"/>
                              <a:pt x="34198" y="12565"/>
                              <a:pt x="33341" y="14184"/>
                            </a:cubicBezTo>
                            <a:cubicBezTo>
                              <a:pt x="32579" y="15898"/>
                              <a:pt x="31626" y="18089"/>
                              <a:pt x="30578" y="20375"/>
                            </a:cubicBezTo>
                            <a:cubicBezTo>
                              <a:pt x="28769" y="24947"/>
                              <a:pt x="27245" y="29805"/>
                              <a:pt x="27245" y="29805"/>
                            </a:cubicBezTo>
                            <a:lnTo>
                              <a:pt x="4956" y="23233"/>
                            </a:lnTo>
                            <a:cubicBezTo>
                              <a:pt x="384" y="21804"/>
                              <a:pt x="-1426" y="15041"/>
                              <a:pt x="1241" y="8278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79" name="ïṧľide">
                        <a:extLst>
                          <a:ext uri="{FF2B5EF4-FFF2-40B4-BE49-F238E27FC236}">
                            <a16:creationId xmlns:a16="http://schemas.microsoft.com/office/drawing/2014/main" id="{F6788E06-96D2-B708-3171-734120F74C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0759" y="2881694"/>
                        <a:ext cx="74205" cy="48300"/>
                      </a:xfrm>
                      <a:custGeom>
                        <a:avLst/>
                        <a:gdLst>
                          <a:gd name="connsiteX0" fmla="*/ 1770 w 74205"/>
                          <a:gd name="connsiteY0" fmla="*/ 12572 h 48300"/>
                          <a:gd name="connsiteX1" fmla="*/ 1961 w 74205"/>
                          <a:gd name="connsiteY1" fmla="*/ 12191 h 48300"/>
                          <a:gd name="connsiteX2" fmla="*/ 23297 w 74205"/>
                          <a:gd name="connsiteY2" fmla="*/ 1047 h 48300"/>
                          <a:gd name="connsiteX3" fmla="*/ 43585 w 74205"/>
                          <a:gd name="connsiteY3" fmla="*/ 10095 h 48300"/>
                          <a:gd name="connsiteX4" fmla="*/ 63492 w 74205"/>
                          <a:gd name="connsiteY4" fmla="*/ 20001 h 48300"/>
                          <a:gd name="connsiteX5" fmla="*/ 73589 w 74205"/>
                          <a:gd name="connsiteY5" fmla="*/ 38670 h 48300"/>
                          <a:gd name="connsiteX6" fmla="*/ 72350 w 74205"/>
                          <a:gd name="connsiteY6" fmla="*/ 41433 h 48300"/>
                          <a:gd name="connsiteX7" fmla="*/ 71398 w 74205"/>
                          <a:gd name="connsiteY7" fmla="*/ 44004 h 48300"/>
                          <a:gd name="connsiteX8" fmla="*/ 64921 w 74205"/>
                          <a:gd name="connsiteY8" fmla="*/ 47529 h 48300"/>
                          <a:gd name="connsiteX9" fmla="*/ 52062 w 74205"/>
                          <a:gd name="connsiteY9" fmla="*/ 47910 h 48300"/>
                          <a:gd name="connsiteX10" fmla="*/ 30440 w 74205"/>
                          <a:gd name="connsiteY10" fmla="*/ 43242 h 48300"/>
                          <a:gd name="connsiteX11" fmla="*/ 9104 w 74205"/>
                          <a:gd name="connsiteY11" fmla="*/ 36670 h 48300"/>
                          <a:gd name="connsiteX12" fmla="*/ 1770 w 74205"/>
                          <a:gd name="connsiteY12" fmla="*/ 12572 h 483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74205" h="48300">
                            <a:moveTo>
                              <a:pt x="1770" y="12572"/>
                            </a:moveTo>
                            <a:lnTo>
                              <a:pt x="1961" y="12191"/>
                            </a:lnTo>
                            <a:cubicBezTo>
                              <a:pt x="6247" y="1904"/>
                              <a:pt x="15962" y="-2097"/>
                              <a:pt x="23297" y="1047"/>
                            </a:cubicBezTo>
                            <a:cubicBezTo>
                              <a:pt x="23297" y="1047"/>
                              <a:pt x="33584" y="5333"/>
                              <a:pt x="43585" y="10095"/>
                            </a:cubicBezTo>
                            <a:cubicBezTo>
                              <a:pt x="53586" y="14858"/>
                              <a:pt x="63492" y="20001"/>
                              <a:pt x="63492" y="20001"/>
                            </a:cubicBezTo>
                            <a:cubicBezTo>
                              <a:pt x="72065" y="24669"/>
                              <a:pt x="75779" y="34098"/>
                              <a:pt x="73589" y="38670"/>
                            </a:cubicBezTo>
                            <a:cubicBezTo>
                              <a:pt x="73589" y="38670"/>
                              <a:pt x="73017" y="40099"/>
                              <a:pt x="72350" y="41433"/>
                            </a:cubicBezTo>
                            <a:cubicBezTo>
                              <a:pt x="71779" y="42766"/>
                              <a:pt x="71493" y="43909"/>
                              <a:pt x="71398" y="44004"/>
                            </a:cubicBezTo>
                            <a:cubicBezTo>
                              <a:pt x="70827" y="45909"/>
                              <a:pt x="68350" y="46862"/>
                              <a:pt x="64921" y="47529"/>
                            </a:cubicBezTo>
                            <a:cubicBezTo>
                              <a:pt x="61397" y="48195"/>
                              <a:pt x="56729" y="48672"/>
                              <a:pt x="52062" y="47910"/>
                            </a:cubicBezTo>
                            <a:cubicBezTo>
                              <a:pt x="52062" y="47910"/>
                              <a:pt x="41204" y="46100"/>
                              <a:pt x="30440" y="43242"/>
                            </a:cubicBezTo>
                            <a:cubicBezTo>
                              <a:pt x="19677" y="40480"/>
                              <a:pt x="9104" y="36670"/>
                              <a:pt x="9104" y="36670"/>
                            </a:cubicBezTo>
                            <a:cubicBezTo>
                              <a:pt x="1389" y="34098"/>
                              <a:pt x="-2516" y="22954"/>
                              <a:pt x="1770" y="12572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0" name="îSľíḓé">
                        <a:extLst>
                          <a:ext uri="{FF2B5EF4-FFF2-40B4-BE49-F238E27FC236}">
                            <a16:creationId xmlns:a16="http://schemas.microsoft.com/office/drawing/2014/main" id="{D306D5F1-A5F1-4698-B899-6452D47686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4518" y="2906119"/>
                        <a:ext cx="12835" cy="10710"/>
                      </a:xfrm>
                      <a:custGeom>
                        <a:avLst/>
                        <a:gdLst>
                          <a:gd name="connsiteX0" fmla="*/ 4494 w 12835"/>
                          <a:gd name="connsiteY0" fmla="*/ 9864 h 10710"/>
                          <a:gd name="connsiteX1" fmla="*/ 494 w 12835"/>
                          <a:gd name="connsiteY1" fmla="*/ 2435 h 10710"/>
                          <a:gd name="connsiteX2" fmla="*/ 8971 w 12835"/>
                          <a:gd name="connsiteY2" fmla="*/ 1196 h 10710"/>
                          <a:gd name="connsiteX3" fmla="*/ 12495 w 12835"/>
                          <a:gd name="connsiteY3" fmla="*/ 8721 h 10710"/>
                          <a:gd name="connsiteX4" fmla="*/ 4494 w 12835"/>
                          <a:gd name="connsiteY4" fmla="*/ 9864 h 107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2835" h="10710">
                            <a:moveTo>
                              <a:pt x="4494" y="9864"/>
                            </a:moveTo>
                            <a:cubicBezTo>
                              <a:pt x="1161" y="8435"/>
                              <a:pt x="-1030" y="5102"/>
                              <a:pt x="494" y="2435"/>
                            </a:cubicBezTo>
                            <a:cubicBezTo>
                              <a:pt x="1827" y="-232"/>
                              <a:pt x="5733" y="-804"/>
                              <a:pt x="8971" y="1196"/>
                            </a:cubicBezTo>
                            <a:cubicBezTo>
                              <a:pt x="12114" y="3197"/>
                              <a:pt x="13543" y="6530"/>
                              <a:pt x="12495" y="8721"/>
                            </a:cubicBezTo>
                            <a:cubicBezTo>
                              <a:pt x="11257" y="10912"/>
                              <a:pt x="8019" y="11293"/>
                              <a:pt x="4494" y="9864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1" name="îṥ1îḍè">
                        <a:extLst>
                          <a:ext uri="{FF2B5EF4-FFF2-40B4-BE49-F238E27FC236}">
                            <a16:creationId xmlns:a16="http://schemas.microsoft.com/office/drawing/2014/main" id="{CE65AB7A-BE8B-C5FD-20ED-961B002626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7740" y="2908945"/>
                        <a:ext cx="6642" cy="5536"/>
                      </a:xfrm>
                      <a:custGeom>
                        <a:avLst/>
                        <a:gdLst>
                          <a:gd name="connsiteX0" fmla="*/ 2225 w 6642"/>
                          <a:gd name="connsiteY0" fmla="*/ 5038 h 5536"/>
                          <a:gd name="connsiteX1" fmla="*/ 225 w 6642"/>
                          <a:gd name="connsiteY1" fmla="*/ 1228 h 5536"/>
                          <a:gd name="connsiteX2" fmla="*/ 4511 w 6642"/>
                          <a:gd name="connsiteY2" fmla="*/ 561 h 5536"/>
                          <a:gd name="connsiteX3" fmla="*/ 6416 w 6642"/>
                          <a:gd name="connsiteY3" fmla="*/ 4466 h 5536"/>
                          <a:gd name="connsiteX4" fmla="*/ 2225 w 6642"/>
                          <a:gd name="connsiteY4" fmla="*/ 5038 h 55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642" h="5536">
                            <a:moveTo>
                              <a:pt x="2225" y="5038"/>
                            </a:moveTo>
                            <a:cubicBezTo>
                              <a:pt x="416" y="4180"/>
                              <a:pt x="-442" y="2466"/>
                              <a:pt x="225" y="1228"/>
                            </a:cubicBezTo>
                            <a:cubicBezTo>
                              <a:pt x="892" y="-106"/>
                              <a:pt x="2797" y="-392"/>
                              <a:pt x="4511" y="561"/>
                            </a:cubicBezTo>
                            <a:cubicBezTo>
                              <a:pt x="6226" y="1513"/>
                              <a:pt x="7083" y="3228"/>
                              <a:pt x="6416" y="4466"/>
                            </a:cubicBezTo>
                            <a:cubicBezTo>
                              <a:pt x="5750" y="5609"/>
                              <a:pt x="3940" y="5895"/>
                              <a:pt x="2225" y="5038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41" name="iṧḻïde">
                      <a:extLst>
                        <a:ext uri="{FF2B5EF4-FFF2-40B4-BE49-F238E27FC236}">
                          <a16:creationId xmlns:a16="http://schemas.microsoft.com/office/drawing/2014/main" id="{508ECC71-6A16-C96F-11FC-4EFB1CC020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46122" y="2929100"/>
                      <a:ext cx="87445" cy="52668"/>
                      <a:chOff x="5746122" y="2929100"/>
                      <a:chExt cx="87445" cy="52668"/>
                    </a:xfrm>
                  </p:grpSpPr>
                  <p:sp>
                    <p:nvSpPr>
                      <p:cNvPr id="372" name="ïṧliḓè">
                        <a:extLst>
                          <a:ext uri="{FF2B5EF4-FFF2-40B4-BE49-F238E27FC236}">
                            <a16:creationId xmlns:a16="http://schemas.microsoft.com/office/drawing/2014/main" id="{A9AC41E3-2A6D-1A5B-1D80-3D5AE26F52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3467" y="2929100"/>
                        <a:ext cx="70100" cy="52668"/>
                      </a:xfrm>
                      <a:custGeom>
                        <a:avLst/>
                        <a:gdLst>
                          <a:gd name="connsiteX0" fmla="*/ 7444 w 70100"/>
                          <a:gd name="connsiteY0" fmla="*/ 41843 h 52668"/>
                          <a:gd name="connsiteX1" fmla="*/ 3444 w 70100"/>
                          <a:gd name="connsiteY1" fmla="*/ 31841 h 52668"/>
                          <a:gd name="connsiteX2" fmla="*/ 1253 w 70100"/>
                          <a:gd name="connsiteY2" fmla="*/ 24603 h 52668"/>
                          <a:gd name="connsiteX3" fmla="*/ 491 w 70100"/>
                          <a:gd name="connsiteY3" fmla="*/ 21174 h 52668"/>
                          <a:gd name="connsiteX4" fmla="*/ 3349 w 70100"/>
                          <a:gd name="connsiteY4" fmla="*/ 5553 h 52668"/>
                          <a:gd name="connsiteX5" fmla="*/ 14874 w 70100"/>
                          <a:gd name="connsiteY5" fmla="*/ 28 h 52668"/>
                          <a:gd name="connsiteX6" fmla="*/ 51450 w 70100"/>
                          <a:gd name="connsiteY6" fmla="*/ 1933 h 52668"/>
                          <a:gd name="connsiteX7" fmla="*/ 62689 w 70100"/>
                          <a:gd name="connsiteY7" fmla="*/ 4219 h 52668"/>
                          <a:gd name="connsiteX8" fmla="*/ 67833 w 70100"/>
                          <a:gd name="connsiteY8" fmla="*/ 7267 h 52668"/>
                          <a:gd name="connsiteX9" fmla="*/ 68500 w 70100"/>
                          <a:gd name="connsiteY9" fmla="*/ 9839 h 52668"/>
                          <a:gd name="connsiteX10" fmla="*/ 69738 w 70100"/>
                          <a:gd name="connsiteY10" fmla="*/ 12887 h 52668"/>
                          <a:gd name="connsiteX11" fmla="*/ 60784 w 70100"/>
                          <a:gd name="connsiteY11" fmla="*/ 29174 h 52668"/>
                          <a:gd name="connsiteX12" fmla="*/ 30781 w 70100"/>
                          <a:gd name="connsiteY12" fmla="*/ 50225 h 52668"/>
                          <a:gd name="connsiteX13" fmla="*/ 7444 w 70100"/>
                          <a:gd name="connsiteY13" fmla="*/ 41843 h 526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</a:cxnLst>
                        <a:rect l="l" t="t" r="r" b="b"/>
                        <a:pathLst>
                          <a:path w="70100" h="52668">
                            <a:moveTo>
                              <a:pt x="7444" y="41843"/>
                            </a:moveTo>
                            <a:cubicBezTo>
                              <a:pt x="7444" y="41843"/>
                              <a:pt x="5158" y="36985"/>
                              <a:pt x="3444" y="31841"/>
                            </a:cubicBezTo>
                            <a:cubicBezTo>
                              <a:pt x="2682" y="29174"/>
                              <a:pt x="1825" y="26507"/>
                              <a:pt x="1253" y="24603"/>
                            </a:cubicBezTo>
                            <a:cubicBezTo>
                              <a:pt x="777" y="22602"/>
                              <a:pt x="491" y="21174"/>
                              <a:pt x="491" y="21174"/>
                            </a:cubicBezTo>
                            <a:cubicBezTo>
                              <a:pt x="-842" y="15173"/>
                              <a:pt x="682" y="9362"/>
                              <a:pt x="3349" y="5553"/>
                            </a:cubicBezTo>
                            <a:cubicBezTo>
                              <a:pt x="6206" y="1647"/>
                              <a:pt x="10492" y="-258"/>
                              <a:pt x="14874" y="28"/>
                            </a:cubicBezTo>
                            <a:lnTo>
                              <a:pt x="51450" y="1933"/>
                            </a:lnTo>
                            <a:cubicBezTo>
                              <a:pt x="55927" y="2219"/>
                              <a:pt x="59832" y="3266"/>
                              <a:pt x="62689" y="4219"/>
                            </a:cubicBezTo>
                            <a:cubicBezTo>
                              <a:pt x="65737" y="5171"/>
                              <a:pt x="67452" y="5933"/>
                              <a:pt x="67833" y="7267"/>
                            </a:cubicBezTo>
                            <a:cubicBezTo>
                              <a:pt x="67738" y="7267"/>
                              <a:pt x="68119" y="8505"/>
                              <a:pt x="68500" y="9839"/>
                            </a:cubicBezTo>
                            <a:cubicBezTo>
                              <a:pt x="68976" y="11267"/>
                              <a:pt x="69738" y="12887"/>
                              <a:pt x="69738" y="12887"/>
                            </a:cubicBezTo>
                            <a:cubicBezTo>
                              <a:pt x="71262" y="16220"/>
                              <a:pt x="67928" y="23936"/>
                              <a:pt x="60784" y="29174"/>
                            </a:cubicBezTo>
                            <a:lnTo>
                              <a:pt x="30781" y="50225"/>
                            </a:lnTo>
                            <a:cubicBezTo>
                              <a:pt x="23637" y="55273"/>
                              <a:pt x="12493" y="52511"/>
                              <a:pt x="7444" y="41843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73" name="îṣḷïḑè">
                        <a:extLst>
                          <a:ext uri="{FF2B5EF4-FFF2-40B4-BE49-F238E27FC236}">
                            <a16:creationId xmlns:a16="http://schemas.microsoft.com/office/drawing/2014/main" id="{FC71DC7A-F837-21AD-A3AB-33E3626E43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46122" y="2947511"/>
                        <a:ext cx="34886" cy="29822"/>
                      </a:xfrm>
                      <a:custGeom>
                        <a:avLst/>
                        <a:gdLst>
                          <a:gd name="connsiteX0" fmla="*/ 1072 w 34886"/>
                          <a:gd name="connsiteY0" fmla="*/ 20288 h 29822"/>
                          <a:gd name="connsiteX1" fmla="*/ 977 w 34886"/>
                          <a:gd name="connsiteY1" fmla="*/ 20003 h 29822"/>
                          <a:gd name="connsiteX2" fmla="*/ 5644 w 34886"/>
                          <a:gd name="connsiteY2" fmla="*/ 4572 h 29822"/>
                          <a:gd name="connsiteX3" fmla="*/ 28409 w 34886"/>
                          <a:gd name="connsiteY3" fmla="*/ 0 h 29822"/>
                          <a:gd name="connsiteX4" fmla="*/ 29076 w 34886"/>
                          <a:gd name="connsiteY4" fmla="*/ 3143 h 29822"/>
                          <a:gd name="connsiteX5" fmla="*/ 31076 w 34886"/>
                          <a:gd name="connsiteY5" fmla="*/ 9906 h 29822"/>
                          <a:gd name="connsiteX6" fmla="*/ 34886 w 34886"/>
                          <a:gd name="connsiteY6" fmla="*/ 19241 h 29822"/>
                          <a:gd name="connsiteX7" fmla="*/ 13931 w 34886"/>
                          <a:gd name="connsiteY7" fmla="*/ 29242 h 29822"/>
                          <a:gd name="connsiteX8" fmla="*/ 1072 w 34886"/>
                          <a:gd name="connsiteY8" fmla="*/ 20288 h 2982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4886" h="29822">
                            <a:moveTo>
                              <a:pt x="1072" y="20288"/>
                            </a:moveTo>
                            <a:lnTo>
                              <a:pt x="977" y="20003"/>
                            </a:lnTo>
                            <a:cubicBezTo>
                              <a:pt x="-1499" y="12573"/>
                              <a:pt x="977" y="5429"/>
                              <a:pt x="5644" y="4572"/>
                            </a:cubicBezTo>
                            <a:lnTo>
                              <a:pt x="28409" y="0"/>
                            </a:lnTo>
                            <a:cubicBezTo>
                              <a:pt x="28409" y="0"/>
                              <a:pt x="28695" y="1238"/>
                              <a:pt x="29076" y="3143"/>
                            </a:cubicBezTo>
                            <a:cubicBezTo>
                              <a:pt x="29647" y="4953"/>
                              <a:pt x="30409" y="7429"/>
                              <a:pt x="31076" y="9906"/>
                            </a:cubicBezTo>
                            <a:cubicBezTo>
                              <a:pt x="32695" y="14669"/>
                              <a:pt x="34886" y="19241"/>
                              <a:pt x="34886" y="19241"/>
                            </a:cubicBezTo>
                            <a:lnTo>
                              <a:pt x="13931" y="29242"/>
                            </a:lnTo>
                            <a:cubicBezTo>
                              <a:pt x="9740" y="31337"/>
                              <a:pt x="3644" y="27623"/>
                              <a:pt x="1072" y="20288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74" name="íṣľîďe">
                        <a:extLst>
                          <a:ext uri="{FF2B5EF4-FFF2-40B4-BE49-F238E27FC236}">
                            <a16:creationId xmlns:a16="http://schemas.microsoft.com/office/drawing/2014/main" id="{C5C492DD-81A9-C4FE-F8B3-F6B2D93B72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8430" y="2932223"/>
                        <a:ext cx="74710" cy="45269"/>
                      </a:xfrm>
                      <a:custGeom>
                        <a:avLst/>
                        <a:gdLst>
                          <a:gd name="connsiteX0" fmla="*/ 1432 w 74710"/>
                          <a:gd name="connsiteY0" fmla="*/ 31385 h 45269"/>
                          <a:gd name="connsiteX1" fmla="*/ 1337 w 74710"/>
                          <a:gd name="connsiteY1" fmla="*/ 31004 h 45269"/>
                          <a:gd name="connsiteX2" fmla="*/ 1528 w 74710"/>
                          <a:gd name="connsiteY2" fmla="*/ 15193 h 45269"/>
                          <a:gd name="connsiteX3" fmla="*/ 10576 w 74710"/>
                          <a:gd name="connsiteY3" fmla="*/ 6811 h 45269"/>
                          <a:gd name="connsiteX4" fmla="*/ 32389 w 74710"/>
                          <a:gd name="connsiteY4" fmla="*/ 2429 h 45269"/>
                          <a:gd name="connsiteX5" fmla="*/ 54391 w 74710"/>
                          <a:gd name="connsiteY5" fmla="*/ 48 h 45269"/>
                          <a:gd name="connsiteX6" fmla="*/ 67155 w 74710"/>
                          <a:gd name="connsiteY6" fmla="*/ 1572 h 45269"/>
                          <a:gd name="connsiteX7" fmla="*/ 73060 w 74710"/>
                          <a:gd name="connsiteY7" fmla="*/ 4715 h 45269"/>
                          <a:gd name="connsiteX8" fmla="*/ 73632 w 74710"/>
                          <a:gd name="connsiteY8" fmla="*/ 6620 h 45269"/>
                          <a:gd name="connsiteX9" fmla="*/ 74489 w 74710"/>
                          <a:gd name="connsiteY9" fmla="*/ 8811 h 45269"/>
                          <a:gd name="connsiteX10" fmla="*/ 72394 w 74710"/>
                          <a:gd name="connsiteY10" fmla="*/ 16717 h 45269"/>
                          <a:gd name="connsiteX11" fmla="*/ 63154 w 74710"/>
                          <a:gd name="connsiteY11" fmla="*/ 25670 h 45269"/>
                          <a:gd name="connsiteX12" fmla="*/ 43247 w 74710"/>
                          <a:gd name="connsiteY12" fmla="*/ 35576 h 45269"/>
                          <a:gd name="connsiteX13" fmla="*/ 22768 w 74710"/>
                          <a:gd name="connsiteY13" fmla="*/ 44339 h 45269"/>
                          <a:gd name="connsiteX14" fmla="*/ 1432 w 74710"/>
                          <a:gd name="connsiteY14" fmla="*/ 31385 h 452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74710" h="45269">
                            <a:moveTo>
                              <a:pt x="1432" y="31385"/>
                            </a:moveTo>
                            <a:lnTo>
                              <a:pt x="1337" y="31004"/>
                            </a:lnTo>
                            <a:cubicBezTo>
                              <a:pt x="-568" y="25480"/>
                              <a:pt x="-377" y="19670"/>
                              <a:pt x="1528" y="15193"/>
                            </a:cubicBezTo>
                            <a:cubicBezTo>
                              <a:pt x="3147" y="10811"/>
                              <a:pt x="6671" y="7763"/>
                              <a:pt x="10576" y="6811"/>
                            </a:cubicBezTo>
                            <a:cubicBezTo>
                              <a:pt x="10576" y="6811"/>
                              <a:pt x="21435" y="4049"/>
                              <a:pt x="32389" y="2429"/>
                            </a:cubicBezTo>
                            <a:cubicBezTo>
                              <a:pt x="43247" y="715"/>
                              <a:pt x="54391" y="48"/>
                              <a:pt x="54391" y="48"/>
                            </a:cubicBezTo>
                            <a:cubicBezTo>
                              <a:pt x="59249" y="-238"/>
                              <a:pt x="63535" y="810"/>
                              <a:pt x="67155" y="1572"/>
                            </a:cubicBezTo>
                            <a:cubicBezTo>
                              <a:pt x="70489" y="2525"/>
                              <a:pt x="72870" y="3287"/>
                              <a:pt x="73060" y="4715"/>
                            </a:cubicBezTo>
                            <a:cubicBezTo>
                              <a:pt x="73060" y="4715"/>
                              <a:pt x="73441" y="5668"/>
                              <a:pt x="73632" y="6620"/>
                            </a:cubicBezTo>
                            <a:cubicBezTo>
                              <a:pt x="73918" y="7573"/>
                              <a:pt x="74584" y="8811"/>
                              <a:pt x="74489" y="8811"/>
                            </a:cubicBezTo>
                            <a:cubicBezTo>
                              <a:pt x="75061" y="10526"/>
                              <a:pt x="74584" y="13478"/>
                              <a:pt x="72394" y="16717"/>
                            </a:cubicBezTo>
                            <a:cubicBezTo>
                              <a:pt x="70584" y="19955"/>
                              <a:pt x="67441" y="23384"/>
                              <a:pt x="63154" y="25670"/>
                            </a:cubicBezTo>
                            <a:cubicBezTo>
                              <a:pt x="63154" y="25670"/>
                              <a:pt x="53439" y="30909"/>
                              <a:pt x="43247" y="35576"/>
                            </a:cubicBezTo>
                            <a:cubicBezTo>
                              <a:pt x="33150" y="40339"/>
                              <a:pt x="22768" y="44339"/>
                              <a:pt x="22768" y="44339"/>
                            </a:cubicBezTo>
                            <a:cubicBezTo>
                              <a:pt x="15339" y="47483"/>
                              <a:pt x="5338" y="42530"/>
                              <a:pt x="1432" y="31385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75" name="ïṩḷïḓè">
                        <a:extLst>
                          <a:ext uri="{FF2B5EF4-FFF2-40B4-BE49-F238E27FC236}">
                            <a16:creationId xmlns:a16="http://schemas.microsoft.com/office/drawing/2014/main" id="{28CECD4E-216F-EC21-AEAD-61D11C8272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09034" y="2935649"/>
                        <a:ext cx="13324" cy="7658"/>
                      </a:xfrm>
                      <a:custGeom>
                        <a:avLst/>
                        <a:gdLst>
                          <a:gd name="connsiteX0" fmla="*/ 7693 w 13324"/>
                          <a:gd name="connsiteY0" fmla="*/ 7194 h 7658"/>
                          <a:gd name="connsiteX1" fmla="*/ 73 w 13324"/>
                          <a:gd name="connsiteY1" fmla="*/ 4908 h 7658"/>
                          <a:gd name="connsiteX2" fmla="*/ 6169 w 13324"/>
                          <a:gd name="connsiteY2" fmla="*/ 51 h 7658"/>
                          <a:gd name="connsiteX3" fmla="*/ 13313 w 13324"/>
                          <a:gd name="connsiteY3" fmla="*/ 2241 h 7658"/>
                          <a:gd name="connsiteX4" fmla="*/ 7693 w 13324"/>
                          <a:gd name="connsiteY4" fmla="*/ 7194 h 76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324" h="7658">
                            <a:moveTo>
                              <a:pt x="7693" y="7194"/>
                            </a:moveTo>
                            <a:cubicBezTo>
                              <a:pt x="4264" y="8337"/>
                              <a:pt x="359" y="7290"/>
                              <a:pt x="73" y="4908"/>
                            </a:cubicBezTo>
                            <a:cubicBezTo>
                              <a:pt x="-499" y="2432"/>
                              <a:pt x="2359" y="241"/>
                              <a:pt x="6169" y="51"/>
                            </a:cubicBezTo>
                            <a:cubicBezTo>
                              <a:pt x="9788" y="-235"/>
                              <a:pt x="12932" y="717"/>
                              <a:pt x="13313" y="2241"/>
                            </a:cubicBezTo>
                            <a:cubicBezTo>
                              <a:pt x="13503" y="3765"/>
                              <a:pt x="11408" y="6051"/>
                              <a:pt x="7693" y="7194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76" name="ís1idê">
                        <a:extLst>
                          <a:ext uri="{FF2B5EF4-FFF2-40B4-BE49-F238E27FC236}">
                            <a16:creationId xmlns:a16="http://schemas.microsoft.com/office/drawing/2014/main" id="{513F34D8-F67F-A4C0-A494-B18E7937CF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2327" y="2937340"/>
                        <a:ext cx="6880" cy="3972"/>
                      </a:xfrm>
                      <a:custGeom>
                        <a:avLst/>
                        <a:gdLst>
                          <a:gd name="connsiteX0" fmla="*/ 3828 w 6880"/>
                          <a:gd name="connsiteY0" fmla="*/ 3789 h 3972"/>
                          <a:gd name="connsiteX1" fmla="*/ 18 w 6880"/>
                          <a:gd name="connsiteY1" fmla="*/ 2646 h 3972"/>
                          <a:gd name="connsiteX2" fmla="*/ 3066 w 6880"/>
                          <a:gd name="connsiteY2" fmla="*/ 74 h 3972"/>
                          <a:gd name="connsiteX3" fmla="*/ 6876 w 6880"/>
                          <a:gd name="connsiteY3" fmla="*/ 1217 h 3972"/>
                          <a:gd name="connsiteX4" fmla="*/ 3828 w 6880"/>
                          <a:gd name="connsiteY4" fmla="*/ 3789 h 397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880" h="3972">
                            <a:moveTo>
                              <a:pt x="3828" y="3789"/>
                            </a:moveTo>
                            <a:cubicBezTo>
                              <a:pt x="1923" y="4265"/>
                              <a:pt x="113" y="3789"/>
                              <a:pt x="18" y="2646"/>
                            </a:cubicBezTo>
                            <a:cubicBezTo>
                              <a:pt x="-172" y="1503"/>
                              <a:pt x="1161" y="360"/>
                              <a:pt x="3066" y="74"/>
                            </a:cubicBezTo>
                            <a:cubicBezTo>
                              <a:pt x="4971" y="-211"/>
                              <a:pt x="6686" y="360"/>
                              <a:pt x="6876" y="1217"/>
                            </a:cubicBezTo>
                            <a:cubicBezTo>
                              <a:pt x="6971" y="2075"/>
                              <a:pt x="5638" y="3218"/>
                              <a:pt x="3828" y="3789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42" name="îşḷíḋè">
                      <a:extLst>
                        <a:ext uri="{FF2B5EF4-FFF2-40B4-BE49-F238E27FC236}">
                          <a16:creationId xmlns:a16="http://schemas.microsoft.com/office/drawing/2014/main" id="{196F599A-E5A3-C3E4-3CD8-2E5255F99B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81241" y="2953928"/>
                      <a:ext cx="77300" cy="73235"/>
                      <a:chOff x="5781241" y="2953928"/>
                      <a:chExt cx="77300" cy="73235"/>
                    </a:xfrm>
                  </p:grpSpPr>
                  <p:sp>
                    <p:nvSpPr>
                      <p:cNvPr id="367" name="ïṡlïḓe">
                        <a:extLst>
                          <a:ext uri="{FF2B5EF4-FFF2-40B4-BE49-F238E27FC236}">
                            <a16:creationId xmlns:a16="http://schemas.microsoft.com/office/drawing/2014/main" id="{13D22829-72D7-5B9A-C800-974515F438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88138" y="2953928"/>
                        <a:ext cx="70403" cy="66413"/>
                      </a:xfrm>
                      <a:custGeom>
                        <a:avLst/>
                        <a:gdLst>
                          <a:gd name="connsiteX0" fmla="*/ 17064 w 70403"/>
                          <a:gd name="connsiteY0" fmla="*/ 61782 h 66413"/>
                          <a:gd name="connsiteX1" fmla="*/ 11253 w 70403"/>
                          <a:gd name="connsiteY1" fmla="*/ 55972 h 66413"/>
                          <a:gd name="connsiteX2" fmla="*/ 4872 w 70403"/>
                          <a:gd name="connsiteY2" fmla="*/ 49209 h 66413"/>
                          <a:gd name="connsiteX3" fmla="*/ 6110 w 70403"/>
                          <a:gd name="connsiteY3" fmla="*/ 25206 h 66413"/>
                          <a:gd name="connsiteX4" fmla="*/ 36114 w 70403"/>
                          <a:gd name="connsiteY4" fmla="*/ 4156 h 66413"/>
                          <a:gd name="connsiteX5" fmla="*/ 55735 w 70403"/>
                          <a:gd name="connsiteY5" fmla="*/ 2918 h 66413"/>
                          <a:gd name="connsiteX6" fmla="*/ 59926 w 70403"/>
                          <a:gd name="connsiteY6" fmla="*/ 7299 h 66413"/>
                          <a:gd name="connsiteX7" fmla="*/ 65736 w 70403"/>
                          <a:gd name="connsiteY7" fmla="*/ 13109 h 66413"/>
                          <a:gd name="connsiteX8" fmla="*/ 65641 w 70403"/>
                          <a:gd name="connsiteY8" fmla="*/ 35779 h 66413"/>
                          <a:gd name="connsiteX9" fmla="*/ 39733 w 70403"/>
                          <a:gd name="connsiteY9" fmla="*/ 61687 h 66413"/>
                          <a:gd name="connsiteX10" fmla="*/ 17064 w 70403"/>
                          <a:gd name="connsiteY10" fmla="*/ 61782 h 6641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70403" h="66413">
                            <a:moveTo>
                              <a:pt x="17064" y="61782"/>
                            </a:moveTo>
                            <a:cubicBezTo>
                              <a:pt x="17064" y="61782"/>
                              <a:pt x="14206" y="58925"/>
                              <a:pt x="11253" y="55972"/>
                            </a:cubicBezTo>
                            <a:cubicBezTo>
                              <a:pt x="8110" y="52638"/>
                              <a:pt x="4872" y="49209"/>
                              <a:pt x="4872" y="49209"/>
                            </a:cubicBezTo>
                            <a:cubicBezTo>
                              <a:pt x="-2177" y="41494"/>
                              <a:pt x="-1415" y="30159"/>
                              <a:pt x="6110" y="25206"/>
                            </a:cubicBezTo>
                            <a:lnTo>
                              <a:pt x="36114" y="4156"/>
                            </a:lnTo>
                            <a:cubicBezTo>
                              <a:pt x="43448" y="-797"/>
                              <a:pt x="51735" y="-1464"/>
                              <a:pt x="55735" y="2918"/>
                            </a:cubicBezTo>
                            <a:cubicBezTo>
                              <a:pt x="55735" y="2918"/>
                              <a:pt x="57831" y="5108"/>
                              <a:pt x="59926" y="7299"/>
                            </a:cubicBezTo>
                            <a:cubicBezTo>
                              <a:pt x="62784" y="10157"/>
                              <a:pt x="65736" y="13109"/>
                              <a:pt x="65736" y="13109"/>
                            </a:cubicBezTo>
                            <a:cubicBezTo>
                              <a:pt x="72023" y="19396"/>
                              <a:pt x="71928" y="29492"/>
                              <a:pt x="65641" y="35779"/>
                            </a:cubicBezTo>
                            <a:lnTo>
                              <a:pt x="39733" y="61687"/>
                            </a:lnTo>
                            <a:cubicBezTo>
                              <a:pt x="33447" y="67973"/>
                              <a:pt x="23255" y="67973"/>
                              <a:pt x="17064" y="61782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8" name="ïṧḻïdê">
                        <a:extLst>
                          <a:ext uri="{FF2B5EF4-FFF2-40B4-BE49-F238E27FC236}">
                            <a16:creationId xmlns:a16="http://schemas.microsoft.com/office/drawing/2014/main" id="{D310E985-E4F4-AC60-676E-BA8BD9AF21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81241" y="2995421"/>
                        <a:ext cx="32056" cy="31742"/>
                      </a:xfrm>
                      <a:custGeom>
                        <a:avLst/>
                        <a:gdLst>
                          <a:gd name="connsiteX0" fmla="*/ 3482 w 32056"/>
                          <a:gd name="connsiteY0" fmla="*/ 29242 h 31742"/>
                          <a:gd name="connsiteX1" fmla="*/ 3386 w 32056"/>
                          <a:gd name="connsiteY1" fmla="*/ 29146 h 31742"/>
                          <a:gd name="connsiteX2" fmla="*/ 2338 w 32056"/>
                          <a:gd name="connsiteY2" fmla="*/ 15621 h 31742"/>
                          <a:gd name="connsiteX3" fmla="*/ 19579 w 32056"/>
                          <a:gd name="connsiteY3" fmla="*/ 0 h 31742"/>
                          <a:gd name="connsiteX4" fmla="*/ 25960 w 32056"/>
                          <a:gd name="connsiteY4" fmla="*/ 6763 h 31742"/>
                          <a:gd name="connsiteX5" fmla="*/ 32057 w 32056"/>
                          <a:gd name="connsiteY5" fmla="*/ 12859 h 31742"/>
                          <a:gd name="connsiteX6" fmla="*/ 15674 w 32056"/>
                          <a:gd name="connsiteY6" fmla="*/ 29242 h 31742"/>
                          <a:gd name="connsiteX7" fmla="*/ 3482 w 32056"/>
                          <a:gd name="connsiteY7" fmla="*/ 29242 h 317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32056" h="31742">
                            <a:moveTo>
                              <a:pt x="3482" y="29242"/>
                            </a:moveTo>
                            <a:lnTo>
                              <a:pt x="3386" y="29146"/>
                            </a:lnTo>
                            <a:cubicBezTo>
                              <a:pt x="-519" y="25146"/>
                              <a:pt x="-1281" y="18669"/>
                              <a:pt x="2338" y="15621"/>
                            </a:cubicBezTo>
                            <a:lnTo>
                              <a:pt x="19579" y="0"/>
                            </a:lnTo>
                            <a:cubicBezTo>
                              <a:pt x="19579" y="0"/>
                              <a:pt x="22722" y="3334"/>
                              <a:pt x="25960" y="6763"/>
                            </a:cubicBezTo>
                            <a:cubicBezTo>
                              <a:pt x="29008" y="9811"/>
                              <a:pt x="32057" y="12859"/>
                              <a:pt x="32057" y="12859"/>
                            </a:cubicBezTo>
                            <a:lnTo>
                              <a:pt x="15674" y="29242"/>
                            </a:lnTo>
                            <a:cubicBezTo>
                              <a:pt x="12244" y="32575"/>
                              <a:pt x="6815" y="32575"/>
                              <a:pt x="3482" y="29242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9" name="iṥḷîďé">
                        <a:extLst>
                          <a:ext uri="{FF2B5EF4-FFF2-40B4-BE49-F238E27FC236}">
                            <a16:creationId xmlns:a16="http://schemas.microsoft.com/office/drawing/2014/main" id="{C1586A9C-BC23-93DE-F2F2-5B1EE22835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88431" y="2955179"/>
                        <a:ext cx="68516" cy="64778"/>
                      </a:xfrm>
                      <a:custGeom>
                        <a:avLst/>
                        <a:gdLst>
                          <a:gd name="connsiteX0" fmla="*/ 5817 w 68516"/>
                          <a:gd name="connsiteY0" fmla="*/ 60150 h 64778"/>
                          <a:gd name="connsiteX1" fmla="*/ 5626 w 68516"/>
                          <a:gd name="connsiteY1" fmla="*/ 59960 h 64778"/>
                          <a:gd name="connsiteX2" fmla="*/ 3722 w 68516"/>
                          <a:gd name="connsiteY2" fmla="*/ 36909 h 64778"/>
                          <a:gd name="connsiteX3" fmla="*/ 19057 w 68516"/>
                          <a:gd name="connsiteY3" fmla="*/ 20907 h 64778"/>
                          <a:gd name="connsiteX4" fmla="*/ 35059 w 68516"/>
                          <a:gd name="connsiteY4" fmla="*/ 5667 h 64778"/>
                          <a:gd name="connsiteX5" fmla="*/ 46965 w 68516"/>
                          <a:gd name="connsiteY5" fmla="*/ 143 h 64778"/>
                          <a:gd name="connsiteX6" fmla="*/ 56585 w 68516"/>
                          <a:gd name="connsiteY6" fmla="*/ 2905 h 64778"/>
                          <a:gd name="connsiteX7" fmla="*/ 59633 w 68516"/>
                          <a:gd name="connsiteY7" fmla="*/ 6143 h 64778"/>
                          <a:gd name="connsiteX8" fmla="*/ 63824 w 68516"/>
                          <a:gd name="connsiteY8" fmla="*/ 10334 h 64778"/>
                          <a:gd name="connsiteX9" fmla="*/ 62205 w 68516"/>
                          <a:gd name="connsiteY9" fmla="*/ 34433 h 64778"/>
                          <a:gd name="connsiteX10" fmla="*/ 26962 w 68516"/>
                          <a:gd name="connsiteY10" fmla="*/ 61484 h 64778"/>
                          <a:gd name="connsiteX11" fmla="*/ 5817 w 68516"/>
                          <a:gd name="connsiteY11" fmla="*/ 60150 h 64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68516" h="64778">
                            <a:moveTo>
                              <a:pt x="5817" y="60150"/>
                            </a:moveTo>
                            <a:lnTo>
                              <a:pt x="5626" y="59960"/>
                            </a:lnTo>
                            <a:cubicBezTo>
                              <a:pt x="-946" y="53292"/>
                              <a:pt x="-1994" y="42910"/>
                              <a:pt x="3722" y="36909"/>
                            </a:cubicBezTo>
                            <a:cubicBezTo>
                              <a:pt x="3722" y="36909"/>
                              <a:pt x="11246" y="28622"/>
                              <a:pt x="19057" y="20907"/>
                            </a:cubicBezTo>
                            <a:cubicBezTo>
                              <a:pt x="26867" y="13097"/>
                              <a:pt x="35059" y="5667"/>
                              <a:pt x="35059" y="5667"/>
                            </a:cubicBezTo>
                            <a:cubicBezTo>
                              <a:pt x="38678" y="2428"/>
                              <a:pt x="43060" y="714"/>
                              <a:pt x="46965" y="143"/>
                            </a:cubicBezTo>
                            <a:cubicBezTo>
                              <a:pt x="50775" y="-334"/>
                              <a:pt x="54109" y="333"/>
                              <a:pt x="56585" y="2905"/>
                            </a:cubicBezTo>
                            <a:cubicBezTo>
                              <a:pt x="56585" y="2905"/>
                              <a:pt x="58109" y="4524"/>
                              <a:pt x="59633" y="6143"/>
                            </a:cubicBezTo>
                            <a:cubicBezTo>
                              <a:pt x="61729" y="8239"/>
                              <a:pt x="63824" y="10334"/>
                              <a:pt x="63824" y="10334"/>
                            </a:cubicBezTo>
                            <a:cubicBezTo>
                              <a:pt x="70682" y="17192"/>
                              <a:pt x="69920" y="28527"/>
                              <a:pt x="62205" y="34433"/>
                            </a:cubicBezTo>
                            <a:lnTo>
                              <a:pt x="26962" y="61484"/>
                            </a:lnTo>
                            <a:cubicBezTo>
                              <a:pt x="20485" y="66341"/>
                              <a:pt x="11437" y="65770"/>
                              <a:pt x="5817" y="60150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70" name="ís1ïḓé">
                        <a:extLst>
                          <a:ext uri="{FF2B5EF4-FFF2-40B4-BE49-F238E27FC236}">
                            <a16:creationId xmlns:a16="http://schemas.microsoft.com/office/drawing/2014/main" id="{3903FD23-4DE1-1EB2-DDCB-FF581DCA24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5642" y="2961286"/>
                        <a:ext cx="12474" cy="12096"/>
                      </a:xfrm>
                      <a:custGeom>
                        <a:avLst/>
                        <a:gdLst>
                          <a:gd name="connsiteX0" fmla="*/ 10039 w 12474"/>
                          <a:gd name="connsiteY0" fmla="*/ 9942 h 12096"/>
                          <a:gd name="connsiteX1" fmla="*/ 1276 w 12474"/>
                          <a:gd name="connsiteY1" fmla="*/ 10514 h 12096"/>
                          <a:gd name="connsiteX2" fmla="*/ 2800 w 12474"/>
                          <a:gd name="connsiteY2" fmla="*/ 1941 h 12096"/>
                          <a:gd name="connsiteX3" fmla="*/ 11278 w 12474"/>
                          <a:gd name="connsiteY3" fmla="*/ 1370 h 12096"/>
                          <a:gd name="connsiteX4" fmla="*/ 10039 w 12474"/>
                          <a:gd name="connsiteY4" fmla="*/ 9942 h 120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2474" h="12096">
                            <a:moveTo>
                              <a:pt x="10039" y="9942"/>
                            </a:moveTo>
                            <a:cubicBezTo>
                              <a:pt x="7372" y="12609"/>
                              <a:pt x="3467" y="12800"/>
                              <a:pt x="1276" y="10514"/>
                            </a:cubicBezTo>
                            <a:cubicBezTo>
                              <a:pt x="-1010" y="8228"/>
                              <a:pt x="-57" y="4323"/>
                              <a:pt x="2800" y="1941"/>
                            </a:cubicBezTo>
                            <a:cubicBezTo>
                              <a:pt x="5753" y="-440"/>
                              <a:pt x="9182" y="-631"/>
                              <a:pt x="11278" y="1370"/>
                            </a:cubicBezTo>
                            <a:cubicBezTo>
                              <a:pt x="13278" y="3370"/>
                              <a:pt x="12706" y="7275"/>
                              <a:pt x="10039" y="9942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71" name="íṡľïḍé">
                        <a:extLst>
                          <a:ext uri="{FF2B5EF4-FFF2-40B4-BE49-F238E27FC236}">
                            <a16:creationId xmlns:a16="http://schemas.microsoft.com/office/drawing/2014/main" id="{0BCADC92-B999-6CCB-5C90-B8D63EE3F9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8737" y="2964087"/>
                        <a:ext cx="6430" cy="6217"/>
                      </a:xfrm>
                      <a:custGeom>
                        <a:avLst/>
                        <a:gdLst>
                          <a:gd name="connsiteX0" fmla="*/ 5135 w 6430"/>
                          <a:gd name="connsiteY0" fmla="*/ 5140 h 6217"/>
                          <a:gd name="connsiteX1" fmla="*/ 658 w 6430"/>
                          <a:gd name="connsiteY1" fmla="*/ 5426 h 6217"/>
                          <a:gd name="connsiteX2" fmla="*/ 1325 w 6430"/>
                          <a:gd name="connsiteY2" fmla="*/ 1045 h 6217"/>
                          <a:gd name="connsiteX3" fmla="*/ 5801 w 6430"/>
                          <a:gd name="connsiteY3" fmla="*/ 759 h 6217"/>
                          <a:gd name="connsiteX4" fmla="*/ 5135 w 6430"/>
                          <a:gd name="connsiteY4" fmla="*/ 5140 h 62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430" h="6217">
                            <a:moveTo>
                              <a:pt x="5135" y="5140"/>
                            </a:moveTo>
                            <a:cubicBezTo>
                              <a:pt x="3706" y="6474"/>
                              <a:pt x="1706" y="6569"/>
                              <a:pt x="658" y="5426"/>
                            </a:cubicBezTo>
                            <a:cubicBezTo>
                              <a:pt x="-390" y="4283"/>
                              <a:pt x="-199" y="2283"/>
                              <a:pt x="1325" y="1045"/>
                            </a:cubicBezTo>
                            <a:cubicBezTo>
                              <a:pt x="2753" y="-194"/>
                              <a:pt x="4849" y="-384"/>
                              <a:pt x="5801" y="759"/>
                            </a:cubicBezTo>
                            <a:cubicBezTo>
                              <a:pt x="6849" y="1807"/>
                              <a:pt x="6563" y="3807"/>
                              <a:pt x="5135" y="5140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43" name="îşliḑé">
                      <a:extLst>
                        <a:ext uri="{FF2B5EF4-FFF2-40B4-BE49-F238E27FC236}">
                          <a16:creationId xmlns:a16="http://schemas.microsoft.com/office/drawing/2014/main" id="{0037A82C-92E8-5735-C879-7BA4D4025D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16322" y="2984980"/>
                      <a:ext cx="76319" cy="76343"/>
                      <a:chOff x="5816322" y="2984980"/>
                      <a:chExt cx="76319" cy="76343"/>
                    </a:xfrm>
                  </p:grpSpPr>
                  <p:sp>
                    <p:nvSpPr>
                      <p:cNvPr id="362" name="ïSḷîďê">
                        <a:extLst>
                          <a:ext uri="{FF2B5EF4-FFF2-40B4-BE49-F238E27FC236}">
                            <a16:creationId xmlns:a16="http://schemas.microsoft.com/office/drawing/2014/main" id="{71BAAB3D-D6A7-2897-B906-1445C034A6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3108" y="2984980"/>
                        <a:ext cx="69533" cy="69532"/>
                      </a:xfrm>
                      <a:custGeom>
                        <a:avLst/>
                        <a:gdLst>
                          <a:gd name="connsiteX0" fmla="*/ 16193 w 69533"/>
                          <a:gd name="connsiteY0" fmla="*/ 64830 h 69532"/>
                          <a:gd name="connsiteX1" fmla="*/ 4668 w 69533"/>
                          <a:gd name="connsiteY1" fmla="*/ 53304 h 69532"/>
                          <a:gd name="connsiteX2" fmla="*/ 4763 w 69533"/>
                          <a:gd name="connsiteY2" fmla="*/ 30635 h 69532"/>
                          <a:gd name="connsiteX3" fmla="*/ 30671 w 69533"/>
                          <a:gd name="connsiteY3" fmla="*/ 4727 h 69532"/>
                          <a:gd name="connsiteX4" fmla="*/ 53340 w 69533"/>
                          <a:gd name="connsiteY4" fmla="*/ 4632 h 69532"/>
                          <a:gd name="connsiteX5" fmla="*/ 64866 w 69533"/>
                          <a:gd name="connsiteY5" fmla="*/ 16157 h 69532"/>
                          <a:gd name="connsiteX6" fmla="*/ 64770 w 69533"/>
                          <a:gd name="connsiteY6" fmla="*/ 38826 h 69532"/>
                          <a:gd name="connsiteX7" fmla="*/ 38862 w 69533"/>
                          <a:gd name="connsiteY7" fmla="*/ 64734 h 69532"/>
                          <a:gd name="connsiteX8" fmla="*/ 16193 w 69533"/>
                          <a:gd name="connsiteY8" fmla="*/ 64830 h 695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533" h="69532">
                            <a:moveTo>
                              <a:pt x="16193" y="64830"/>
                            </a:moveTo>
                            <a:lnTo>
                              <a:pt x="4668" y="53304"/>
                            </a:lnTo>
                            <a:cubicBezTo>
                              <a:pt x="-1619" y="47018"/>
                              <a:pt x="-1524" y="36921"/>
                              <a:pt x="4763" y="30635"/>
                            </a:cubicBezTo>
                            <a:lnTo>
                              <a:pt x="30671" y="4727"/>
                            </a:lnTo>
                            <a:cubicBezTo>
                              <a:pt x="36957" y="-1560"/>
                              <a:pt x="47149" y="-1560"/>
                              <a:pt x="53340" y="4632"/>
                            </a:cubicBezTo>
                            <a:lnTo>
                              <a:pt x="64866" y="16157"/>
                            </a:lnTo>
                            <a:cubicBezTo>
                              <a:pt x="71152" y="22443"/>
                              <a:pt x="71057" y="32540"/>
                              <a:pt x="64770" y="38826"/>
                            </a:cubicBezTo>
                            <a:lnTo>
                              <a:pt x="38862" y="64734"/>
                            </a:lnTo>
                            <a:cubicBezTo>
                              <a:pt x="32576" y="71116"/>
                              <a:pt x="22479" y="71116"/>
                              <a:pt x="16193" y="64830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3" name="îṣ1íḋé">
                        <a:extLst>
                          <a:ext uri="{FF2B5EF4-FFF2-40B4-BE49-F238E27FC236}">
                            <a16:creationId xmlns:a16="http://schemas.microsoft.com/office/drawing/2014/main" id="{911795FD-2777-9BFF-7935-A831DDBE4B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6322" y="3030283"/>
                        <a:ext cx="31075" cy="31039"/>
                      </a:xfrm>
                      <a:custGeom>
                        <a:avLst/>
                        <a:gdLst>
                          <a:gd name="connsiteX0" fmla="*/ 2596 w 31075"/>
                          <a:gd name="connsiteY0" fmla="*/ 28575 h 31039"/>
                          <a:gd name="connsiteX1" fmla="*/ 2500 w 31075"/>
                          <a:gd name="connsiteY1" fmla="*/ 28480 h 31039"/>
                          <a:gd name="connsiteX2" fmla="*/ 2500 w 31075"/>
                          <a:gd name="connsiteY2" fmla="*/ 16383 h 31039"/>
                          <a:gd name="connsiteX3" fmla="*/ 18883 w 31075"/>
                          <a:gd name="connsiteY3" fmla="*/ 0 h 31039"/>
                          <a:gd name="connsiteX4" fmla="*/ 31075 w 31075"/>
                          <a:gd name="connsiteY4" fmla="*/ 12192 h 31039"/>
                          <a:gd name="connsiteX5" fmla="*/ 14692 w 31075"/>
                          <a:gd name="connsiteY5" fmla="*/ 28575 h 31039"/>
                          <a:gd name="connsiteX6" fmla="*/ 2596 w 31075"/>
                          <a:gd name="connsiteY6" fmla="*/ 28575 h 310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075" h="31039">
                            <a:moveTo>
                              <a:pt x="2596" y="28575"/>
                            </a:moveTo>
                            <a:lnTo>
                              <a:pt x="2500" y="28480"/>
                            </a:lnTo>
                            <a:cubicBezTo>
                              <a:pt x="-833" y="25146"/>
                              <a:pt x="-833" y="19717"/>
                              <a:pt x="2500" y="16383"/>
                            </a:cubicBezTo>
                            <a:lnTo>
                              <a:pt x="18883" y="0"/>
                            </a:lnTo>
                            <a:lnTo>
                              <a:pt x="31075" y="12192"/>
                            </a:lnTo>
                            <a:lnTo>
                              <a:pt x="14692" y="28575"/>
                            </a:lnTo>
                            <a:cubicBezTo>
                              <a:pt x="11359" y="31813"/>
                              <a:pt x="5929" y="31909"/>
                              <a:pt x="2596" y="28575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4" name="iš1iḋe">
                        <a:extLst>
                          <a:ext uri="{FF2B5EF4-FFF2-40B4-BE49-F238E27FC236}">
                            <a16:creationId xmlns:a16="http://schemas.microsoft.com/office/drawing/2014/main" id="{12C032D7-5C45-4C45-ACC3-CAC2A0FC68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3457" y="2986539"/>
                        <a:ext cx="67588" cy="67588"/>
                      </a:xfrm>
                      <a:custGeom>
                        <a:avLst/>
                        <a:gdLst>
                          <a:gd name="connsiteX0" fmla="*/ 4890 w 67588"/>
                          <a:gd name="connsiteY0" fmla="*/ 62889 h 67588"/>
                          <a:gd name="connsiteX1" fmla="*/ 4699 w 67588"/>
                          <a:gd name="connsiteY1" fmla="*/ 62699 h 67588"/>
                          <a:gd name="connsiteX2" fmla="*/ 3366 w 67588"/>
                          <a:gd name="connsiteY2" fmla="*/ 41554 h 67588"/>
                          <a:gd name="connsiteX3" fmla="*/ 30417 w 67588"/>
                          <a:gd name="connsiteY3" fmla="*/ 6311 h 67588"/>
                          <a:gd name="connsiteX4" fmla="*/ 54515 w 67588"/>
                          <a:gd name="connsiteY4" fmla="*/ 4692 h 67588"/>
                          <a:gd name="connsiteX5" fmla="*/ 62897 w 67588"/>
                          <a:gd name="connsiteY5" fmla="*/ 13074 h 67588"/>
                          <a:gd name="connsiteX6" fmla="*/ 61278 w 67588"/>
                          <a:gd name="connsiteY6" fmla="*/ 37172 h 67588"/>
                          <a:gd name="connsiteX7" fmla="*/ 26035 w 67588"/>
                          <a:gd name="connsiteY7" fmla="*/ 64223 h 67588"/>
                          <a:gd name="connsiteX8" fmla="*/ 4890 w 67588"/>
                          <a:gd name="connsiteY8" fmla="*/ 62889 h 675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7588" h="67588">
                            <a:moveTo>
                              <a:pt x="4890" y="62889"/>
                            </a:moveTo>
                            <a:lnTo>
                              <a:pt x="4699" y="62699"/>
                            </a:lnTo>
                            <a:cubicBezTo>
                              <a:pt x="-1016" y="56984"/>
                              <a:pt x="-1587" y="48030"/>
                              <a:pt x="3366" y="41554"/>
                            </a:cubicBezTo>
                            <a:lnTo>
                              <a:pt x="30417" y="6311"/>
                            </a:lnTo>
                            <a:cubicBezTo>
                              <a:pt x="36322" y="-1404"/>
                              <a:pt x="47657" y="-2166"/>
                              <a:pt x="54515" y="4692"/>
                            </a:cubicBezTo>
                            <a:lnTo>
                              <a:pt x="62897" y="13074"/>
                            </a:lnTo>
                            <a:cubicBezTo>
                              <a:pt x="69755" y="19932"/>
                              <a:pt x="68993" y="31267"/>
                              <a:pt x="61278" y="37172"/>
                            </a:cubicBezTo>
                            <a:lnTo>
                              <a:pt x="26035" y="64223"/>
                            </a:lnTo>
                            <a:cubicBezTo>
                              <a:pt x="19653" y="69176"/>
                              <a:pt x="10605" y="68605"/>
                              <a:pt x="4890" y="62889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5" name="i$ḷîḓè">
                        <a:extLst>
                          <a:ext uri="{FF2B5EF4-FFF2-40B4-BE49-F238E27FC236}">
                            <a16:creationId xmlns:a16="http://schemas.microsoft.com/office/drawing/2014/main" id="{6C483A87-7DDE-DF6D-6F00-64F3AA7040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8196" y="2993707"/>
                        <a:ext cx="13489" cy="13525"/>
                      </a:xfrm>
                      <a:custGeom>
                        <a:avLst/>
                        <a:gdLst>
                          <a:gd name="connsiteX0" fmla="*/ 11490 w 13489"/>
                          <a:gd name="connsiteY0" fmla="*/ 11525 h 13525"/>
                          <a:gd name="connsiteX1" fmla="*/ 1965 w 13489"/>
                          <a:gd name="connsiteY1" fmla="*/ 11525 h 13525"/>
                          <a:gd name="connsiteX2" fmla="*/ 1965 w 13489"/>
                          <a:gd name="connsiteY2" fmla="*/ 2000 h 13525"/>
                          <a:gd name="connsiteX3" fmla="*/ 11490 w 13489"/>
                          <a:gd name="connsiteY3" fmla="*/ 2000 h 13525"/>
                          <a:gd name="connsiteX4" fmla="*/ 11490 w 13489"/>
                          <a:gd name="connsiteY4" fmla="*/ 11525 h 135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9" h="13525">
                            <a:moveTo>
                              <a:pt x="11490" y="11525"/>
                            </a:moveTo>
                            <a:cubicBezTo>
                              <a:pt x="8823" y="14192"/>
                              <a:pt x="4536" y="14192"/>
                              <a:pt x="1965" y="11525"/>
                            </a:cubicBezTo>
                            <a:cubicBezTo>
                              <a:pt x="-702" y="8858"/>
                              <a:pt x="-607" y="4572"/>
                              <a:pt x="1965" y="2000"/>
                            </a:cubicBezTo>
                            <a:cubicBezTo>
                              <a:pt x="4632" y="-667"/>
                              <a:pt x="8918" y="-667"/>
                              <a:pt x="11490" y="2000"/>
                            </a:cubicBezTo>
                            <a:cubicBezTo>
                              <a:pt x="14157" y="4667"/>
                              <a:pt x="14157" y="8954"/>
                              <a:pt x="11490" y="11525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6" name="îSľíde">
                        <a:extLst>
                          <a:ext uri="{FF2B5EF4-FFF2-40B4-BE49-F238E27FC236}">
                            <a16:creationId xmlns:a16="http://schemas.microsoft.com/office/drawing/2014/main" id="{85254F9C-F1C0-92EA-12E9-4DC6A5B9AF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61446" y="2996993"/>
                        <a:ext cx="6989" cy="6953"/>
                      </a:xfrm>
                      <a:custGeom>
                        <a:avLst/>
                        <a:gdLst>
                          <a:gd name="connsiteX0" fmla="*/ 5953 w 6989"/>
                          <a:gd name="connsiteY0" fmla="*/ 5953 h 6953"/>
                          <a:gd name="connsiteX1" fmla="*/ 1000 w 6989"/>
                          <a:gd name="connsiteY1" fmla="*/ 5953 h 6953"/>
                          <a:gd name="connsiteX2" fmla="*/ 1000 w 6989"/>
                          <a:gd name="connsiteY2" fmla="*/ 1000 h 6953"/>
                          <a:gd name="connsiteX3" fmla="*/ 5953 w 6989"/>
                          <a:gd name="connsiteY3" fmla="*/ 1000 h 6953"/>
                          <a:gd name="connsiteX4" fmla="*/ 5953 w 6989"/>
                          <a:gd name="connsiteY4" fmla="*/ 5953 h 695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989" h="6953">
                            <a:moveTo>
                              <a:pt x="5953" y="5953"/>
                            </a:moveTo>
                            <a:cubicBezTo>
                              <a:pt x="4620" y="7287"/>
                              <a:pt x="2334" y="7287"/>
                              <a:pt x="1000" y="5953"/>
                            </a:cubicBezTo>
                            <a:cubicBezTo>
                              <a:pt x="-333" y="4620"/>
                              <a:pt x="-333" y="2334"/>
                              <a:pt x="1000" y="1000"/>
                            </a:cubicBezTo>
                            <a:cubicBezTo>
                              <a:pt x="2334" y="-333"/>
                              <a:pt x="4620" y="-333"/>
                              <a:pt x="5953" y="1000"/>
                            </a:cubicBezTo>
                            <a:cubicBezTo>
                              <a:pt x="7287" y="2334"/>
                              <a:pt x="7382" y="4620"/>
                              <a:pt x="5953" y="5953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44" name="îşḻiḓê">
                      <a:extLst>
                        <a:ext uri="{FF2B5EF4-FFF2-40B4-BE49-F238E27FC236}">
                          <a16:creationId xmlns:a16="http://schemas.microsoft.com/office/drawing/2014/main" id="{BEB85B6D-D944-61FF-09AE-2D075860EA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50516" y="3019174"/>
                      <a:ext cx="76319" cy="76283"/>
                      <a:chOff x="5850516" y="3019174"/>
                      <a:chExt cx="76319" cy="76283"/>
                    </a:xfrm>
                  </p:grpSpPr>
                  <p:sp>
                    <p:nvSpPr>
                      <p:cNvPr id="357" name="ïŝ1iḋe">
                        <a:extLst>
                          <a:ext uri="{FF2B5EF4-FFF2-40B4-BE49-F238E27FC236}">
                            <a16:creationId xmlns:a16="http://schemas.microsoft.com/office/drawing/2014/main" id="{4D08F6CF-00FB-E72F-A827-208A95B146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7303" y="3019174"/>
                        <a:ext cx="69533" cy="69497"/>
                      </a:xfrm>
                      <a:custGeom>
                        <a:avLst/>
                        <a:gdLst>
                          <a:gd name="connsiteX0" fmla="*/ 16193 w 69533"/>
                          <a:gd name="connsiteY0" fmla="*/ 64830 h 69497"/>
                          <a:gd name="connsiteX1" fmla="*/ 4667 w 69533"/>
                          <a:gd name="connsiteY1" fmla="*/ 53304 h 69497"/>
                          <a:gd name="connsiteX2" fmla="*/ 4763 w 69533"/>
                          <a:gd name="connsiteY2" fmla="*/ 30635 h 69497"/>
                          <a:gd name="connsiteX3" fmla="*/ 30671 w 69533"/>
                          <a:gd name="connsiteY3" fmla="*/ 4727 h 69497"/>
                          <a:gd name="connsiteX4" fmla="*/ 53340 w 69533"/>
                          <a:gd name="connsiteY4" fmla="*/ 4632 h 69497"/>
                          <a:gd name="connsiteX5" fmla="*/ 64866 w 69533"/>
                          <a:gd name="connsiteY5" fmla="*/ 16157 h 69497"/>
                          <a:gd name="connsiteX6" fmla="*/ 64770 w 69533"/>
                          <a:gd name="connsiteY6" fmla="*/ 38826 h 69497"/>
                          <a:gd name="connsiteX7" fmla="*/ 38862 w 69533"/>
                          <a:gd name="connsiteY7" fmla="*/ 64734 h 69497"/>
                          <a:gd name="connsiteX8" fmla="*/ 16193 w 69533"/>
                          <a:gd name="connsiteY8" fmla="*/ 64830 h 6949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533" h="69497">
                            <a:moveTo>
                              <a:pt x="16193" y="64830"/>
                            </a:moveTo>
                            <a:lnTo>
                              <a:pt x="4667" y="53304"/>
                            </a:lnTo>
                            <a:cubicBezTo>
                              <a:pt x="-1619" y="47018"/>
                              <a:pt x="-1524" y="36921"/>
                              <a:pt x="4763" y="30635"/>
                            </a:cubicBezTo>
                            <a:lnTo>
                              <a:pt x="30671" y="4727"/>
                            </a:lnTo>
                            <a:cubicBezTo>
                              <a:pt x="36957" y="-1560"/>
                              <a:pt x="47149" y="-1560"/>
                              <a:pt x="53340" y="4632"/>
                            </a:cubicBezTo>
                            <a:lnTo>
                              <a:pt x="64866" y="16157"/>
                            </a:lnTo>
                            <a:cubicBezTo>
                              <a:pt x="71152" y="22443"/>
                              <a:pt x="71057" y="32540"/>
                              <a:pt x="64770" y="38826"/>
                            </a:cubicBezTo>
                            <a:lnTo>
                              <a:pt x="38862" y="64734"/>
                            </a:lnTo>
                            <a:cubicBezTo>
                              <a:pt x="32576" y="71021"/>
                              <a:pt x="22479" y="71116"/>
                              <a:pt x="16193" y="64830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8" name="îSlïḓè">
                        <a:extLst>
                          <a:ext uri="{FF2B5EF4-FFF2-40B4-BE49-F238E27FC236}">
                            <a16:creationId xmlns:a16="http://schemas.microsoft.com/office/drawing/2014/main" id="{E59E77E8-1F2C-72A7-FABB-1300149499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0516" y="3064383"/>
                        <a:ext cx="31075" cy="31075"/>
                      </a:xfrm>
                      <a:custGeom>
                        <a:avLst/>
                        <a:gdLst>
                          <a:gd name="connsiteX0" fmla="*/ 2596 w 31075"/>
                          <a:gd name="connsiteY0" fmla="*/ 28575 h 31075"/>
                          <a:gd name="connsiteX1" fmla="*/ 2500 w 31075"/>
                          <a:gd name="connsiteY1" fmla="*/ 28480 h 31075"/>
                          <a:gd name="connsiteX2" fmla="*/ 2500 w 31075"/>
                          <a:gd name="connsiteY2" fmla="*/ 16383 h 31075"/>
                          <a:gd name="connsiteX3" fmla="*/ 18883 w 31075"/>
                          <a:gd name="connsiteY3" fmla="*/ 0 h 31075"/>
                          <a:gd name="connsiteX4" fmla="*/ 31075 w 31075"/>
                          <a:gd name="connsiteY4" fmla="*/ 12192 h 31075"/>
                          <a:gd name="connsiteX5" fmla="*/ 14692 w 31075"/>
                          <a:gd name="connsiteY5" fmla="*/ 28575 h 31075"/>
                          <a:gd name="connsiteX6" fmla="*/ 2596 w 31075"/>
                          <a:gd name="connsiteY6" fmla="*/ 28575 h 310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075" h="31075">
                            <a:moveTo>
                              <a:pt x="2596" y="28575"/>
                            </a:moveTo>
                            <a:lnTo>
                              <a:pt x="2500" y="28480"/>
                            </a:lnTo>
                            <a:cubicBezTo>
                              <a:pt x="-833" y="25146"/>
                              <a:pt x="-833" y="19717"/>
                              <a:pt x="2500" y="16383"/>
                            </a:cubicBezTo>
                            <a:lnTo>
                              <a:pt x="18883" y="0"/>
                            </a:lnTo>
                            <a:lnTo>
                              <a:pt x="31075" y="12192"/>
                            </a:lnTo>
                            <a:lnTo>
                              <a:pt x="14692" y="28575"/>
                            </a:lnTo>
                            <a:cubicBezTo>
                              <a:pt x="11263" y="31909"/>
                              <a:pt x="5929" y="31909"/>
                              <a:pt x="2596" y="28575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9" name="îṣḷiďè">
                        <a:extLst>
                          <a:ext uri="{FF2B5EF4-FFF2-40B4-BE49-F238E27FC236}">
                            <a16:creationId xmlns:a16="http://schemas.microsoft.com/office/drawing/2014/main" id="{FFB8D12C-3C67-4759-28F6-801B7CD1BC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7652" y="3020734"/>
                        <a:ext cx="67588" cy="67588"/>
                      </a:xfrm>
                      <a:custGeom>
                        <a:avLst/>
                        <a:gdLst>
                          <a:gd name="connsiteX0" fmla="*/ 4890 w 67588"/>
                          <a:gd name="connsiteY0" fmla="*/ 62890 h 67588"/>
                          <a:gd name="connsiteX1" fmla="*/ 4699 w 67588"/>
                          <a:gd name="connsiteY1" fmla="*/ 62699 h 67588"/>
                          <a:gd name="connsiteX2" fmla="*/ 3366 w 67588"/>
                          <a:gd name="connsiteY2" fmla="*/ 41553 h 67588"/>
                          <a:gd name="connsiteX3" fmla="*/ 30417 w 67588"/>
                          <a:gd name="connsiteY3" fmla="*/ 6311 h 67588"/>
                          <a:gd name="connsiteX4" fmla="*/ 54515 w 67588"/>
                          <a:gd name="connsiteY4" fmla="*/ 4692 h 67588"/>
                          <a:gd name="connsiteX5" fmla="*/ 62897 w 67588"/>
                          <a:gd name="connsiteY5" fmla="*/ 13074 h 67588"/>
                          <a:gd name="connsiteX6" fmla="*/ 61278 w 67588"/>
                          <a:gd name="connsiteY6" fmla="*/ 37172 h 67588"/>
                          <a:gd name="connsiteX7" fmla="*/ 26035 w 67588"/>
                          <a:gd name="connsiteY7" fmla="*/ 64223 h 67588"/>
                          <a:gd name="connsiteX8" fmla="*/ 4890 w 67588"/>
                          <a:gd name="connsiteY8" fmla="*/ 62890 h 675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7588" h="67588">
                            <a:moveTo>
                              <a:pt x="4890" y="62890"/>
                            </a:moveTo>
                            <a:lnTo>
                              <a:pt x="4699" y="62699"/>
                            </a:lnTo>
                            <a:cubicBezTo>
                              <a:pt x="-1016" y="56984"/>
                              <a:pt x="-1587" y="48030"/>
                              <a:pt x="3366" y="41553"/>
                            </a:cubicBezTo>
                            <a:lnTo>
                              <a:pt x="30417" y="6311"/>
                            </a:lnTo>
                            <a:cubicBezTo>
                              <a:pt x="36322" y="-1404"/>
                              <a:pt x="47657" y="-2166"/>
                              <a:pt x="54515" y="4692"/>
                            </a:cubicBezTo>
                            <a:lnTo>
                              <a:pt x="62897" y="13074"/>
                            </a:lnTo>
                            <a:cubicBezTo>
                              <a:pt x="69755" y="19932"/>
                              <a:pt x="68993" y="31266"/>
                              <a:pt x="61278" y="37172"/>
                            </a:cubicBezTo>
                            <a:lnTo>
                              <a:pt x="26035" y="64223"/>
                            </a:lnTo>
                            <a:cubicBezTo>
                              <a:pt x="19558" y="69176"/>
                              <a:pt x="10605" y="68604"/>
                              <a:pt x="4890" y="62890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0" name="ïsliďê">
                        <a:extLst>
                          <a:ext uri="{FF2B5EF4-FFF2-40B4-BE49-F238E27FC236}">
                            <a16:creationId xmlns:a16="http://schemas.microsoft.com/office/drawing/2014/main" id="{738EDFDA-28E7-4154-7B1C-8273CC69E8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92391" y="3027902"/>
                        <a:ext cx="13489" cy="13525"/>
                      </a:xfrm>
                      <a:custGeom>
                        <a:avLst/>
                        <a:gdLst>
                          <a:gd name="connsiteX0" fmla="*/ 11490 w 13489"/>
                          <a:gd name="connsiteY0" fmla="*/ 11525 h 13525"/>
                          <a:gd name="connsiteX1" fmla="*/ 1965 w 13489"/>
                          <a:gd name="connsiteY1" fmla="*/ 11525 h 13525"/>
                          <a:gd name="connsiteX2" fmla="*/ 1965 w 13489"/>
                          <a:gd name="connsiteY2" fmla="*/ 2000 h 13525"/>
                          <a:gd name="connsiteX3" fmla="*/ 11490 w 13489"/>
                          <a:gd name="connsiteY3" fmla="*/ 2000 h 13525"/>
                          <a:gd name="connsiteX4" fmla="*/ 11490 w 13489"/>
                          <a:gd name="connsiteY4" fmla="*/ 11525 h 135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9" h="13525">
                            <a:moveTo>
                              <a:pt x="11490" y="11525"/>
                            </a:moveTo>
                            <a:cubicBezTo>
                              <a:pt x="8823" y="14192"/>
                              <a:pt x="4536" y="14192"/>
                              <a:pt x="1965" y="11525"/>
                            </a:cubicBezTo>
                            <a:cubicBezTo>
                              <a:pt x="-607" y="8858"/>
                              <a:pt x="-702" y="4572"/>
                              <a:pt x="1965" y="2000"/>
                            </a:cubicBezTo>
                            <a:cubicBezTo>
                              <a:pt x="4632" y="-667"/>
                              <a:pt x="8918" y="-667"/>
                              <a:pt x="11490" y="2000"/>
                            </a:cubicBezTo>
                            <a:cubicBezTo>
                              <a:pt x="14157" y="4572"/>
                              <a:pt x="14157" y="8858"/>
                              <a:pt x="11490" y="11525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1" name="îśľïḓe">
                        <a:extLst>
                          <a:ext uri="{FF2B5EF4-FFF2-40B4-BE49-F238E27FC236}">
                            <a16:creationId xmlns:a16="http://schemas.microsoft.com/office/drawing/2014/main" id="{4AD1BB67-236A-548F-9062-195D1C0036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95641" y="3031188"/>
                        <a:ext cx="6953" cy="6953"/>
                      </a:xfrm>
                      <a:custGeom>
                        <a:avLst/>
                        <a:gdLst>
                          <a:gd name="connsiteX0" fmla="*/ 5953 w 6953"/>
                          <a:gd name="connsiteY0" fmla="*/ 5953 h 6953"/>
                          <a:gd name="connsiteX1" fmla="*/ 1000 w 6953"/>
                          <a:gd name="connsiteY1" fmla="*/ 5953 h 6953"/>
                          <a:gd name="connsiteX2" fmla="*/ 1000 w 6953"/>
                          <a:gd name="connsiteY2" fmla="*/ 1000 h 6953"/>
                          <a:gd name="connsiteX3" fmla="*/ 5953 w 6953"/>
                          <a:gd name="connsiteY3" fmla="*/ 1000 h 6953"/>
                          <a:gd name="connsiteX4" fmla="*/ 5953 w 6953"/>
                          <a:gd name="connsiteY4" fmla="*/ 5953 h 695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953" h="6953">
                            <a:moveTo>
                              <a:pt x="5953" y="5953"/>
                            </a:moveTo>
                            <a:cubicBezTo>
                              <a:pt x="4620" y="7287"/>
                              <a:pt x="2334" y="7287"/>
                              <a:pt x="1000" y="5953"/>
                            </a:cubicBezTo>
                            <a:cubicBezTo>
                              <a:pt x="-333" y="4620"/>
                              <a:pt x="-333" y="2334"/>
                              <a:pt x="1000" y="1000"/>
                            </a:cubicBezTo>
                            <a:cubicBezTo>
                              <a:pt x="2334" y="-333"/>
                              <a:pt x="4620" y="-333"/>
                              <a:pt x="5953" y="1000"/>
                            </a:cubicBezTo>
                            <a:cubicBezTo>
                              <a:pt x="7287" y="2334"/>
                              <a:pt x="7287" y="4620"/>
                              <a:pt x="5953" y="5953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45" name="îṧ1idè">
                      <a:extLst>
                        <a:ext uri="{FF2B5EF4-FFF2-40B4-BE49-F238E27FC236}">
                          <a16:creationId xmlns:a16="http://schemas.microsoft.com/office/drawing/2014/main" id="{460D2994-10B4-D375-34D8-F45DB27367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4616" y="3053369"/>
                      <a:ext cx="76414" cy="76283"/>
                      <a:chOff x="5884616" y="3053369"/>
                      <a:chExt cx="76414" cy="76283"/>
                    </a:xfrm>
                  </p:grpSpPr>
                  <p:sp>
                    <p:nvSpPr>
                      <p:cNvPr id="352" name="işḻîḋé">
                        <a:extLst>
                          <a:ext uri="{FF2B5EF4-FFF2-40B4-BE49-F238E27FC236}">
                            <a16:creationId xmlns:a16="http://schemas.microsoft.com/office/drawing/2014/main" id="{E8A36B0A-E5A6-3E0B-515A-E1F1D1AE0F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91497" y="3053369"/>
                        <a:ext cx="69533" cy="69461"/>
                      </a:xfrm>
                      <a:custGeom>
                        <a:avLst/>
                        <a:gdLst>
                          <a:gd name="connsiteX0" fmla="*/ 16193 w 69533"/>
                          <a:gd name="connsiteY0" fmla="*/ 64830 h 69461"/>
                          <a:gd name="connsiteX1" fmla="*/ 4668 w 69533"/>
                          <a:gd name="connsiteY1" fmla="*/ 53304 h 69461"/>
                          <a:gd name="connsiteX2" fmla="*/ 4763 w 69533"/>
                          <a:gd name="connsiteY2" fmla="*/ 30635 h 69461"/>
                          <a:gd name="connsiteX3" fmla="*/ 30671 w 69533"/>
                          <a:gd name="connsiteY3" fmla="*/ 4727 h 69461"/>
                          <a:gd name="connsiteX4" fmla="*/ 53340 w 69533"/>
                          <a:gd name="connsiteY4" fmla="*/ 4632 h 69461"/>
                          <a:gd name="connsiteX5" fmla="*/ 64865 w 69533"/>
                          <a:gd name="connsiteY5" fmla="*/ 16157 h 69461"/>
                          <a:gd name="connsiteX6" fmla="*/ 64770 w 69533"/>
                          <a:gd name="connsiteY6" fmla="*/ 38826 h 69461"/>
                          <a:gd name="connsiteX7" fmla="*/ 38862 w 69533"/>
                          <a:gd name="connsiteY7" fmla="*/ 64734 h 69461"/>
                          <a:gd name="connsiteX8" fmla="*/ 16193 w 69533"/>
                          <a:gd name="connsiteY8" fmla="*/ 64830 h 694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533" h="69461">
                            <a:moveTo>
                              <a:pt x="16193" y="64830"/>
                            </a:moveTo>
                            <a:lnTo>
                              <a:pt x="4668" y="53304"/>
                            </a:lnTo>
                            <a:cubicBezTo>
                              <a:pt x="-1619" y="47018"/>
                              <a:pt x="-1524" y="36921"/>
                              <a:pt x="4763" y="30635"/>
                            </a:cubicBezTo>
                            <a:lnTo>
                              <a:pt x="30671" y="4727"/>
                            </a:lnTo>
                            <a:cubicBezTo>
                              <a:pt x="36957" y="-1560"/>
                              <a:pt x="47149" y="-1560"/>
                              <a:pt x="53340" y="4632"/>
                            </a:cubicBezTo>
                            <a:lnTo>
                              <a:pt x="64865" y="16157"/>
                            </a:lnTo>
                            <a:cubicBezTo>
                              <a:pt x="71152" y="22443"/>
                              <a:pt x="71057" y="32540"/>
                              <a:pt x="64770" y="38826"/>
                            </a:cubicBezTo>
                            <a:lnTo>
                              <a:pt x="38862" y="64734"/>
                            </a:lnTo>
                            <a:cubicBezTo>
                              <a:pt x="32576" y="71021"/>
                              <a:pt x="22384" y="71021"/>
                              <a:pt x="16193" y="64830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3" name="íṧlïḑé">
                        <a:extLst>
                          <a:ext uri="{FF2B5EF4-FFF2-40B4-BE49-F238E27FC236}">
                            <a16:creationId xmlns:a16="http://schemas.microsoft.com/office/drawing/2014/main" id="{CB5BE3F7-280C-CD34-E01A-6303C526A4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84616" y="3098577"/>
                        <a:ext cx="31075" cy="31075"/>
                      </a:xfrm>
                      <a:custGeom>
                        <a:avLst/>
                        <a:gdLst>
                          <a:gd name="connsiteX0" fmla="*/ 2596 w 31075"/>
                          <a:gd name="connsiteY0" fmla="*/ 28575 h 31075"/>
                          <a:gd name="connsiteX1" fmla="*/ 2500 w 31075"/>
                          <a:gd name="connsiteY1" fmla="*/ 28480 h 31075"/>
                          <a:gd name="connsiteX2" fmla="*/ 2500 w 31075"/>
                          <a:gd name="connsiteY2" fmla="*/ 16383 h 31075"/>
                          <a:gd name="connsiteX3" fmla="*/ 18883 w 31075"/>
                          <a:gd name="connsiteY3" fmla="*/ 0 h 31075"/>
                          <a:gd name="connsiteX4" fmla="*/ 31075 w 31075"/>
                          <a:gd name="connsiteY4" fmla="*/ 12192 h 31075"/>
                          <a:gd name="connsiteX5" fmla="*/ 14692 w 31075"/>
                          <a:gd name="connsiteY5" fmla="*/ 28575 h 31075"/>
                          <a:gd name="connsiteX6" fmla="*/ 2596 w 31075"/>
                          <a:gd name="connsiteY6" fmla="*/ 28575 h 310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075" h="31075">
                            <a:moveTo>
                              <a:pt x="2596" y="28575"/>
                            </a:moveTo>
                            <a:lnTo>
                              <a:pt x="2500" y="28480"/>
                            </a:lnTo>
                            <a:cubicBezTo>
                              <a:pt x="-833" y="25146"/>
                              <a:pt x="-833" y="19717"/>
                              <a:pt x="2500" y="16383"/>
                            </a:cubicBezTo>
                            <a:lnTo>
                              <a:pt x="18883" y="0"/>
                            </a:lnTo>
                            <a:lnTo>
                              <a:pt x="31075" y="12192"/>
                            </a:lnTo>
                            <a:lnTo>
                              <a:pt x="14692" y="28575"/>
                            </a:lnTo>
                            <a:cubicBezTo>
                              <a:pt x="11359" y="31909"/>
                              <a:pt x="5929" y="31909"/>
                              <a:pt x="2596" y="28575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4" name="íṩ1îḋé">
                        <a:extLst>
                          <a:ext uri="{FF2B5EF4-FFF2-40B4-BE49-F238E27FC236}">
                            <a16:creationId xmlns:a16="http://schemas.microsoft.com/office/drawing/2014/main" id="{7E0D6B35-AFDD-5137-71AB-2AD275EFED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91847" y="3054928"/>
                        <a:ext cx="67588" cy="67517"/>
                      </a:xfrm>
                      <a:custGeom>
                        <a:avLst/>
                        <a:gdLst>
                          <a:gd name="connsiteX0" fmla="*/ 4890 w 67588"/>
                          <a:gd name="connsiteY0" fmla="*/ 62890 h 67517"/>
                          <a:gd name="connsiteX1" fmla="*/ 4699 w 67588"/>
                          <a:gd name="connsiteY1" fmla="*/ 62699 h 67517"/>
                          <a:gd name="connsiteX2" fmla="*/ 3366 w 67588"/>
                          <a:gd name="connsiteY2" fmla="*/ 41553 h 67517"/>
                          <a:gd name="connsiteX3" fmla="*/ 30417 w 67588"/>
                          <a:gd name="connsiteY3" fmla="*/ 6311 h 67517"/>
                          <a:gd name="connsiteX4" fmla="*/ 54515 w 67588"/>
                          <a:gd name="connsiteY4" fmla="*/ 4692 h 67517"/>
                          <a:gd name="connsiteX5" fmla="*/ 62897 w 67588"/>
                          <a:gd name="connsiteY5" fmla="*/ 13074 h 67517"/>
                          <a:gd name="connsiteX6" fmla="*/ 61278 w 67588"/>
                          <a:gd name="connsiteY6" fmla="*/ 37172 h 67517"/>
                          <a:gd name="connsiteX7" fmla="*/ 26035 w 67588"/>
                          <a:gd name="connsiteY7" fmla="*/ 64223 h 67517"/>
                          <a:gd name="connsiteX8" fmla="*/ 4890 w 67588"/>
                          <a:gd name="connsiteY8" fmla="*/ 62890 h 675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7588" h="67517">
                            <a:moveTo>
                              <a:pt x="4890" y="62890"/>
                            </a:moveTo>
                            <a:lnTo>
                              <a:pt x="4699" y="62699"/>
                            </a:lnTo>
                            <a:cubicBezTo>
                              <a:pt x="-1016" y="56984"/>
                              <a:pt x="-1587" y="48031"/>
                              <a:pt x="3366" y="41553"/>
                            </a:cubicBezTo>
                            <a:lnTo>
                              <a:pt x="30417" y="6311"/>
                            </a:lnTo>
                            <a:cubicBezTo>
                              <a:pt x="36322" y="-1404"/>
                              <a:pt x="47657" y="-2166"/>
                              <a:pt x="54515" y="4692"/>
                            </a:cubicBezTo>
                            <a:lnTo>
                              <a:pt x="62897" y="13074"/>
                            </a:lnTo>
                            <a:cubicBezTo>
                              <a:pt x="69755" y="19932"/>
                              <a:pt x="68993" y="31266"/>
                              <a:pt x="61278" y="37172"/>
                            </a:cubicBezTo>
                            <a:lnTo>
                              <a:pt x="26035" y="64223"/>
                            </a:lnTo>
                            <a:cubicBezTo>
                              <a:pt x="19558" y="69081"/>
                              <a:pt x="10509" y="68509"/>
                              <a:pt x="4890" y="62890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5" name="îŝḷiḓê">
                        <a:extLst>
                          <a:ext uri="{FF2B5EF4-FFF2-40B4-BE49-F238E27FC236}">
                            <a16:creationId xmlns:a16="http://schemas.microsoft.com/office/drawing/2014/main" id="{5D782C6E-C28B-5C44-14AE-FA2C18E7BA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6585" y="3062097"/>
                        <a:ext cx="13489" cy="13525"/>
                      </a:xfrm>
                      <a:custGeom>
                        <a:avLst/>
                        <a:gdLst>
                          <a:gd name="connsiteX0" fmla="*/ 11490 w 13489"/>
                          <a:gd name="connsiteY0" fmla="*/ 11525 h 13525"/>
                          <a:gd name="connsiteX1" fmla="*/ 1965 w 13489"/>
                          <a:gd name="connsiteY1" fmla="*/ 11525 h 13525"/>
                          <a:gd name="connsiteX2" fmla="*/ 1965 w 13489"/>
                          <a:gd name="connsiteY2" fmla="*/ 2000 h 13525"/>
                          <a:gd name="connsiteX3" fmla="*/ 11490 w 13489"/>
                          <a:gd name="connsiteY3" fmla="*/ 2000 h 13525"/>
                          <a:gd name="connsiteX4" fmla="*/ 11490 w 13489"/>
                          <a:gd name="connsiteY4" fmla="*/ 11525 h 135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9" h="13525">
                            <a:moveTo>
                              <a:pt x="11490" y="11525"/>
                            </a:moveTo>
                            <a:cubicBezTo>
                              <a:pt x="8823" y="14192"/>
                              <a:pt x="4536" y="14192"/>
                              <a:pt x="1965" y="11525"/>
                            </a:cubicBezTo>
                            <a:cubicBezTo>
                              <a:pt x="-702" y="8858"/>
                              <a:pt x="-607" y="4572"/>
                              <a:pt x="1965" y="2000"/>
                            </a:cubicBezTo>
                            <a:cubicBezTo>
                              <a:pt x="4632" y="-667"/>
                              <a:pt x="8918" y="-667"/>
                              <a:pt x="11490" y="2000"/>
                            </a:cubicBezTo>
                            <a:cubicBezTo>
                              <a:pt x="14157" y="4572"/>
                              <a:pt x="14157" y="8858"/>
                              <a:pt x="11490" y="11525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6" name="îṣlïḋê">
                        <a:extLst>
                          <a:ext uri="{FF2B5EF4-FFF2-40B4-BE49-F238E27FC236}">
                            <a16:creationId xmlns:a16="http://schemas.microsoft.com/office/drawing/2014/main" id="{4206172F-A76D-9A5F-05DD-A64F106D31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9836" y="3065383"/>
                        <a:ext cx="6953" cy="6953"/>
                      </a:xfrm>
                      <a:custGeom>
                        <a:avLst/>
                        <a:gdLst>
                          <a:gd name="connsiteX0" fmla="*/ 5953 w 6953"/>
                          <a:gd name="connsiteY0" fmla="*/ 5953 h 6953"/>
                          <a:gd name="connsiteX1" fmla="*/ 1000 w 6953"/>
                          <a:gd name="connsiteY1" fmla="*/ 5953 h 6953"/>
                          <a:gd name="connsiteX2" fmla="*/ 1000 w 6953"/>
                          <a:gd name="connsiteY2" fmla="*/ 1000 h 6953"/>
                          <a:gd name="connsiteX3" fmla="*/ 5953 w 6953"/>
                          <a:gd name="connsiteY3" fmla="*/ 1000 h 6953"/>
                          <a:gd name="connsiteX4" fmla="*/ 5953 w 6953"/>
                          <a:gd name="connsiteY4" fmla="*/ 5953 h 695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953" h="6953">
                            <a:moveTo>
                              <a:pt x="5953" y="5953"/>
                            </a:moveTo>
                            <a:cubicBezTo>
                              <a:pt x="4620" y="7287"/>
                              <a:pt x="2334" y="7287"/>
                              <a:pt x="1000" y="5953"/>
                            </a:cubicBezTo>
                            <a:cubicBezTo>
                              <a:pt x="-333" y="4620"/>
                              <a:pt x="-333" y="2334"/>
                              <a:pt x="1000" y="1000"/>
                            </a:cubicBezTo>
                            <a:cubicBezTo>
                              <a:pt x="2334" y="-333"/>
                              <a:pt x="4620" y="-333"/>
                              <a:pt x="5953" y="1000"/>
                            </a:cubicBezTo>
                            <a:cubicBezTo>
                              <a:pt x="7287" y="2334"/>
                              <a:pt x="7287" y="4524"/>
                              <a:pt x="5953" y="5953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46" name="íṥļídê">
                      <a:extLst>
                        <a:ext uri="{FF2B5EF4-FFF2-40B4-BE49-F238E27FC236}">
                          <a16:creationId xmlns:a16="http://schemas.microsoft.com/office/drawing/2014/main" id="{B82D2008-C7A6-349C-ADD3-61B009982A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811" y="3087564"/>
                      <a:ext cx="76319" cy="76283"/>
                      <a:chOff x="5918811" y="3087564"/>
                      <a:chExt cx="76319" cy="76283"/>
                    </a:xfrm>
                  </p:grpSpPr>
                  <p:sp>
                    <p:nvSpPr>
                      <p:cNvPr id="347" name="íśḻîďe">
                        <a:extLst>
                          <a:ext uri="{FF2B5EF4-FFF2-40B4-BE49-F238E27FC236}">
                            <a16:creationId xmlns:a16="http://schemas.microsoft.com/office/drawing/2014/main" id="{9CF679BF-317A-3BD6-690E-57838566C9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5597" y="3087564"/>
                        <a:ext cx="69533" cy="69461"/>
                      </a:xfrm>
                      <a:custGeom>
                        <a:avLst/>
                        <a:gdLst>
                          <a:gd name="connsiteX0" fmla="*/ 16193 w 69533"/>
                          <a:gd name="connsiteY0" fmla="*/ 64830 h 69461"/>
                          <a:gd name="connsiteX1" fmla="*/ 4668 w 69533"/>
                          <a:gd name="connsiteY1" fmla="*/ 53304 h 69461"/>
                          <a:gd name="connsiteX2" fmla="*/ 4763 w 69533"/>
                          <a:gd name="connsiteY2" fmla="*/ 30635 h 69461"/>
                          <a:gd name="connsiteX3" fmla="*/ 30671 w 69533"/>
                          <a:gd name="connsiteY3" fmla="*/ 4727 h 69461"/>
                          <a:gd name="connsiteX4" fmla="*/ 53340 w 69533"/>
                          <a:gd name="connsiteY4" fmla="*/ 4632 h 69461"/>
                          <a:gd name="connsiteX5" fmla="*/ 64865 w 69533"/>
                          <a:gd name="connsiteY5" fmla="*/ 16157 h 69461"/>
                          <a:gd name="connsiteX6" fmla="*/ 64770 w 69533"/>
                          <a:gd name="connsiteY6" fmla="*/ 38826 h 69461"/>
                          <a:gd name="connsiteX7" fmla="*/ 38862 w 69533"/>
                          <a:gd name="connsiteY7" fmla="*/ 64734 h 69461"/>
                          <a:gd name="connsiteX8" fmla="*/ 16193 w 69533"/>
                          <a:gd name="connsiteY8" fmla="*/ 64830 h 694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533" h="69461">
                            <a:moveTo>
                              <a:pt x="16193" y="64830"/>
                            </a:moveTo>
                            <a:lnTo>
                              <a:pt x="4668" y="53304"/>
                            </a:lnTo>
                            <a:cubicBezTo>
                              <a:pt x="-1619" y="47018"/>
                              <a:pt x="-1524" y="36921"/>
                              <a:pt x="4763" y="30635"/>
                            </a:cubicBezTo>
                            <a:lnTo>
                              <a:pt x="30671" y="4727"/>
                            </a:lnTo>
                            <a:cubicBezTo>
                              <a:pt x="36957" y="-1560"/>
                              <a:pt x="47149" y="-1560"/>
                              <a:pt x="53340" y="4632"/>
                            </a:cubicBezTo>
                            <a:lnTo>
                              <a:pt x="64865" y="16157"/>
                            </a:lnTo>
                            <a:cubicBezTo>
                              <a:pt x="71152" y="22443"/>
                              <a:pt x="71057" y="32540"/>
                              <a:pt x="64770" y="38826"/>
                            </a:cubicBezTo>
                            <a:lnTo>
                              <a:pt x="38862" y="64734"/>
                            </a:lnTo>
                            <a:cubicBezTo>
                              <a:pt x="32671" y="71021"/>
                              <a:pt x="22479" y="71021"/>
                              <a:pt x="16193" y="64830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8" name="îṥļïḑè">
                        <a:extLst>
                          <a:ext uri="{FF2B5EF4-FFF2-40B4-BE49-F238E27FC236}">
                            <a16:creationId xmlns:a16="http://schemas.microsoft.com/office/drawing/2014/main" id="{DE314069-9765-0ED5-A5EB-2A1360FAC1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8811" y="3132772"/>
                        <a:ext cx="31075" cy="31075"/>
                      </a:xfrm>
                      <a:custGeom>
                        <a:avLst/>
                        <a:gdLst>
                          <a:gd name="connsiteX0" fmla="*/ 2596 w 31075"/>
                          <a:gd name="connsiteY0" fmla="*/ 28575 h 31075"/>
                          <a:gd name="connsiteX1" fmla="*/ 2500 w 31075"/>
                          <a:gd name="connsiteY1" fmla="*/ 28480 h 31075"/>
                          <a:gd name="connsiteX2" fmla="*/ 2500 w 31075"/>
                          <a:gd name="connsiteY2" fmla="*/ 16383 h 31075"/>
                          <a:gd name="connsiteX3" fmla="*/ 18883 w 31075"/>
                          <a:gd name="connsiteY3" fmla="*/ 0 h 31075"/>
                          <a:gd name="connsiteX4" fmla="*/ 31075 w 31075"/>
                          <a:gd name="connsiteY4" fmla="*/ 12192 h 31075"/>
                          <a:gd name="connsiteX5" fmla="*/ 14692 w 31075"/>
                          <a:gd name="connsiteY5" fmla="*/ 28575 h 31075"/>
                          <a:gd name="connsiteX6" fmla="*/ 2596 w 31075"/>
                          <a:gd name="connsiteY6" fmla="*/ 28575 h 310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075" h="31075">
                            <a:moveTo>
                              <a:pt x="2596" y="28575"/>
                            </a:moveTo>
                            <a:lnTo>
                              <a:pt x="2500" y="28480"/>
                            </a:lnTo>
                            <a:cubicBezTo>
                              <a:pt x="-833" y="25146"/>
                              <a:pt x="-833" y="19717"/>
                              <a:pt x="2500" y="16383"/>
                            </a:cubicBezTo>
                            <a:lnTo>
                              <a:pt x="18883" y="0"/>
                            </a:lnTo>
                            <a:lnTo>
                              <a:pt x="31075" y="12192"/>
                            </a:lnTo>
                            <a:lnTo>
                              <a:pt x="14692" y="28575"/>
                            </a:lnTo>
                            <a:cubicBezTo>
                              <a:pt x="11359" y="31909"/>
                              <a:pt x="5929" y="31909"/>
                              <a:pt x="2596" y="28575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49" name="iSľíḍè">
                        <a:extLst>
                          <a:ext uri="{FF2B5EF4-FFF2-40B4-BE49-F238E27FC236}">
                            <a16:creationId xmlns:a16="http://schemas.microsoft.com/office/drawing/2014/main" id="{7A7C09FB-2C8B-FF6E-29FB-F8B131121D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5946" y="3089028"/>
                        <a:ext cx="67588" cy="67588"/>
                      </a:xfrm>
                      <a:custGeom>
                        <a:avLst/>
                        <a:gdLst>
                          <a:gd name="connsiteX0" fmla="*/ 4890 w 67588"/>
                          <a:gd name="connsiteY0" fmla="*/ 62890 h 67588"/>
                          <a:gd name="connsiteX1" fmla="*/ 4699 w 67588"/>
                          <a:gd name="connsiteY1" fmla="*/ 62699 h 67588"/>
                          <a:gd name="connsiteX2" fmla="*/ 3366 w 67588"/>
                          <a:gd name="connsiteY2" fmla="*/ 41553 h 67588"/>
                          <a:gd name="connsiteX3" fmla="*/ 30417 w 67588"/>
                          <a:gd name="connsiteY3" fmla="*/ 6311 h 67588"/>
                          <a:gd name="connsiteX4" fmla="*/ 54515 w 67588"/>
                          <a:gd name="connsiteY4" fmla="*/ 4692 h 67588"/>
                          <a:gd name="connsiteX5" fmla="*/ 62897 w 67588"/>
                          <a:gd name="connsiteY5" fmla="*/ 13074 h 67588"/>
                          <a:gd name="connsiteX6" fmla="*/ 61278 w 67588"/>
                          <a:gd name="connsiteY6" fmla="*/ 37172 h 67588"/>
                          <a:gd name="connsiteX7" fmla="*/ 26035 w 67588"/>
                          <a:gd name="connsiteY7" fmla="*/ 64223 h 67588"/>
                          <a:gd name="connsiteX8" fmla="*/ 4890 w 67588"/>
                          <a:gd name="connsiteY8" fmla="*/ 62890 h 675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7588" h="67588">
                            <a:moveTo>
                              <a:pt x="4890" y="62890"/>
                            </a:moveTo>
                            <a:lnTo>
                              <a:pt x="4699" y="62699"/>
                            </a:lnTo>
                            <a:cubicBezTo>
                              <a:pt x="-1016" y="56984"/>
                              <a:pt x="-1587" y="48031"/>
                              <a:pt x="3366" y="41553"/>
                            </a:cubicBezTo>
                            <a:lnTo>
                              <a:pt x="30417" y="6311"/>
                            </a:lnTo>
                            <a:cubicBezTo>
                              <a:pt x="36322" y="-1404"/>
                              <a:pt x="47657" y="-2166"/>
                              <a:pt x="54515" y="4692"/>
                            </a:cubicBezTo>
                            <a:lnTo>
                              <a:pt x="62897" y="13074"/>
                            </a:lnTo>
                            <a:cubicBezTo>
                              <a:pt x="69755" y="19932"/>
                              <a:pt x="68993" y="31266"/>
                              <a:pt x="61278" y="37172"/>
                            </a:cubicBezTo>
                            <a:lnTo>
                              <a:pt x="26035" y="64223"/>
                            </a:lnTo>
                            <a:cubicBezTo>
                              <a:pt x="19653" y="69176"/>
                              <a:pt x="10605" y="68604"/>
                              <a:pt x="4890" y="62890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0" name="ïṧliďé">
                        <a:extLst>
                          <a:ext uri="{FF2B5EF4-FFF2-40B4-BE49-F238E27FC236}">
                            <a16:creationId xmlns:a16="http://schemas.microsoft.com/office/drawing/2014/main" id="{B4E6541A-1F57-E9CE-DF90-E3CD7814C6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0744" y="3096291"/>
                        <a:ext cx="13489" cy="13525"/>
                      </a:xfrm>
                      <a:custGeom>
                        <a:avLst/>
                        <a:gdLst>
                          <a:gd name="connsiteX0" fmla="*/ 11525 w 13489"/>
                          <a:gd name="connsiteY0" fmla="*/ 11525 h 13525"/>
                          <a:gd name="connsiteX1" fmla="*/ 2000 w 13489"/>
                          <a:gd name="connsiteY1" fmla="*/ 11525 h 13525"/>
                          <a:gd name="connsiteX2" fmla="*/ 2000 w 13489"/>
                          <a:gd name="connsiteY2" fmla="*/ 2000 h 13525"/>
                          <a:gd name="connsiteX3" fmla="*/ 11525 w 13489"/>
                          <a:gd name="connsiteY3" fmla="*/ 2000 h 13525"/>
                          <a:gd name="connsiteX4" fmla="*/ 11525 w 13489"/>
                          <a:gd name="connsiteY4" fmla="*/ 11525 h 135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9" h="13525">
                            <a:moveTo>
                              <a:pt x="11525" y="11525"/>
                            </a:moveTo>
                            <a:cubicBezTo>
                              <a:pt x="8858" y="14192"/>
                              <a:pt x="4572" y="14192"/>
                              <a:pt x="2000" y="11525"/>
                            </a:cubicBezTo>
                            <a:cubicBezTo>
                              <a:pt x="-667" y="8858"/>
                              <a:pt x="-667" y="4572"/>
                              <a:pt x="2000" y="2000"/>
                            </a:cubicBezTo>
                            <a:cubicBezTo>
                              <a:pt x="4667" y="-667"/>
                              <a:pt x="8954" y="-667"/>
                              <a:pt x="11525" y="2000"/>
                            </a:cubicBezTo>
                            <a:cubicBezTo>
                              <a:pt x="14192" y="4572"/>
                              <a:pt x="14097" y="8858"/>
                              <a:pt x="11525" y="11525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51" name="íśļíḍe">
                        <a:extLst>
                          <a:ext uri="{FF2B5EF4-FFF2-40B4-BE49-F238E27FC236}">
                            <a16:creationId xmlns:a16="http://schemas.microsoft.com/office/drawing/2014/main" id="{022B08CF-A97C-0FF7-D1B0-12B71F69DA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4031" y="3099482"/>
                        <a:ext cx="6953" cy="6953"/>
                      </a:xfrm>
                      <a:custGeom>
                        <a:avLst/>
                        <a:gdLst>
                          <a:gd name="connsiteX0" fmla="*/ 5953 w 6953"/>
                          <a:gd name="connsiteY0" fmla="*/ 5953 h 6953"/>
                          <a:gd name="connsiteX1" fmla="*/ 1000 w 6953"/>
                          <a:gd name="connsiteY1" fmla="*/ 5953 h 6953"/>
                          <a:gd name="connsiteX2" fmla="*/ 1000 w 6953"/>
                          <a:gd name="connsiteY2" fmla="*/ 1000 h 6953"/>
                          <a:gd name="connsiteX3" fmla="*/ 5953 w 6953"/>
                          <a:gd name="connsiteY3" fmla="*/ 1000 h 6953"/>
                          <a:gd name="connsiteX4" fmla="*/ 5953 w 6953"/>
                          <a:gd name="connsiteY4" fmla="*/ 5953 h 695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953" h="6953">
                            <a:moveTo>
                              <a:pt x="5953" y="5953"/>
                            </a:moveTo>
                            <a:cubicBezTo>
                              <a:pt x="4620" y="7287"/>
                              <a:pt x="2334" y="7287"/>
                              <a:pt x="1000" y="5953"/>
                            </a:cubicBezTo>
                            <a:cubicBezTo>
                              <a:pt x="-333" y="4620"/>
                              <a:pt x="-333" y="2334"/>
                              <a:pt x="1000" y="1000"/>
                            </a:cubicBezTo>
                            <a:cubicBezTo>
                              <a:pt x="2334" y="-333"/>
                              <a:pt x="4620" y="-333"/>
                              <a:pt x="5953" y="1000"/>
                            </a:cubicBezTo>
                            <a:cubicBezTo>
                              <a:pt x="7287" y="2429"/>
                              <a:pt x="7287" y="4620"/>
                              <a:pt x="5953" y="5953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309" name="işliḋe">
                    <a:extLst>
                      <a:ext uri="{FF2B5EF4-FFF2-40B4-BE49-F238E27FC236}">
                        <a16:creationId xmlns:a16="http://schemas.microsoft.com/office/drawing/2014/main" id="{D4DCAC44-01BC-DD27-F929-F6EC8EAB5896}"/>
                      </a:ext>
                    </a:extLst>
                  </p:cNvPr>
                  <p:cNvGrpSpPr/>
                  <p:nvPr/>
                </p:nvGrpSpPr>
                <p:grpSpPr>
                  <a:xfrm>
                    <a:off x="9884406" y="4195801"/>
                    <a:ext cx="114101" cy="87121"/>
                    <a:chOff x="5844444" y="2632583"/>
                    <a:chExt cx="86241" cy="65848"/>
                  </a:xfrm>
                </p:grpSpPr>
                <p:sp>
                  <p:nvSpPr>
                    <p:cNvPr id="332" name="ïsḷîḑe">
                      <a:extLst>
                        <a:ext uri="{FF2B5EF4-FFF2-40B4-BE49-F238E27FC236}">
                          <a16:creationId xmlns:a16="http://schemas.microsoft.com/office/drawing/2014/main" id="{2F11C046-EB78-7702-3268-7BAA1C9784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4444" y="2632583"/>
                      <a:ext cx="57912" cy="39845"/>
                    </a:xfrm>
                    <a:custGeom>
                      <a:avLst/>
                      <a:gdLst>
                        <a:gd name="connsiteX0" fmla="*/ 57912 w 57912"/>
                        <a:gd name="connsiteY0" fmla="*/ 9746 h 39845"/>
                        <a:gd name="connsiteX1" fmla="*/ 28861 w 57912"/>
                        <a:gd name="connsiteY1" fmla="*/ 31 h 39845"/>
                        <a:gd name="connsiteX2" fmla="*/ 0 w 57912"/>
                        <a:gd name="connsiteY2" fmla="*/ 25558 h 39845"/>
                        <a:gd name="connsiteX3" fmla="*/ 33052 w 57912"/>
                        <a:gd name="connsiteY3" fmla="*/ 39845 h 39845"/>
                        <a:gd name="connsiteX4" fmla="*/ 57912 w 57912"/>
                        <a:gd name="connsiteY4" fmla="*/ 9746 h 398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7912" h="39845">
                          <a:moveTo>
                            <a:pt x="57912" y="9746"/>
                          </a:moveTo>
                          <a:cubicBezTo>
                            <a:pt x="57912" y="9746"/>
                            <a:pt x="56007" y="-636"/>
                            <a:pt x="28861" y="31"/>
                          </a:cubicBezTo>
                          <a:cubicBezTo>
                            <a:pt x="1715" y="698"/>
                            <a:pt x="0" y="25558"/>
                            <a:pt x="0" y="25558"/>
                          </a:cubicBezTo>
                          <a:lnTo>
                            <a:pt x="33052" y="39845"/>
                          </a:lnTo>
                          <a:lnTo>
                            <a:pt x="57912" y="9746"/>
                          </a:lnTo>
                          <a:close/>
                        </a:path>
                      </a:pathLst>
                    </a:custGeom>
                    <a:solidFill>
                      <a:srgbClr val="B5E26D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3" name="íŝ1iḓe">
                      <a:extLst>
                        <a:ext uri="{FF2B5EF4-FFF2-40B4-BE49-F238E27FC236}">
                          <a16:creationId xmlns:a16="http://schemas.microsoft.com/office/drawing/2014/main" id="{4720EAB3-E157-BC4C-262F-4E49F20F52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63717" y="2633508"/>
                      <a:ext cx="58165" cy="46862"/>
                    </a:xfrm>
                    <a:custGeom>
                      <a:avLst/>
                      <a:gdLst>
                        <a:gd name="connsiteX0" fmla="*/ 58166 w 58165"/>
                        <a:gd name="connsiteY0" fmla="*/ 33492 h 46862"/>
                        <a:gd name="connsiteX1" fmla="*/ 36544 w 58165"/>
                        <a:gd name="connsiteY1" fmla="*/ 2155 h 46862"/>
                        <a:gd name="connsiteX2" fmla="*/ 3207 w 58165"/>
                        <a:gd name="connsiteY2" fmla="*/ 43493 h 46862"/>
                        <a:gd name="connsiteX3" fmla="*/ 30829 w 58165"/>
                        <a:gd name="connsiteY3" fmla="*/ 46160 h 46862"/>
                        <a:gd name="connsiteX4" fmla="*/ 58166 w 58165"/>
                        <a:gd name="connsiteY4" fmla="*/ 33492 h 468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8165" h="46862">
                          <a:moveTo>
                            <a:pt x="58166" y="33492"/>
                          </a:moveTo>
                          <a:cubicBezTo>
                            <a:pt x="58166" y="33492"/>
                            <a:pt x="50260" y="-10038"/>
                            <a:pt x="36544" y="2155"/>
                          </a:cubicBezTo>
                          <a:cubicBezTo>
                            <a:pt x="22923" y="14347"/>
                            <a:pt x="-10414" y="38064"/>
                            <a:pt x="3207" y="43493"/>
                          </a:cubicBezTo>
                          <a:cubicBezTo>
                            <a:pt x="16923" y="48922"/>
                            <a:pt x="30829" y="46160"/>
                            <a:pt x="30829" y="46160"/>
                          </a:cubicBezTo>
                          <a:lnTo>
                            <a:pt x="58166" y="33492"/>
                          </a:lnTo>
                          <a:close/>
                        </a:path>
                      </a:pathLst>
                    </a:custGeom>
                    <a:solidFill>
                      <a:srgbClr val="A3D65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4" name="ís1iḑè">
                      <a:extLst>
                        <a:ext uri="{FF2B5EF4-FFF2-40B4-BE49-F238E27FC236}">
                          <a16:creationId xmlns:a16="http://schemas.microsoft.com/office/drawing/2014/main" id="{CDDAEA5D-9357-6B9A-D860-2DC446E778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3193" y="2660161"/>
                      <a:ext cx="57492" cy="38270"/>
                    </a:xfrm>
                    <a:custGeom>
                      <a:avLst/>
                      <a:gdLst>
                        <a:gd name="connsiteX0" fmla="*/ 43356 w 57492"/>
                        <a:gd name="connsiteY0" fmla="*/ 30746 h 38270"/>
                        <a:gd name="connsiteX1" fmla="*/ 33831 w 57492"/>
                        <a:gd name="connsiteY1" fmla="*/ 2552 h 38270"/>
                        <a:gd name="connsiteX2" fmla="*/ 2493 w 57492"/>
                        <a:gd name="connsiteY2" fmla="*/ 38271 h 38270"/>
                        <a:gd name="connsiteX3" fmla="*/ 43356 w 57492"/>
                        <a:gd name="connsiteY3" fmla="*/ 30746 h 382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7492" h="38270">
                          <a:moveTo>
                            <a:pt x="43356" y="30746"/>
                          </a:moveTo>
                          <a:cubicBezTo>
                            <a:pt x="43356" y="30746"/>
                            <a:pt x="80789" y="-10497"/>
                            <a:pt x="33831" y="2552"/>
                          </a:cubicBezTo>
                          <a:cubicBezTo>
                            <a:pt x="-13128" y="15506"/>
                            <a:pt x="2493" y="38271"/>
                            <a:pt x="2493" y="38271"/>
                          </a:cubicBezTo>
                          <a:lnTo>
                            <a:pt x="43356" y="30746"/>
                          </a:lnTo>
                          <a:close/>
                        </a:path>
                      </a:pathLst>
                    </a:custGeom>
                    <a:solidFill>
                      <a:srgbClr val="8DC63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1118" name="组合 1117">
                <a:extLst>
                  <a:ext uri="{FF2B5EF4-FFF2-40B4-BE49-F238E27FC236}">
                    <a16:creationId xmlns:a16="http://schemas.microsoft.com/office/drawing/2014/main" id="{74F805B8-FE5B-45EF-CC73-BD34EAD66DC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813003" y="1402440"/>
                <a:ext cx="1080000" cy="525645"/>
                <a:chOff x="4648804" y="-2116294"/>
                <a:chExt cx="2106114" cy="1025055"/>
              </a:xfrm>
            </p:grpSpPr>
            <p:sp>
              <p:nvSpPr>
                <p:cNvPr id="579" name="ïṡ1íḍè">
                  <a:extLst>
                    <a:ext uri="{FF2B5EF4-FFF2-40B4-BE49-F238E27FC236}">
                      <a16:creationId xmlns:a16="http://schemas.microsoft.com/office/drawing/2014/main" id="{4A2E876B-5EA5-F175-F116-5789F7E5A7A5}"/>
                    </a:ext>
                  </a:extLst>
                </p:cNvPr>
                <p:cNvSpPr/>
                <p:nvPr/>
              </p:nvSpPr>
              <p:spPr bwMode="auto">
                <a:xfrm>
                  <a:off x="4658986" y="-2084049"/>
                  <a:ext cx="2085749" cy="957170"/>
                </a:xfrm>
                <a:custGeom>
                  <a:avLst/>
                  <a:gdLst>
                    <a:gd name="T0" fmla="*/ 528 w 591"/>
                    <a:gd name="T1" fmla="*/ 87 h 272"/>
                    <a:gd name="T2" fmla="*/ 499 w 591"/>
                    <a:gd name="T3" fmla="*/ 95 h 272"/>
                    <a:gd name="T4" fmla="*/ 404 w 591"/>
                    <a:gd name="T5" fmla="*/ 29 h 272"/>
                    <a:gd name="T6" fmla="*/ 334 w 591"/>
                    <a:gd name="T7" fmla="*/ 58 h 272"/>
                    <a:gd name="T8" fmla="*/ 234 w 591"/>
                    <a:gd name="T9" fmla="*/ 0 h 272"/>
                    <a:gd name="T10" fmla="*/ 111 w 591"/>
                    <a:gd name="T11" fmla="*/ 123 h 272"/>
                    <a:gd name="T12" fmla="*/ 92 w 591"/>
                    <a:gd name="T13" fmla="*/ 137 h 272"/>
                    <a:gd name="T14" fmla="*/ 56 w 591"/>
                    <a:gd name="T15" fmla="*/ 122 h 272"/>
                    <a:gd name="T16" fmla="*/ 0 w 591"/>
                    <a:gd name="T17" fmla="*/ 183 h 272"/>
                    <a:gd name="T18" fmla="*/ 56 w 591"/>
                    <a:gd name="T19" fmla="*/ 244 h 272"/>
                    <a:gd name="T20" fmla="*/ 81 w 591"/>
                    <a:gd name="T21" fmla="*/ 237 h 272"/>
                    <a:gd name="T22" fmla="*/ 140 w 591"/>
                    <a:gd name="T23" fmla="*/ 272 h 272"/>
                    <a:gd name="T24" fmla="*/ 179 w 591"/>
                    <a:gd name="T25" fmla="*/ 258 h 272"/>
                    <a:gd name="T26" fmla="*/ 234 w 591"/>
                    <a:gd name="T27" fmla="*/ 272 h 272"/>
                    <a:gd name="T28" fmla="*/ 327 w 591"/>
                    <a:gd name="T29" fmla="*/ 225 h 272"/>
                    <a:gd name="T30" fmla="*/ 404 w 591"/>
                    <a:gd name="T31" fmla="*/ 262 h 272"/>
                    <a:gd name="T32" fmla="*/ 491 w 591"/>
                    <a:gd name="T33" fmla="*/ 212 h 272"/>
                    <a:gd name="T34" fmla="*/ 528 w 591"/>
                    <a:gd name="T35" fmla="*/ 226 h 272"/>
                    <a:gd name="T36" fmla="*/ 591 w 591"/>
                    <a:gd name="T37" fmla="*/ 156 h 272"/>
                    <a:gd name="T38" fmla="*/ 528 w 591"/>
                    <a:gd name="T39" fmla="*/ 87 h 2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591" h="272">
                      <a:moveTo>
                        <a:pt x="528" y="87"/>
                      </a:moveTo>
                      <a:cubicBezTo>
                        <a:pt x="518" y="87"/>
                        <a:pt x="508" y="90"/>
                        <a:pt x="499" y="95"/>
                      </a:cubicBezTo>
                      <a:cubicBezTo>
                        <a:pt x="482" y="56"/>
                        <a:pt x="446" y="29"/>
                        <a:pt x="404" y="29"/>
                      </a:cubicBezTo>
                      <a:cubicBezTo>
                        <a:pt x="377" y="29"/>
                        <a:pt x="353" y="40"/>
                        <a:pt x="334" y="58"/>
                      </a:cubicBezTo>
                      <a:cubicBezTo>
                        <a:pt x="312" y="23"/>
                        <a:pt x="275" y="0"/>
                        <a:pt x="234" y="0"/>
                      </a:cubicBezTo>
                      <a:cubicBezTo>
                        <a:pt x="170" y="0"/>
                        <a:pt x="117" y="54"/>
                        <a:pt x="111" y="123"/>
                      </a:cubicBezTo>
                      <a:cubicBezTo>
                        <a:pt x="104" y="126"/>
                        <a:pt x="98" y="131"/>
                        <a:pt x="92" y="137"/>
                      </a:cubicBezTo>
                      <a:cubicBezTo>
                        <a:pt x="82" y="127"/>
                        <a:pt x="70" y="122"/>
                        <a:pt x="56" y="122"/>
                      </a:cubicBezTo>
                      <a:cubicBezTo>
                        <a:pt x="25" y="122"/>
                        <a:pt x="0" y="149"/>
                        <a:pt x="0" y="183"/>
                      </a:cubicBezTo>
                      <a:cubicBezTo>
                        <a:pt x="0" y="216"/>
                        <a:pt x="25" y="244"/>
                        <a:pt x="56" y="244"/>
                      </a:cubicBezTo>
                      <a:cubicBezTo>
                        <a:pt x="65" y="244"/>
                        <a:pt x="74" y="241"/>
                        <a:pt x="81" y="237"/>
                      </a:cubicBezTo>
                      <a:cubicBezTo>
                        <a:pt x="94" y="258"/>
                        <a:pt x="115" y="272"/>
                        <a:pt x="140" y="272"/>
                      </a:cubicBezTo>
                      <a:cubicBezTo>
                        <a:pt x="155" y="272"/>
                        <a:pt x="168" y="267"/>
                        <a:pt x="179" y="258"/>
                      </a:cubicBezTo>
                      <a:cubicBezTo>
                        <a:pt x="196" y="267"/>
                        <a:pt x="214" y="272"/>
                        <a:pt x="234" y="272"/>
                      </a:cubicBezTo>
                      <a:cubicBezTo>
                        <a:pt x="271" y="272"/>
                        <a:pt x="304" y="254"/>
                        <a:pt x="327" y="225"/>
                      </a:cubicBezTo>
                      <a:cubicBezTo>
                        <a:pt x="346" y="248"/>
                        <a:pt x="374" y="262"/>
                        <a:pt x="404" y="262"/>
                      </a:cubicBezTo>
                      <a:cubicBezTo>
                        <a:pt x="440" y="262"/>
                        <a:pt x="472" y="242"/>
                        <a:pt x="491" y="212"/>
                      </a:cubicBezTo>
                      <a:cubicBezTo>
                        <a:pt x="501" y="221"/>
                        <a:pt x="514" y="226"/>
                        <a:pt x="528" y="226"/>
                      </a:cubicBezTo>
                      <a:cubicBezTo>
                        <a:pt x="563" y="226"/>
                        <a:pt x="591" y="195"/>
                        <a:pt x="591" y="156"/>
                      </a:cubicBezTo>
                      <a:cubicBezTo>
                        <a:pt x="591" y="118"/>
                        <a:pt x="563" y="87"/>
                        <a:pt x="528" y="87"/>
                      </a:cubicBezTo>
                      <a:close/>
                    </a:path>
                  </a:pathLst>
                </a:custGeom>
                <a:solidFill>
                  <a:srgbClr val="82CF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80" name="ïṡ1îďe">
                  <a:extLst>
                    <a:ext uri="{FF2B5EF4-FFF2-40B4-BE49-F238E27FC236}">
                      <a16:creationId xmlns:a16="http://schemas.microsoft.com/office/drawing/2014/main" id="{A04D3C2B-6442-5ECE-F769-56D00988D861}"/>
                    </a:ext>
                  </a:extLst>
                </p:cNvPr>
                <p:cNvSpPr/>
                <p:nvPr/>
              </p:nvSpPr>
              <p:spPr bwMode="auto">
                <a:xfrm>
                  <a:off x="4648804" y="-2116294"/>
                  <a:ext cx="2106114" cy="1025055"/>
                </a:xfrm>
                <a:custGeom>
                  <a:avLst/>
                  <a:gdLst>
                    <a:gd name="T0" fmla="*/ 501 w 597"/>
                    <a:gd name="T1" fmla="*/ 104 h 291"/>
                    <a:gd name="T2" fmla="*/ 472 w 597"/>
                    <a:gd name="T3" fmla="*/ 65 h 291"/>
                    <a:gd name="T4" fmla="*/ 422 w 597"/>
                    <a:gd name="T5" fmla="*/ 43 h 291"/>
                    <a:gd name="T6" fmla="*/ 407 w 597"/>
                    <a:gd name="T7" fmla="*/ 43 h 291"/>
                    <a:gd name="T8" fmla="*/ 376 w 597"/>
                    <a:gd name="T9" fmla="*/ 50 h 291"/>
                    <a:gd name="T10" fmla="*/ 336 w 597"/>
                    <a:gd name="T11" fmla="*/ 79 h 291"/>
                    <a:gd name="T12" fmla="*/ 259 w 597"/>
                    <a:gd name="T13" fmla="*/ 20 h 291"/>
                    <a:gd name="T14" fmla="*/ 188 w 597"/>
                    <a:gd name="T15" fmla="*/ 29 h 291"/>
                    <a:gd name="T16" fmla="*/ 141 w 597"/>
                    <a:gd name="T17" fmla="*/ 71 h 291"/>
                    <a:gd name="T18" fmla="*/ 116 w 597"/>
                    <a:gd name="T19" fmla="*/ 135 h 291"/>
                    <a:gd name="T20" fmla="*/ 81 w 597"/>
                    <a:gd name="T21" fmla="*/ 140 h 291"/>
                    <a:gd name="T22" fmla="*/ 56 w 597"/>
                    <a:gd name="T23" fmla="*/ 134 h 291"/>
                    <a:gd name="T24" fmla="*/ 7 w 597"/>
                    <a:gd name="T25" fmla="*/ 185 h 291"/>
                    <a:gd name="T26" fmla="*/ 41 w 597"/>
                    <a:gd name="T27" fmla="*/ 244 h 291"/>
                    <a:gd name="T28" fmla="*/ 81 w 597"/>
                    <a:gd name="T29" fmla="*/ 240 h 291"/>
                    <a:gd name="T30" fmla="*/ 108 w 597"/>
                    <a:gd name="T31" fmla="*/ 261 h 291"/>
                    <a:gd name="T32" fmla="*/ 143 w 597"/>
                    <a:gd name="T33" fmla="*/ 272 h 291"/>
                    <a:gd name="T34" fmla="*/ 172 w 597"/>
                    <a:gd name="T35" fmla="*/ 263 h 291"/>
                    <a:gd name="T36" fmla="*/ 223 w 597"/>
                    <a:gd name="T37" fmla="*/ 271 h 291"/>
                    <a:gd name="T38" fmla="*/ 237 w 597"/>
                    <a:gd name="T39" fmla="*/ 271 h 291"/>
                    <a:gd name="T40" fmla="*/ 269 w 597"/>
                    <a:gd name="T41" fmla="*/ 266 h 291"/>
                    <a:gd name="T42" fmla="*/ 302 w 597"/>
                    <a:gd name="T43" fmla="*/ 247 h 291"/>
                    <a:gd name="T44" fmla="*/ 354 w 597"/>
                    <a:gd name="T45" fmla="*/ 242 h 291"/>
                    <a:gd name="T46" fmla="*/ 387 w 597"/>
                    <a:gd name="T47" fmla="*/ 258 h 291"/>
                    <a:gd name="T48" fmla="*/ 407 w 597"/>
                    <a:gd name="T49" fmla="*/ 261 h 291"/>
                    <a:gd name="T50" fmla="*/ 425 w 597"/>
                    <a:gd name="T51" fmla="*/ 259 h 291"/>
                    <a:gd name="T52" fmla="*/ 468 w 597"/>
                    <a:gd name="T53" fmla="*/ 237 h 291"/>
                    <a:gd name="T54" fmla="*/ 523 w 597"/>
                    <a:gd name="T55" fmla="*/ 226 h 291"/>
                    <a:gd name="T56" fmla="*/ 531 w 597"/>
                    <a:gd name="T57" fmla="*/ 228 h 291"/>
                    <a:gd name="T58" fmla="*/ 573 w 597"/>
                    <a:gd name="T59" fmla="*/ 209 h 291"/>
                    <a:gd name="T60" fmla="*/ 591 w 597"/>
                    <a:gd name="T61" fmla="*/ 166 h 291"/>
                    <a:gd name="T62" fmla="*/ 577 w 597"/>
                    <a:gd name="T63" fmla="*/ 120 h 291"/>
                    <a:gd name="T64" fmla="*/ 547 w 597"/>
                    <a:gd name="T65" fmla="*/ 97 h 291"/>
                    <a:gd name="T66" fmla="*/ 591 w 597"/>
                    <a:gd name="T67" fmla="*/ 139 h 291"/>
                    <a:gd name="T68" fmla="*/ 592 w 597"/>
                    <a:gd name="T69" fmla="*/ 194 h 291"/>
                    <a:gd name="T70" fmla="*/ 546 w 597"/>
                    <a:gd name="T71" fmla="*/ 239 h 291"/>
                    <a:gd name="T72" fmla="*/ 529 w 597"/>
                    <a:gd name="T73" fmla="*/ 242 h 291"/>
                    <a:gd name="T74" fmla="*/ 486 w 597"/>
                    <a:gd name="T75" fmla="*/ 247 h 291"/>
                    <a:gd name="T76" fmla="*/ 436 w 597"/>
                    <a:gd name="T77" fmla="*/ 278 h 291"/>
                    <a:gd name="T78" fmla="*/ 407 w 597"/>
                    <a:gd name="T79" fmla="*/ 282 h 291"/>
                    <a:gd name="T80" fmla="*/ 376 w 597"/>
                    <a:gd name="T81" fmla="*/ 277 h 291"/>
                    <a:gd name="T82" fmla="*/ 331 w 597"/>
                    <a:gd name="T83" fmla="*/ 250 h 291"/>
                    <a:gd name="T84" fmla="*/ 296 w 597"/>
                    <a:gd name="T85" fmla="*/ 276 h 291"/>
                    <a:gd name="T86" fmla="*/ 253 w 597"/>
                    <a:gd name="T87" fmla="*/ 290 h 291"/>
                    <a:gd name="T88" fmla="*/ 236 w 597"/>
                    <a:gd name="T89" fmla="*/ 291 h 291"/>
                    <a:gd name="T90" fmla="*/ 188 w 597"/>
                    <a:gd name="T91" fmla="*/ 280 h 291"/>
                    <a:gd name="T92" fmla="*/ 155 w 597"/>
                    <a:gd name="T93" fmla="*/ 288 h 291"/>
                    <a:gd name="T94" fmla="*/ 123 w 597"/>
                    <a:gd name="T95" fmla="*/ 286 h 291"/>
                    <a:gd name="T96" fmla="*/ 87 w 597"/>
                    <a:gd name="T97" fmla="*/ 262 h 291"/>
                    <a:gd name="T98" fmla="*/ 63 w 597"/>
                    <a:gd name="T99" fmla="*/ 259 h 291"/>
                    <a:gd name="T100" fmla="*/ 58 w 597"/>
                    <a:gd name="T101" fmla="*/ 259 h 291"/>
                    <a:gd name="T102" fmla="*/ 0 w 597"/>
                    <a:gd name="T103" fmla="*/ 201 h 291"/>
                    <a:gd name="T104" fmla="*/ 36 w 597"/>
                    <a:gd name="T105" fmla="*/ 133 h 291"/>
                    <a:gd name="T106" fmla="*/ 102 w 597"/>
                    <a:gd name="T107" fmla="*/ 135 h 291"/>
                    <a:gd name="T108" fmla="*/ 126 w 597"/>
                    <a:gd name="T109" fmla="*/ 74 h 291"/>
                    <a:gd name="T110" fmla="*/ 172 w 597"/>
                    <a:gd name="T111" fmla="*/ 20 h 291"/>
                    <a:gd name="T112" fmla="*/ 236 w 597"/>
                    <a:gd name="T113" fmla="*/ 0 h 291"/>
                    <a:gd name="T114" fmla="*/ 292 w 597"/>
                    <a:gd name="T115" fmla="*/ 14 h 291"/>
                    <a:gd name="T116" fmla="*/ 348 w 597"/>
                    <a:gd name="T117" fmla="*/ 49 h 291"/>
                    <a:gd name="T118" fmla="*/ 404 w 597"/>
                    <a:gd name="T119" fmla="*/ 33 h 291"/>
                    <a:gd name="T120" fmla="*/ 424 w 597"/>
                    <a:gd name="T121" fmla="*/ 35 h 291"/>
                    <a:gd name="T122" fmla="*/ 474 w 597"/>
                    <a:gd name="T123" fmla="*/ 62 h 291"/>
                    <a:gd name="T124" fmla="*/ 503 w 597"/>
                    <a:gd name="T125" fmla="*/ 103 h 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597" h="291">
                      <a:moveTo>
                        <a:pt x="531" y="97"/>
                      </a:moveTo>
                      <a:cubicBezTo>
                        <a:pt x="524" y="97"/>
                        <a:pt x="524" y="97"/>
                        <a:pt x="524" y="97"/>
                      </a:cubicBezTo>
                      <a:cubicBezTo>
                        <a:pt x="521" y="98"/>
                        <a:pt x="519" y="98"/>
                        <a:pt x="516" y="99"/>
                      </a:cubicBezTo>
                      <a:cubicBezTo>
                        <a:pt x="514" y="100"/>
                        <a:pt x="512" y="101"/>
                        <a:pt x="509" y="101"/>
                      </a:cubicBezTo>
                      <a:cubicBezTo>
                        <a:pt x="503" y="105"/>
                        <a:pt x="503" y="105"/>
                        <a:pt x="503" y="105"/>
                      </a:cubicBezTo>
                      <a:cubicBezTo>
                        <a:pt x="502" y="105"/>
                        <a:pt x="502" y="105"/>
                        <a:pt x="502" y="105"/>
                      </a:cubicBezTo>
                      <a:cubicBezTo>
                        <a:pt x="501" y="104"/>
                        <a:pt x="501" y="104"/>
                        <a:pt x="501" y="104"/>
                      </a:cubicBezTo>
                      <a:cubicBezTo>
                        <a:pt x="499" y="100"/>
                        <a:pt x="498" y="97"/>
                        <a:pt x="495" y="93"/>
                      </a:cubicBezTo>
                      <a:cubicBezTo>
                        <a:pt x="494" y="91"/>
                        <a:pt x="493" y="90"/>
                        <a:pt x="492" y="88"/>
                      </a:cubicBezTo>
                      <a:cubicBezTo>
                        <a:pt x="491" y="86"/>
                        <a:pt x="490" y="84"/>
                        <a:pt x="489" y="83"/>
                      </a:cubicBezTo>
                      <a:cubicBezTo>
                        <a:pt x="485" y="78"/>
                        <a:pt x="485" y="78"/>
                        <a:pt x="485" y="78"/>
                      </a:cubicBezTo>
                      <a:cubicBezTo>
                        <a:pt x="481" y="73"/>
                        <a:pt x="481" y="73"/>
                        <a:pt x="481" y="73"/>
                      </a:cubicBezTo>
                      <a:cubicBezTo>
                        <a:pt x="479" y="72"/>
                        <a:pt x="478" y="71"/>
                        <a:pt x="476" y="69"/>
                      </a:cubicBezTo>
                      <a:cubicBezTo>
                        <a:pt x="475" y="68"/>
                        <a:pt x="473" y="66"/>
                        <a:pt x="472" y="65"/>
                      </a:cubicBezTo>
                      <a:cubicBezTo>
                        <a:pt x="469" y="62"/>
                        <a:pt x="465" y="60"/>
                        <a:pt x="462" y="58"/>
                      </a:cubicBezTo>
                      <a:cubicBezTo>
                        <a:pt x="457" y="55"/>
                        <a:pt x="457" y="55"/>
                        <a:pt x="457" y="55"/>
                      </a:cubicBezTo>
                      <a:cubicBezTo>
                        <a:pt x="455" y="54"/>
                        <a:pt x="453" y="53"/>
                        <a:pt x="451" y="52"/>
                      </a:cubicBezTo>
                      <a:cubicBezTo>
                        <a:pt x="450" y="51"/>
                        <a:pt x="448" y="50"/>
                        <a:pt x="446" y="49"/>
                      </a:cubicBezTo>
                      <a:cubicBezTo>
                        <a:pt x="444" y="48"/>
                        <a:pt x="442" y="48"/>
                        <a:pt x="440" y="47"/>
                      </a:cubicBezTo>
                      <a:cubicBezTo>
                        <a:pt x="436" y="46"/>
                        <a:pt x="432" y="45"/>
                        <a:pt x="428" y="44"/>
                      </a:cubicBezTo>
                      <a:cubicBezTo>
                        <a:pt x="422" y="43"/>
                        <a:pt x="422" y="43"/>
                        <a:pt x="422" y="43"/>
                      </a:cubicBezTo>
                      <a:cubicBezTo>
                        <a:pt x="421" y="43"/>
                        <a:pt x="419" y="43"/>
                        <a:pt x="417" y="43"/>
                      </a:cubicBezTo>
                      <a:cubicBezTo>
                        <a:pt x="415" y="42"/>
                        <a:pt x="413" y="43"/>
                        <a:pt x="411" y="42"/>
                      </a:cubicBezTo>
                      <a:cubicBezTo>
                        <a:pt x="408" y="42"/>
                        <a:pt x="408" y="42"/>
                        <a:pt x="408" y="42"/>
                      </a:cubicBezTo>
                      <a:cubicBezTo>
                        <a:pt x="407" y="42"/>
                        <a:pt x="407" y="42"/>
                        <a:pt x="407" y="42"/>
                      </a:cubicBezTo>
                      <a:cubicBezTo>
                        <a:pt x="407" y="42"/>
                        <a:pt x="408" y="42"/>
                        <a:pt x="407" y="42"/>
                      </a:cubicBezTo>
                      <a:cubicBezTo>
                        <a:pt x="407" y="42"/>
                        <a:pt x="407" y="42"/>
                        <a:pt x="407" y="42"/>
                      </a:cubicBezTo>
                      <a:cubicBezTo>
                        <a:pt x="407" y="43"/>
                        <a:pt x="407" y="43"/>
                        <a:pt x="407" y="43"/>
                      </a:cubicBezTo>
                      <a:cubicBezTo>
                        <a:pt x="407" y="43"/>
                        <a:pt x="407" y="43"/>
                        <a:pt x="407" y="43"/>
                      </a:cubicBezTo>
                      <a:cubicBezTo>
                        <a:pt x="406" y="43"/>
                        <a:pt x="406" y="43"/>
                        <a:pt x="406" y="43"/>
                      </a:cubicBezTo>
                      <a:cubicBezTo>
                        <a:pt x="405" y="43"/>
                        <a:pt x="405" y="43"/>
                        <a:pt x="405" y="43"/>
                      </a:cubicBezTo>
                      <a:cubicBezTo>
                        <a:pt x="399" y="43"/>
                        <a:pt x="399" y="43"/>
                        <a:pt x="399" y="43"/>
                      </a:cubicBezTo>
                      <a:cubicBezTo>
                        <a:pt x="396" y="44"/>
                        <a:pt x="395" y="44"/>
                        <a:pt x="393" y="44"/>
                      </a:cubicBezTo>
                      <a:cubicBezTo>
                        <a:pt x="389" y="45"/>
                        <a:pt x="385" y="46"/>
                        <a:pt x="382" y="47"/>
                      </a:cubicBezTo>
                      <a:cubicBezTo>
                        <a:pt x="380" y="48"/>
                        <a:pt x="378" y="49"/>
                        <a:pt x="376" y="50"/>
                      </a:cubicBezTo>
                      <a:cubicBezTo>
                        <a:pt x="374" y="50"/>
                        <a:pt x="372" y="51"/>
                        <a:pt x="371" y="52"/>
                      </a:cubicBezTo>
                      <a:cubicBezTo>
                        <a:pt x="367" y="54"/>
                        <a:pt x="364" y="55"/>
                        <a:pt x="361" y="58"/>
                      </a:cubicBezTo>
                      <a:cubicBezTo>
                        <a:pt x="359" y="59"/>
                        <a:pt x="357" y="60"/>
                        <a:pt x="356" y="61"/>
                      </a:cubicBezTo>
                      <a:cubicBezTo>
                        <a:pt x="351" y="65"/>
                        <a:pt x="351" y="65"/>
                        <a:pt x="351" y="65"/>
                      </a:cubicBezTo>
                      <a:cubicBezTo>
                        <a:pt x="350" y="66"/>
                        <a:pt x="348" y="67"/>
                        <a:pt x="347" y="69"/>
                      </a:cubicBezTo>
                      <a:cubicBezTo>
                        <a:pt x="343" y="73"/>
                        <a:pt x="343" y="73"/>
                        <a:pt x="343" y="73"/>
                      </a:cubicBezTo>
                      <a:cubicBezTo>
                        <a:pt x="336" y="79"/>
                        <a:pt x="336" y="79"/>
                        <a:pt x="336" y="79"/>
                      </a:cubicBezTo>
                      <a:cubicBezTo>
                        <a:pt x="331" y="71"/>
                        <a:pt x="331" y="71"/>
                        <a:pt x="331" y="71"/>
                      </a:cubicBezTo>
                      <a:cubicBezTo>
                        <a:pt x="327" y="66"/>
                        <a:pt x="324" y="61"/>
                        <a:pt x="319" y="57"/>
                      </a:cubicBezTo>
                      <a:cubicBezTo>
                        <a:pt x="315" y="52"/>
                        <a:pt x="311" y="48"/>
                        <a:pt x="306" y="44"/>
                      </a:cubicBezTo>
                      <a:cubicBezTo>
                        <a:pt x="302" y="40"/>
                        <a:pt x="297" y="37"/>
                        <a:pt x="292" y="34"/>
                      </a:cubicBezTo>
                      <a:cubicBezTo>
                        <a:pt x="289" y="32"/>
                        <a:pt x="286" y="31"/>
                        <a:pt x="284" y="29"/>
                      </a:cubicBezTo>
                      <a:cubicBezTo>
                        <a:pt x="281" y="28"/>
                        <a:pt x="278" y="27"/>
                        <a:pt x="276" y="26"/>
                      </a:cubicBezTo>
                      <a:cubicBezTo>
                        <a:pt x="270" y="24"/>
                        <a:pt x="264" y="22"/>
                        <a:pt x="259" y="20"/>
                      </a:cubicBezTo>
                      <a:cubicBezTo>
                        <a:pt x="253" y="19"/>
                        <a:pt x="247" y="18"/>
                        <a:pt x="241" y="18"/>
                      </a:cubicBezTo>
                      <a:cubicBezTo>
                        <a:pt x="237" y="18"/>
                        <a:pt x="237" y="18"/>
                        <a:pt x="237" y="18"/>
                      </a:cubicBezTo>
                      <a:cubicBezTo>
                        <a:pt x="232" y="18"/>
                        <a:pt x="232" y="18"/>
                        <a:pt x="232" y="18"/>
                      </a:cubicBezTo>
                      <a:cubicBezTo>
                        <a:pt x="229" y="18"/>
                        <a:pt x="225" y="18"/>
                        <a:pt x="223" y="19"/>
                      </a:cubicBezTo>
                      <a:cubicBezTo>
                        <a:pt x="220" y="19"/>
                        <a:pt x="217" y="20"/>
                        <a:pt x="214" y="20"/>
                      </a:cubicBezTo>
                      <a:cubicBezTo>
                        <a:pt x="205" y="22"/>
                        <a:pt x="205" y="22"/>
                        <a:pt x="205" y="22"/>
                      </a:cubicBezTo>
                      <a:cubicBezTo>
                        <a:pt x="200" y="24"/>
                        <a:pt x="194" y="26"/>
                        <a:pt x="188" y="29"/>
                      </a:cubicBezTo>
                      <a:cubicBezTo>
                        <a:pt x="186" y="30"/>
                        <a:pt x="183" y="32"/>
                        <a:pt x="180" y="33"/>
                      </a:cubicBezTo>
                      <a:cubicBezTo>
                        <a:pt x="178" y="35"/>
                        <a:pt x="175" y="36"/>
                        <a:pt x="173" y="38"/>
                      </a:cubicBezTo>
                      <a:cubicBezTo>
                        <a:pt x="170" y="40"/>
                        <a:pt x="168" y="41"/>
                        <a:pt x="165" y="44"/>
                      </a:cubicBezTo>
                      <a:cubicBezTo>
                        <a:pt x="158" y="50"/>
                        <a:pt x="158" y="50"/>
                        <a:pt x="158" y="50"/>
                      </a:cubicBezTo>
                      <a:cubicBezTo>
                        <a:pt x="152" y="56"/>
                        <a:pt x="152" y="56"/>
                        <a:pt x="152" y="56"/>
                      </a:cubicBezTo>
                      <a:cubicBezTo>
                        <a:pt x="150" y="58"/>
                        <a:pt x="148" y="61"/>
                        <a:pt x="146" y="63"/>
                      </a:cubicBezTo>
                      <a:cubicBezTo>
                        <a:pt x="144" y="66"/>
                        <a:pt x="142" y="68"/>
                        <a:pt x="141" y="71"/>
                      </a:cubicBezTo>
                      <a:cubicBezTo>
                        <a:pt x="139" y="73"/>
                        <a:pt x="137" y="76"/>
                        <a:pt x="136" y="79"/>
                      </a:cubicBezTo>
                      <a:cubicBezTo>
                        <a:pt x="134" y="81"/>
                        <a:pt x="133" y="84"/>
                        <a:pt x="131" y="87"/>
                      </a:cubicBezTo>
                      <a:cubicBezTo>
                        <a:pt x="127" y="96"/>
                        <a:pt x="127" y="96"/>
                        <a:pt x="127" y="96"/>
                      </a:cubicBezTo>
                      <a:cubicBezTo>
                        <a:pt x="125" y="101"/>
                        <a:pt x="123" y="107"/>
                        <a:pt x="122" y="113"/>
                      </a:cubicBezTo>
                      <a:cubicBezTo>
                        <a:pt x="120" y="119"/>
                        <a:pt x="119" y="126"/>
                        <a:pt x="118" y="132"/>
                      </a:cubicBezTo>
                      <a:cubicBezTo>
                        <a:pt x="118" y="134"/>
                        <a:pt x="118" y="134"/>
                        <a:pt x="118" y="134"/>
                      </a:cubicBezTo>
                      <a:cubicBezTo>
                        <a:pt x="116" y="135"/>
                        <a:pt x="116" y="135"/>
                        <a:pt x="116" y="135"/>
                      </a:cubicBezTo>
                      <a:cubicBezTo>
                        <a:pt x="111" y="138"/>
                        <a:pt x="111" y="138"/>
                        <a:pt x="111" y="138"/>
                      </a:cubicBezTo>
                      <a:cubicBezTo>
                        <a:pt x="106" y="141"/>
                        <a:pt x="106" y="141"/>
                        <a:pt x="106" y="141"/>
                      </a:cubicBezTo>
                      <a:cubicBezTo>
                        <a:pt x="102" y="144"/>
                        <a:pt x="102" y="144"/>
                        <a:pt x="102" y="144"/>
                      </a:cubicBezTo>
                      <a:cubicBezTo>
                        <a:pt x="97" y="148"/>
                        <a:pt x="97" y="148"/>
                        <a:pt x="97" y="148"/>
                      </a:cubicBezTo>
                      <a:cubicBezTo>
                        <a:pt x="95" y="151"/>
                        <a:pt x="95" y="151"/>
                        <a:pt x="95" y="151"/>
                      </a:cubicBezTo>
                      <a:cubicBezTo>
                        <a:pt x="93" y="148"/>
                        <a:pt x="93" y="148"/>
                        <a:pt x="93" y="148"/>
                      </a:cubicBezTo>
                      <a:cubicBezTo>
                        <a:pt x="89" y="145"/>
                        <a:pt x="85" y="142"/>
                        <a:pt x="81" y="140"/>
                      </a:cubicBezTo>
                      <a:cubicBezTo>
                        <a:pt x="77" y="137"/>
                        <a:pt x="72" y="136"/>
                        <a:pt x="67" y="135"/>
                      </a:cubicBezTo>
                      <a:cubicBezTo>
                        <a:pt x="64" y="134"/>
                        <a:pt x="64" y="134"/>
                        <a:pt x="64" y="134"/>
                      </a:cubicBezTo>
                      <a:cubicBezTo>
                        <a:pt x="60" y="134"/>
                        <a:pt x="60" y="134"/>
                        <a:pt x="60" y="134"/>
                      </a:cubicBezTo>
                      <a:cubicBezTo>
                        <a:pt x="59" y="134"/>
                        <a:pt x="59" y="134"/>
                        <a:pt x="59" y="134"/>
                      </a:cubicBezTo>
                      <a:cubicBezTo>
                        <a:pt x="59" y="134"/>
                        <a:pt x="58" y="134"/>
                        <a:pt x="59" y="134"/>
                      </a:cubicBezTo>
                      <a:cubicBezTo>
                        <a:pt x="58" y="134"/>
                        <a:pt x="58" y="134"/>
                        <a:pt x="58" y="134"/>
                      </a:cubicBezTo>
                      <a:cubicBezTo>
                        <a:pt x="56" y="134"/>
                        <a:pt x="56" y="134"/>
                        <a:pt x="56" y="134"/>
                      </a:cubicBezTo>
                      <a:cubicBezTo>
                        <a:pt x="55" y="134"/>
                        <a:pt x="54" y="134"/>
                        <a:pt x="52" y="134"/>
                      </a:cubicBezTo>
                      <a:cubicBezTo>
                        <a:pt x="48" y="135"/>
                        <a:pt x="43" y="136"/>
                        <a:pt x="38" y="138"/>
                      </a:cubicBezTo>
                      <a:cubicBezTo>
                        <a:pt x="34" y="140"/>
                        <a:pt x="30" y="143"/>
                        <a:pt x="26" y="146"/>
                      </a:cubicBezTo>
                      <a:cubicBezTo>
                        <a:pt x="23" y="150"/>
                        <a:pt x="19" y="153"/>
                        <a:pt x="17" y="158"/>
                      </a:cubicBezTo>
                      <a:cubicBezTo>
                        <a:pt x="15" y="160"/>
                        <a:pt x="14" y="162"/>
                        <a:pt x="13" y="164"/>
                      </a:cubicBezTo>
                      <a:cubicBezTo>
                        <a:pt x="12" y="166"/>
                        <a:pt x="11" y="169"/>
                        <a:pt x="10" y="171"/>
                      </a:cubicBezTo>
                      <a:cubicBezTo>
                        <a:pt x="9" y="176"/>
                        <a:pt x="8" y="180"/>
                        <a:pt x="7" y="185"/>
                      </a:cubicBezTo>
                      <a:cubicBezTo>
                        <a:pt x="7" y="188"/>
                        <a:pt x="7" y="190"/>
                        <a:pt x="7" y="193"/>
                      </a:cubicBezTo>
                      <a:cubicBezTo>
                        <a:pt x="7" y="195"/>
                        <a:pt x="7" y="198"/>
                        <a:pt x="8" y="200"/>
                      </a:cubicBezTo>
                      <a:cubicBezTo>
                        <a:pt x="9" y="205"/>
                        <a:pt x="10" y="210"/>
                        <a:pt x="12" y="214"/>
                      </a:cubicBezTo>
                      <a:cubicBezTo>
                        <a:pt x="14" y="219"/>
                        <a:pt x="16" y="223"/>
                        <a:pt x="19" y="227"/>
                      </a:cubicBezTo>
                      <a:cubicBezTo>
                        <a:pt x="22" y="231"/>
                        <a:pt x="25" y="234"/>
                        <a:pt x="29" y="237"/>
                      </a:cubicBezTo>
                      <a:cubicBezTo>
                        <a:pt x="31" y="238"/>
                        <a:pt x="33" y="240"/>
                        <a:pt x="35" y="241"/>
                      </a:cubicBezTo>
                      <a:cubicBezTo>
                        <a:pt x="37" y="242"/>
                        <a:pt x="39" y="243"/>
                        <a:pt x="41" y="244"/>
                      </a:cubicBezTo>
                      <a:cubicBezTo>
                        <a:pt x="46" y="246"/>
                        <a:pt x="50" y="246"/>
                        <a:pt x="55" y="247"/>
                      </a:cubicBezTo>
                      <a:cubicBezTo>
                        <a:pt x="58" y="247"/>
                        <a:pt x="58" y="247"/>
                        <a:pt x="58" y="247"/>
                      </a:cubicBezTo>
                      <a:cubicBezTo>
                        <a:pt x="62" y="246"/>
                        <a:pt x="62" y="246"/>
                        <a:pt x="62" y="246"/>
                      </a:cubicBezTo>
                      <a:cubicBezTo>
                        <a:pt x="63" y="246"/>
                        <a:pt x="64" y="246"/>
                        <a:pt x="65" y="246"/>
                      </a:cubicBezTo>
                      <a:cubicBezTo>
                        <a:pt x="69" y="245"/>
                        <a:pt x="69" y="245"/>
                        <a:pt x="69" y="245"/>
                      </a:cubicBezTo>
                      <a:cubicBezTo>
                        <a:pt x="71" y="245"/>
                        <a:pt x="73" y="244"/>
                        <a:pt x="75" y="243"/>
                      </a:cubicBezTo>
                      <a:cubicBezTo>
                        <a:pt x="77" y="242"/>
                        <a:pt x="79" y="241"/>
                        <a:pt x="81" y="240"/>
                      </a:cubicBezTo>
                      <a:cubicBezTo>
                        <a:pt x="86" y="237"/>
                        <a:pt x="86" y="237"/>
                        <a:pt x="86" y="237"/>
                      </a:cubicBezTo>
                      <a:cubicBezTo>
                        <a:pt x="90" y="242"/>
                        <a:pt x="90" y="242"/>
                        <a:pt x="90" y="242"/>
                      </a:cubicBezTo>
                      <a:cubicBezTo>
                        <a:pt x="94" y="247"/>
                        <a:pt x="94" y="247"/>
                        <a:pt x="94" y="247"/>
                      </a:cubicBezTo>
                      <a:cubicBezTo>
                        <a:pt x="95" y="249"/>
                        <a:pt x="97" y="251"/>
                        <a:pt x="98" y="252"/>
                      </a:cubicBezTo>
                      <a:cubicBezTo>
                        <a:pt x="100" y="255"/>
                        <a:pt x="100" y="255"/>
                        <a:pt x="100" y="255"/>
                      </a:cubicBezTo>
                      <a:cubicBezTo>
                        <a:pt x="101" y="255"/>
                        <a:pt x="102" y="256"/>
                        <a:pt x="103" y="257"/>
                      </a:cubicBezTo>
                      <a:cubicBezTo>
                        <a:pt x="104" y="258"/>
                        <a:pt x="106" y="260"/>
                        <a:pt x="108" y="261"/>
                      </a:cubicBezTo>
                      <a:cubicBezTo>
                        <a:pt x="113" y="264"/>
                        <a:pt x="113" y="264"/>
                        <a:pt x="113" y="264"/>
                      </a:cubicBezTo>
                      <a:cubicBezTo>
                        <a:pt x="119" y="267"/>
                        <a:pt x="119" y="267"/>
                        <a:pt x="119" y="267"/>
                      </a:cubicBezTo>
                      <a:cubicBezTo>
                        <a:pt x="120" y="268"/>
                        <a:pt x="123" y="268"/>
                        <a:pt x="124" y="269"/>
                      </a:cubicBezTo>
                      <a:cubicBezTo>
                        <a:pt x="127" y="270"/>
                        <a:pt x="127" y="270"/>
                        <a:pt x="127" y="270"/>
                      </a:cubicBezTo>
                      <a:cubicBezTo>
                        <a:pt x="130" y="271"/>
                        <a:pt x="130" y="271"/>
                        <a:pt x="130" y="271"/>
                      </a:cubicBezTo>
                      <a:cubicBezTo>
                        <a:pt x="133" y="271"/>
                        <a:pt x="135" y="272"/>
                        <a:pt x="137" y="272"/>
                      </a:cubicBezTo>
                      <a:cubicBezTo>
                        <a:pt x="143" y="272"/>
                        <a:pt x="143" y="272"/>
                        <a:pt x="143" y="272"/>
                      </a:cubicBezTo>
                      <a:cubicBezTo>
                        <a:pt x="144" y="272"/>
                        <a:pt x="148" y="272"/>
                        <a:pt x="149" y="272"/>
                      </a:cubicBezTo>
                      <a:cubicBezTo>
                        <a:pt x="152" y="271"/>
                        <a:pt x="152" y="271"/>
                        <a:pt x="152" y="271"/>
                      </a:cubicBezTo>
                      <a:cubicBezTo>
                        <a:pt x="153" y="271"/>
                        <a:pt x="154" y="271"/>
                        <a:pt x="155" y="270"/>
                      </a:cubicBezTo>
                      <a:cubicBezTo>
                        <a:pt x="157" y="270"/>
                        <a:pt x="159" y="269"/>
                        <a:pt x="161" y="269"/>
                      </a:cubicBezTo>
                      <a:cubicBezTo>
                        <a:pt x="163" y="268"/>
                        <a:pt x="165" y="267"/>
                        <a:pt x="166" y="266"/>
                      </a:cubicBezTo>
                      <a:cubicBezTo>
                        <a:pt x="169" y="265"/>
                        <a:pt x="169" y="265"/>
                        <a:pt x="169" y="265"/>
                      </a:cubicBezTo>
                      <a:cubicBezTo>
                        <a:pt x="172" y="263"/>
                        <a:pt x="172" y="263"/>
                        <a:pt x="172" y="263"/>
                      </a:cubicBezTo>
                      <a:cubicBezTo>
                        <a:pt x="174" y="262"/>
                        <a:pt x="175" y="261"/>
                        <a:pt x="177" y="260"/>
                      </a:cubicBezTo>
                      <a:cubicBezTo>
                        <a:pt x="182" y="257"/>
                        <a:pt x="182" y="257"/>
                        <a:pt x="182" y="257"/>
                      </a:cubicBezTo>
                      <a:cubicBezTo>
                        <a:pt x="187" y="259"/>
                        <a:pt x="187" y="259"/>
                        <a:pt x="187" y="259"/>
                      </a:cubicBezTo>
                      <a:cubicBezTo>
                        <a:pt x="195" y="263"/>
                        <a:pt x="195" y="263"/>
                        <a:pt x="195" y="263"/>
                      </a:cubicBezTo>
                      <a:cubicBezTo>
                        <a:pt x="198" y="265"/>
                        <a:pt x="201" y="265"/>
                        <a:pt x="204" y="266"/>
                      </a:cubicBezTo>
                      <a:cubicBezTo>
                        <a:pt x="207" y="267"/>
                        <a:pt x="210" y="268"/>
                        <a:pt x="213" y="269"/>
                      </a:cubicBezTo>
                      <a:cubicBezTo>
                        <a:pt x="223" y="271"/>
                        <a:pt x="223" y="271"/>
                        <a:pt x="223" y="271"/>
                      </a:cubicBezTo>
                      <a:cubicBezTo>
                        <a:pt x="226" y="271"/>
                        <a:pt x="229" y="271"/>
                        <a:pt x="232" y="271"/>
                      </a:cubicBezTo>
                      <a:cubicBezTo>
                        <a:pt x="234" y="271"/>
                        <a:pt x="234" y="271"/>
                        <a:pt x="234" y="271"/>
                      </a:cubicBezTo>
                      <a:cubicBezTo>
                        <a:pt x="236" y="271"/>
                        <a:pt x="236" y="271"/>
                        <a:pt x="236" y="271"/>
                      </a:cubicBezTo>
                      <a:cubicBezTo>
                        <a:pt x="236" y="271"/>
                        <a:pt x="236" y="271"/>
                        <a:pt x="236" y="271"/>
                      </a:cubicBezTo>
                      <a:cubicBezTo>
                        <a:pt x="236" y="271"/>
                        <a:pt x="236" y="271"/>
                        <a:pt x="236" y="271"/>
                      </a:cubicBezTo>
                      <a:cubicBezTo>
                        <a:pt x="237" y="271"/>
                        <a:pt x="237" y="271"/>
                        <a:pt x="237" y="271"/>
                      </a:cubicBezTo>
                      <a:cubicBezTo>
                        <a:pt x="237" y="271"/>
                        <a:pt x="237" y="271"/>
                        <a:pt x="237" y="271"/>
                      </a:cubicBezTo>
                      <a:cubicBezTo>
                        <a:pt x="235" y="271"/>
                        <a:pt x="236" y="271"/>
                        <a:pt x="236" y="271"/>
                      </a:cubicBezTo>
                      <a:cubicBezTo>
                        <a:pt x="236" y="271"/>
                        <a:pt x="236" y="271"/>
                        <a:pt x="236" y="271"/>
                      </a:cubicBezTo>
                      <a:cubicBezTo>
                        <a:pt x="241" y="271"/>
                        <a:pt x="241" y="271"/>
                        <a:pt x="241" y="271"/>
                      </a:cubicBezTo>
                      <a:cubicBezTo>
                        <a:pt x="246" y="271"/>
                        <a:pt x="246" y="271"/>
                        <a:pt x="246" y="271"/>
                      </a:cubicBezTo>
                      <a:cubicBezTo>
                        <a:pt x="248" y="270"/>
                        <a:pt x="250" y="270"/>
                        <a:pt x="251" y="270"/>
                      </a:cubicBezTo>
                      <a:cubicBezTo>
                        <a:pt x="260" y="268"/>
                        <a:pt x="260" y="268"/>
                        <a:pt x="260" y="268"/>
                      </a:cubicBezTo>
                      <a:cubicBezTo>
                        <a:pt x="263" y="268"/>
                        <a:pt x="266" y="266"/>
                        <a:pt x="269" y="266"/>
                      </a:cubicBezTo>
                      <a:cubicBezTo>
                        <a:pt x="270" y="265"/>
                        <a:pt x="272" y="265"/>
                        <a:pt x="273" y="264"/>
                      </a:cubicBezTo>
                      <a:cubicBezTo>
                        <a:pt x="278" y="262"/>
                        <a:pt x="278" y="262"/>
                        <a:pt x="278" y="262"/>
                      </a:cubicBezTo>
                      <a:cubicBezTo>
                        <a:pt x="282" y="260"/>
                        <a:pt x="282" y="260"/>
                        <a:pt x="282" y="260"/>
                      </a:cubicBezTo>
                      <a:cubicBezTo>
                        <a:pt x="284" y="259"/>
                        <a:pt x="284" y="259"/>
                        <a:pt x="284" y="259"/>
                      </a:cubicBezTo>
                      <a:cubicBezTo>
                        <a:pt x="286" y="258"/>
                        <a:pt x="286" y="258"/>
                        <a:pt x="286" y="258"/>
                      </a:cubicBezTo>
                      <a:cubicBezTo>
                        <a:pt x="294" y="253"/>
                        <a:pt x="294" y="253"/>
                        <a:pt x="294" y="253"/>
                      </a:cubicBezTo>
                      <a:cubicBezTo>
                        <a:pt x="297" y="251"/>
                        <a:pt x="299" y="249"/>
                        <a:pt x="302" y="247"/>
                      </a:cubicBezTo>
                      <a:cubicBezTo>
                        <a:pt x="304" y="246"/>
                        <a:pt x="306" y="243"/>
                        <a:pt x="309" y="241"/>
                      </a:cubicBezTo>
                      <a:cubicBezTo>
                        <a:pt x="311" y="239"/>
                        <a:pt x="313" y="237"/>
                        <a:pt x="315" y="234"/>
                      </a:cubicBezTo>
                      <a:cubicBezTo>
                        <a:pt x="321" y="227"/>
                        <a:pt x="321" y="227"/>
                        <a:pt x="321" y="227"/>
                      </a:cubicBezTo>
                      <a:cubicBezTo>
                        <a:pt x="329" y="218"/>
                        <a:pt x="329" y="218"/>
                        <a:pt x="329" y="218"/>
                      </a:cubicBezTo>
                      <a:cubicBezTo>
                        <a:pt x="338" y="227"/>
                        <a:pt x="338" y="227"/>
                        <a:pt x="338" y="227"/>
                      </a:cubicBezTo>
                      <a:cubicBezTo>
                        <a:pt x="340" y="230"/>
                        <a:pt x="343" y="232"/>
                        <a:pt x="345" y="235"/>
                      </a:cubicBezTo>
                      <a:cubicBezTo>
                        <a:pt x="348" y="237"/>
                        <a:pt x="351" y="240"/>
                        <a:pt x="354" y="242"/>
                      </a:cubicBezTo>
                      <a:cubicBezTo>
                        <a:pt x="358" y="245"/>
                        <a:pt x="358" y="245"/>
                        <a:pt x="358" y="245"/>
                      </a:cubicBezTo>
                      <a:cubicBezTo>
                        <a:pt x="360" y="247"/>
                        <a:pt x="360" y="247"/>
                        <a:pt x="360" y="247"/>
                      </a:cubicBezTo>
                      <a:cubicBezTo>
                        <a:pt x="363" y="248"/>
                        <a:pt x="363" y="248"/>
                        <a:pt x="363" y="248"/>
                      </a:cubicBezTo>
                      <a:cubicBezTo>
                        <a:pt x="366" y="250"/>
                        <a:pt x="369" y="252"/>
                        <a:pt x="372" y="253"/>
                      </a:cubicBezTo>
                      <a:cubicBezTo>
                        <a:pt x="377" y="255"/>
                        <a:pt x="377" y="255"/>
                        <a:pt x="377" y="255"/>
                      </a:cubicBezTo>
                      <a:cubicBezTo>
                        <a:pt x="379" y="256"/>
                        <a:pt x="381" y="256"/>
                        <a:pt x="382" y="257"/>
                      </a:cubicBezTo>
                      <a:cubicBezTo>
                        <a:pt x="387" y="258"/>
                        <a:pt x="387" y="258"/>
                        <a:pt x="387" y="258"/>
                      </a:cubicBezTo>
                      <a:cubicBezTo>
                        <a:pt x="393" y="259"/>
                        <a:pt x="393" y="259"/>
                        <a:pt x="393" y="259"/>
                      </a:cubicBezTo>
                      <a:cubicBezTo>
                        <a:pt x="395" y="260"/>
                        <a:pt x="396" y="260"/>
                        <a:pt x="398" y="260"/>
                      </a:cubicBezTo>
                      <a:cubicBezTo>
                        <a:pt x="403" y="261"/>
                        <a:pt x="403" y="261"/>
                        <a:pt x="403" y="261"/>
                      </a:cubicBezTo>
                      <a:cubicBezTo>
                        <a:pt x="406" y="261"/>
                        <a:pt x="406" y="261"/>
                        <a:pt x="406" y="261"/>
                      </a:cubicBezTo>
                      <a:cubicBezTo>
                        <a:pt x="407" y="261"/>
                        <a:pt x="407" y="261"/>
                        <a:pt x="407" y="261"/>
                      </a:cubicBezTo>
                      <a:cubicBezTo>
                        <a:pt x="407" y="261"/>
                        <a:pt x="407" y="261"/>
                        <a:pt x="407" y="261"/>
                      </a:cubicBezTo>
                      <a:cubicBezTo>
                        <a:pt x="407" y="261"/>
                        <a:pt x="407" y="261"/>
                        <a:pt x="407" y="261"/>
                      </a:cubicBezTo>
                      <a:cubicBezTo>
                        <a:pt x="407" y="261"/>
                        <a:pt x="407" y="261"/>
                        <a:pt x="407" y="261"/>
                      </a:cubicBezTo>
                      <a:cubicBezTo>
                        <a:pt x="407" y="261"/>
                        <a:pt x="407" y="261"/>
                        <a:pt x="407" y="261"/>
                      </a:cubicBezTo>
                      <a:cubicBezTo>
                        <a:pt x="407" y="261"/>
                        <a:pt x="407" y="261"/>
                        <a:pt x="407" y="261"/>
                      </a:cubicBezTo>
                      <a:cubicBezTo>
                        <a:pt x="409" y="261"/>
                        <a:pt x="409" y="261"/>
                        <a:pt x="409" y="261"/>
                      </a:cubicBezTo>
                      <a:cubicBezTo>
                        <a:pt x="411" y="261"/>
                        <a:pt x="413" y="261"/>
                        <a:pt x="414" y="261"/>
                      </a:cubicBezTo>
                      <a:cubicBezTo>
                        <a:pt x="416" y="260"/>
                        <a:pt x="418" y="260"/>
                        <a:pt x="420" y="260"/>
                      </a:cubicBezTo>
                      <a:cubicBezTo>
                        <a:pt x="425" y="259"/>
                        <a:pt x="425" y="259"/>
                        <a:pt x="425" y="259"/>
                      </a:cubicBezTo>
                      <a:cubicBezTo>
                        <a:pt x="430" y="258"/>
                        <a:pt x="430" y="258"/>
                        <a:pt x="430" y="258"/>
                      </a:cubicBezTo>
                      <a:cubicBezTo>
                        <a:pt x="435" y="256"/>
                        <a:pt x="435" y="256"/>
                        <a:pt x="435" y="256"/>
                      </a:cubicBezTo>
                      <a:cubicBezTo>
                        <a:pt x="439" y="255"/>
                        <a:pt x="442" y="254"/>
                        <a:pt x="445" y="252"/>
                      </a:cubicBezTo>
                      <a:cubicBezTo>
                        <a:pt x="449" y="251"/>
                        <a:pt x="452" y="249"/>
                        <a:pt x="455" y="247"/>
                      </a:cubicBezTo>
                      <a:cubicBezTo>
                        <a:pt x="456" y="246"/>
                        <a:pt x="458" y="245"/>
                        <a:pt x="459" y="244"/>
                      </a:cubicBezTo>
                      <a:cubicBezTo>
                        <a:pt x="461" y="243"/>
                        <a:pt x="462" y="242"/>
                        <a:pt x="464" y="241"/>
                      </a:cubicBezTo>
                      <a:cubicBezTo>
                        <a:pt x="465" y="240"/>
                        <a:pt x="467" y="239"/>
                        <a:pt x="468" y="237"/>
                      </a:cubicBezTo>
                      <a:cubicBezTo>
                        <a:pt x="470" y="236"/>
                        <a:pt x="471" y="235"/>
                        <a:pt x="472" y="234"/>
                      </a:cubicBezTo>
                      <a:cubicBezTo>
                        <a:pt x="475" y="231"/>
                        <a:pt x="477" y="228"/>
                        <a:pt x="480" y="225"/>
                      </a:cubicBezTo>
                      <a:cubicBezTo>
                        <a:pt x="482" y="223"/>
                        <a:pt x="484" y="220"/>
                        <a:pt x="486" y="217"/>
                      </a:cubicBezTo>
                      <a:cubicBezTo>
                        <a:pt x="492" y="208"/>
                        <a:pt x="492" y="208"/>
                        <a:pt x="492" y="208"/>
                      </a:cubicBezTo>
                      <a:cubicBezTo>
                        <a:pt x="499" y="214"/>
                        <a:pt x="499" y="214"/>
                        <a:pt x="499" y="214"/>
                      </a:cubicBezTo>
                      <a:cubicBezTo>
                        <a:pt x="503" y="217"/>
                        <a:pt x="506" y="220"/>
                        <a:pt x="510" y="222"/>
                      </a:cubicBezTo>
                      <a:cubicBezTo>
                        <a:pt x="514" y="224"/>
                        <a:pt x="519" y="225"/>
                        <a:pt x="523" y="226"/>
                      </a:cubicBezTo>
                      <a:cubicBezTo>
                        <a:pt x="526" y="227"/>
                        <a:pt x="526" y="227"/>
                        <a:pt x="526" y="227"/>
                      </a:cubicBezTo>
                      <a:cubicBezTo>
                        <a:pt x="527" y="227"/>
                        <a:pt x="528" y="227"/>
                        <a:pt x="530" y="227"/>
                      </a:cubicBezTo>
                      <a:cubicBezTo>
                        <a:pt x="530" y="227"/>
                        <a:pt x="530" y="227"/>
                        <a:pt x="530" y="227"/>
                      </a:cubicBezTo>
                      <a:cubicBezTo>
                        <a:pt x="531" y="227"/>
                        <a:pt x="531" y="227"/>
                        <a:pt x="531" y="227"/>
                      </a:cubicBezTo>
                      <a:cubicBezTo>
                        <a:pt x="531" y="228"/>
                        <a:pt x="531" y="228"/>
                        <a:pt x="531" y="228"/>
                      </a:cubicBezTo>
                      <a:cubicBezTo>
                        <a:pt x="531" y="227"/>
                        <a:pt x="531" y="228"/>
                        <a:pt x="531" y="228"/>
                      </a:cubicBezTo>
                      <a:cubicBezTo>
                        <a:pt x="531" y="228"/>
                        <a:pt x="531" y="228"/>
                        <a:pt x="531" y="228"/>
                      </a:cubicBezTo>
                      <a:cubicBezTo>
                        <a:pt x="531" y="228"/>
                        <a:pt x="531" y="228"/>
                        <a:pt x="531" y="228"/>
                      </a:cubicBezTo>
                      <a:cubicBezTo>
                        <a:pt x="533" y="227"/>
                        <a:pt x="533" y="227"/>
                        <a:pt x="533" y="227"/>
                      </a:cubicBezTo>
                      <a:cubicBezTo>
                        <a:pt x="537" y="227"/>
                        <a:pt x="537" y="227"/>
                        <a:pt x="537" y="227"/>
                      </a:cubicBezTo>
                      <a:cubicBezTo>
                        <a:pt x="539" y="227"/>
                        <a:pt x="541" y="227"/>
                        <a:pt x="543" y="227"/>
                      </a:cubicBezTo>
                      <a:cubicBezTo>
                        <a:pt x="545" y="226"/>
                        <a:pt x="548" y="226"/>
                        <a:pt x="550" y="225"/>
                      </a:cubicBezTo>
                      <a:cubicBezTo>
                        <a:pt x="554" y="223"/>
                        <a:pt x="558" y="221"/>
                        <a:pt x="562" y="219"/>
                      </a:cubicBezTo>
                      <a:cubicBezTo>
                        <a:pt x="566" y="216"/>
                        <a:pt x="570" y="213"/>
                        <a:pt x="573" y="209"/>
                      </a:cubicBezTo>
                      <a:cubicBezTo>
                        <a:pt x="575" y="207"/>
                        <a:pt x="575" y="207"/>
                        <a:pt x="575" y="207"/>
                      </a:cubicBezTo>
                      <a:cubicBezTo>
                        <a:pt x="578" y="204"/>
                        <a:pt x="578" y="204"/>
                        <a:pt x="578" y="204"/>
                      </a:cubicBezTo>
                      <a:cubicBezTo>
                        <a:pt x="579" y="202"/>
                        <a:pt x="580" y="200"/>
                        <a:pt x="582" y="198"/>
                      </a:cubicBezTo>
                      <a:cubicBezTo>
                        <a:pt x="583" y="196"/>
                        <a:pt x="584" y="193"/>
                        <a:pt x="585" y="191"/>
                      </a:cubicBezTo>
                      <a:cubicBezTo>
                        <a:pt x="586" y="189"/>
                        <a:pt x="587" y="187"/>
                        <a:pt x="588" y="184"/>
                      </a:cubicBezTo>
                      <a:cubicBezTo>
                        <a:pt x="589" y="180"/>
                        <a:pt x="590" y="175"/>
                        <a:pt x="590" y="170"/>
                      </a:cubicBezTo>
                      <a:cubicBezTo>
                        <a:pt x="591" y="166"/>
                        <a:pt x="591" y="166"/>
                        <a:pt x="591" y="166"/>
                      </a:cubicBezTo>
                      <a:cubicBezTo>
                        <a:pt x="591" y="165"/>
                        <a:pt x="591" y="164"/>
                        <a:pt x="591" y="162"/>
                      </a:cubicBezTo>
                      <a:cubicBezTo>
                        <a:pt x="591" y="158"/>
                        <a:pt x="591" y="158"/>
                        <a:pt x="591" y="158"/>
                      </a:cubicBezTo>
                      <a:cubicBezTo>
                        <a:pt x="590" y="155"/>
                        <a:pt x="590" y="155"/>
                        <a:pt x="590" y="155"/>
                      </a:cubicBezTo>
                      <a:cubicBezTo>
                        <a:pt x="590" y="150"/>
                        <a:pt x="589" y="145"/>
                        <a:pt x="587" y="140"/>
                      </a:cubicBezTo>
                      <a:cubicBezTo>
                        <a:pt x="586" y="138"/>
                        <a:pt x="585" y="136"/>
                        <a:pt x="584" y="133"/>
                      </a:cubicBezTo>
                      <a:cubicBezTo>
                        <a:pt x="583" y="131"/>
                        <a:pt x="582" y="129"/>
                        <a:pt x="581" y="127"/>
                      </a:cubicBezTo>
                      <a:cubicBezTo>
                        <a:pt x="580" y="124"/>
                        <a:pt x="578" y="122"/>
                        <a:pt x="577" y="120"/>
                      </a:cubicBezTo>
                      <a:cubicBezTo>
                        <a:pt x="574" y="117"/>
                        <a:pt x="574" y="117"/>
                        <a:pt x="574" y="117"/>
                      </a:cubicBezTo>
                      <a:cubicBezTo>
                        <a:pt x="572" y="115"/>
                        <a:pt x="572" y="115"/>
                        <a:pt x="572" y="115"/>
                      </a:cubicBezTo>
                      <a:cubicBezTo>
                        <a:pt x="568" y="111"/>
                        <a:pt x="564" y="108"/>
                        <a:pt x="560" y="105"/>
                      </a:cubicBezTo>
                      <a:cubicBezTo>
                        <a:pt x="555" y="103"/>
                        <a:pt x="551" y="100"/>
                        <a:pt x="546" y="99"/>
                      </a:cubicBezTo>
                      <a:cubicBezTo>
                        <a:pt x="541" y="98"/>
                        <a:pt x="536" y="97"/>
                        <a:pt x="531" y="97"/>
                      </a:cubicBezTo>
                      <a:close/>
                      <a:moveTo>
                        <a:pt x="531" y="95"/>
                      </a:moveTo>
                      <a:cubicBezTo>
                        <a:pt x="536" y="95"/>
                        <a:pt x="542" y="95"/>
                        <a:pt x="547" y="97"/>
                      </a:cubicBezTo>
                      <a:cubicBezTo>
                        <a:pt x="552" y="98"/>
                        <a:pt x="557" y="100"/>
                        <a:pt x="561" y="103"/>
                      </a:cubicBezTo>
                      <a:cubicBezTo>
                        <a:pt x="566" y="106"/>
                        <a:pt x="570" y="109"/>
                        <a:pt x="574" y="113"/>
                      </a:cubicBezTo>
                      <a:cubicBezTo>
                        <a:pt x="577" y="115"/>
                        <a:pt x="577" y="115"/>
                        <a:pt x="577" y="115"/>
                      </a:cubicBezTo>
                      <a:cubicBezTo>
                        <a:pt x="579" y="118"/>
                        <a:pt x="579" y="118"/>
                        <a:pt x="579" y="118"/>
                      </a:cubicBezTo>
                      <a:cubicBezTo>
                        <a:pt x="581" y="120"/>
                        <a:pt x="582" y="122"/>
                        <a:pt x="584" y="125"/>
                      </a:cubicBezTo>
                      <a:cubicBezTo>
                        <a:pt x="585" y="127"/>
                        <a:pt x="587" y="129"/>
                        <a:pt x="588" y="131"/>
                      </a:cubicBezTo>
                      <a:cubicBezTo>
                        <a:pt x="589" y="134"/>
                        <a:pt x="590" y="136"/>
                        <a:pt x="591" y="139"/>
                      </a:cubicBezTo>
                      <a:cubicBezTo>
                        <a:pt x="593" y="144"/>
                        <a:pt x="595" y="149"/>
                        <a:pt x="596" y="154"/>
                      </a:cubicBezTo>
                      <a:cubicBezTo>
                        <a:pt x="596" y="158"/>
                        <a:pt x="596" y="158"/>
                        <a:pt x="596" y="158"/>
                      </a:cubicBezTo>
                      <a:cubicBezTo>
                        <a:pt x="597" y="162"/>
                        <a:pt x="597" y="162"/>
                        <a:pt x="597" y="162"/>
                      </a:cubicBezTo>
                      <a:cubicBezTo>
                        <a:pt x="597" y="163"/>
                        <a:pt x="597" y="165"/>
                        <a:pt x="597" y="166"/>
                      </a:cubicBezTo>
                      <a:cubicBezTo>
                        <a:pt x="597" y="170"/>
                        <a:pt x="597" y="170"/>
                        <a:pt x="597" y="170"/>
                      </a:cubicBezTo>
                      <a:cubicBezTo>
                        <a:pt x="597" y="176"/>
                        <a:pt x="596" y="181"/>
                        <a:pt x="595" y="186"/>
                      </a:cubicBezTo>
                      <a:cubicBezTo>
                        <a:pt x="594" y="189"/>
                        <a:pt x="593" y="192"/>
                        <a:pt x="592" y="194"/>
                      </a:cubicBezTo>
                      <a:cubicBezTo>
                        <a:pt x="591" y="197"/>
                        <a:pt x="591" y="199"/>
                        <a:pt x="589" y="202"/>
                      </a:cubicBezTo>
                      <a:cubicBezTo>
                        <a:pt x="588" y="204"/>
                        <a:pt x="587" y="207"/>
                        <a:pt x="585" y="209"/>
                      </a:cubicBezTo>
                      <a:cubicBezTo>
                        <a:pt x="583" y="212"/>
                        <a:pt x="583" y="212"/>
                        <a:pt x="583" y="212"/>
                      </a:cubicBezTo>
                      <a:cubicBezTo>
                        <a:pt x="581" y="216"/>
                        <a:pt x="581" y="216"/>
                        <a:pt x="581" y="216"/>
                      </a:cubicBezTo>
                      <a:cubicBezTo>
                        <a:pt x="577" y="220"/>
                        <a:pt x="573" y="224"/>
                        <a:pt x="569" y="228"/>
                      </a:cubicBezTo>
                      <a:cubicBezTo>
                        <a:pt x="565" y="231"/>
                        <a:pt x="560" y="234"/>
                        <a:pt x="554" y="237"/>
                      </a:cubicBezTo>
                      <a:cubicBezTo>
                        <a:pt x="552" y="238"/>
                        <a:pt x="549" y="239"/>
                        <a:pt x="546" y="239"/>
                      </a:cubicBezTo>
                      <a:cubicBezTo>
                        <a:pt x="544" y="240"/>
                        <a:pt x="540" y="241"/>
                        <a:pt x="538" y="241"/>
                      </a:cubicBezTo>
                      <a:cubicBezTo>
                        <a:pt x="534" y="242"/>
                        <a:pt x="534" y="242"/>
                        <a:pt x="534" y="242"/>
                      </a:cubicBezTo>
                      <a:cubicBezTo>
                        <a:pt x="532" y="242"/>
                        <a:pt x="532" y="242"/>
                        <a:pt x="532" y="242"/>
                      </a:cubicBezTo>
                      <a:cubicBezTo>
                        <a:pt x="531" y="242"/>
                        <a:pt x="531" y="242"/>
                        <a:pt x="531" y="242"/>
                      </a:cubicBezTo>
                      <a:cubicBezTo>
                        <a:pt x="531" y="242"/>
                        <a:pt x="531" y="242"/>
                        <a:pt x="531" y="242"/>
                      </a:cubicBezTo>
                      <a:cubicBezTo>
                        <a:pt x="530" y="242"/>
                        <a:pt x="530" y="242"/>
                        <a:pt x="530" y="242"/>
                      </a:cubicBezTo>
                      <a:cubicBezTo>
                        <a:pt x="529" y="242"/>
                        <a:pt x="529" y="242"/>
                        <a:pt x="529" y="242"/>
                      </a:cubicBezTo>
                      <a:cubicBezTo>
                        <a:pt x="528" y="242"/>
                        <a:pt x="526" y="242"/>
                        <a:pt x="525" y="242"/>
                      </a:cubicBezTo>
                      <a:cubicBezTo>
                        <a:pt x="520" y="241"/>
                        <a:pt x="520" y="241"/>
                        <a:pt x="520" y="241"/>
                      </a:cubicBezTo>
                      <a:cubicBezTo>
                        <a:pt x="515" y="241"/>
                        <a:pt x="509" y="239"/>
                        <a:pt x="503" y="237"/>
                      </a:cubicBezTo>
                      <a:cubicBezTo>
                        <a:pt x="498" y="234"/>
                        <a:pt x="493" y="231"/>
                        <a:pt x="488" y="228"/>
                      </a:cubicBezTo>
                      <a:cubicBezTo>
                        <a:pt x="501" y="226"/>
                        <a:pt x="501" y="226"/>
                        <a:pt x="501" y="226"/>
                      </a:cubicBezTo>
                      <a:cubicBezTo>
                        <a:pt x="499" y="229"/>
                        <a:pt x="497" y="233"/>
                        <a:pt x="494" y="237"/>
                      </a:cubicBezTo>
                      <a:cubicBezTo>
                        <a:pt x="491" y="240"/>
                        <a:pt x="489" y="243"/>
                        <a:pt x="486" y="247"/>
                      </a:cubicBezTo>
                      <a:cubicBezTo>
                        <a:pt x="484" y="248"/>
                        <a:pt x="482" y="250"/>
                        <a:pt x="481" y="251"/>
                      </a:cubicBezTo>
                      <a:cubicBezTo>
                        <a:pt x="479" y="253"/>
                        <a:pt x="478" y="254"/>
                        <a:pt x="476" y="256"/>
                      </a:cubicBezTo>
                      <a:cubicBezTo>
                        <a:pt x="474" y="257"/>
                        <a:pt x="473" y="258"/>
                        <a:pt x="471" y="260"/>
                      </a:cubicBezTo>
                      <a:cubicBezTo>
                        <a:pt x="469" y="261"/>
                        <a:pt x="467" y="262"/>
                        <a:pt x="466" y="264"/>
                      </a:cubicBezTo>
                      <a:cubicBezTo>
                        <a:pt x="462" y="266"/>
                        <a:pt x="458" y="268"/>
                        <a:pt x="454" y="270"/>
                      </a:cubicBezTo>
                      <a:cubicBezTo>
                        <a:pt x="450" y="272"/>
                        <a:pt x="446" y="274"/>
                        <a:pt x="442" y="275"/>
                      </a:cubicBezTo>
                      <a:cubicBezTo>
                        <a:pt x="440" y="276"/>
                        <a:pt x="438" y="277"/>
                        <a:pt x="436" y="278"/>
                      </a:cubicBezTo>
                      <a:cubicBezTo>
                        <a:pt x="429" y="279"/>
                        <a:pt x="429" y="279"/>
                        <a:pt x="429" y="279"/>
                      </a:cubicBezTo>
                      <a:cubicBezTo>
                        <a:pt x="422" y="280"/>
                        <a:pt x="422" y="280"/>
                        <a:pt x="422" y="280"/>
                      </a:cubicBezTo>
                      <a:cubicBezTo>
                        <a:pt x="420" y="281"/>
                        <a:pt x="418" y="281"/>
                        <a:pt x="416" y="281"/>
                      </a:cubicBezTo>
                      <a:cubicBezTo>
                        <a:pt x="413" y="281"/>
                        <a:pt x="411" y="281"/>
                        <a:pt x="409" y="282"/>
                      </a:cubicBezTo>
                      <a:cubicBezTo>
                        <a:pt x="408" y="282"/>
                        <a:pt x="408" y="282"/>
                        <a:pt x="408" y="282"/>
                      </a:cubicBezTo>
                      <a:cubicBezTo>
                        <a:pt x="408" y="282"/>
                        <a:pt x="408" y="282"/>
                        <a:pt x="408" y="282"/>
                      </a:cubicBezTo>
                      <a:cubicBezTo>
                        <a:pt x="407" y="282"/>
                        <a:pt x="407" y="282"/>
                        <a:pt x="407" y="282"/>
                      </a:cubicBezTo>
                      <a:cubicBezTo>
                        <a:pt x="407" y="282"/>
                        <a:pt x="407" y="282"/>
                        <a:pt x="407" y="282"/>
                      </a:cubicBezTo>
                      <a:cubicBezTo>
                        <a:pt x="406" y="282"/>
                        <a:pt x="406" y="282"/>
                        <a:pt x="406" y="282"/>
                      </a:cubicBezTo>
                      <a:cubicBezTo>
                        <a:pt x="402" y="281"/>
                        <a:pt x="402" y="281"/>
                        <a:pt x="402" y="281"/>
                      </a:cubicBezTo>
                      <a:cubicBezTo>
                        <a:pt x="396" y="281"/>
                        <a:pt x="396" y="281"/>
                        <a:pt x="396" y="281"/>
                      </a:cubicBezTo>
                      <a:cubicBezTo>
                        <a:pt x="394" y="281"/>
                        <a:pt x="391" y="280"/>
                        <a:pt x="389" y="280"/>
                      </a:cubicBezTo>
                      <a:cubicBezTo>
                        <a:pt x="383" y="279"/>
                        <a:pt x="383" y="279"/>
                        <a:pt x="383" y="279"/>
                      </a:cubicBezTo>
                      <a:cubicBezTo>
                        <a:pt x="376" y="277"/>
                        <a:pt x="376" y="277"/>
                        <a:pt x="376" y="277"/>
                      </a:cubicBezTo>
                      <a:cubicBezTo>
                        <a:pt x="374" y="276"/>
                        <a:pt x="372" y="276"/>
                        <a:pt x="370" y="275"/>
                      </a:cubicBezTo>
                      <a:cubicBezTo>
                        <a:pt x="364" y="272"/>
                        <a:pt x="364" y="272"/>
                        <a:pt x="364" y="272"/>
                      </a:cubicBezTo>
                      <a:cubicBezTo>
                        <a:pt x="359" y="271"/>
                        <a:pt x="356" y="268"/>
                        <a:pt x="352" y="266"/>
                      </a:cubicBezTo>
                      <a:cubicBezTo>
                        <a:pt x="349" y="265"/>
                        <a:pt x="349" y="265"/>
                        <a:pt x="349" y="265"/>
                      </a:cubicBezTo>
                      <a:cubicBezTo>
                        <a:pt x="346" y="263"/>
                        <a:pt x="346" y="263"/>
                        <a:pt x="346" y="263"/>
                      </a:cubicBezTo>
                      <a:cubicBezTo>
                        <a:pt x="341" y="259"/>
                        <a:pt x="341" y="259"/>
                        <a:pt x="341" y="259"/>
                      </a:cubicBezTo>
                      <a:cubicBezTo>
                        <a:pt x="337" y="256"/>
                        <a:pt x="334" y="253"/>
                        <a:pt x="331" y="250"/>
                      </a:cubicBezTo>
                      <a:cubicBezTo>
                        <a:pt x="328" y="247"/>
                        <a:pt x="325" y="244"/>
                        <a:pt x="322" y="241"/>
                      </a:cubicBezTo>
                      <a:cubicBezTo>
                        <a:pt x="338" y="240"/>
                        <a:pt x="338" y="240"/>
                        <a:pt x="338" y="240"/>
                      </a:cubicBezTo>
                      <a:cubicBezTo>
                        <a:pt x="331" y="249"/>
                        <a:pt x="331" y="249"/>
                        <a:pt x="331" y="249"/>
                      </a:cubicBezTo>
                      <a:cubicBezTo>
                        <a:pt x="329" y="252"/>
                        <a:pt x="326" y="254"/>
                        <a:pt x="323" y="257"/>
                      </a:cubicBezTo>
                      <a:cubicBezTo>
                        <a:pt x="320" y="259"/>
                        <a:pt x="318" y="262"/>
                        <a:pt x="315" y="264"/>
                      </a:cubicBezTo>
                      <a:cubicBezTo>
                        <a:pt x="312" y="266"/>
                        <a:pt x="309" y="268"/>
                        <a:pt x="306" y="270"/>
                      </a:cubicBezTo>
                      <a:cubicBezTo>
                        <a:pt x="296" y="276"/>
                        <a:pt x="296" y="276"/>
                        <a:pt x="296" y="276"/>
                      </a:cubicBezTo>
                      <a:cubicBezTo>
                        <a:pt x="293" y="277"/>
                        <a:pt x="293" y="277"/>
                        <a:pt x="293" y="277"/>
                      </a:cubicBezTo>
                      <a:cubicBezTo>
                        <a:pt x="291" y="278"/>
                        <a:pt x="291" y="278"/>
                        <a:pt x="291" y="278"/>
                      </a:cubicBezTo>
                      <a:cubicBezTo>
                        <a:pt x="286" y="281"/>
                        <a:pt x="286" y="281"/>
                        <a:pt x="286" y="281"/>
                      </a:cubicBezTo>
                      <a:cubicBezTo>
                        <a:pt x="281" y="283"/>
                        <a:pt x="281" y="283"/>
                        <a:pt x="281" y="283"/>
                      </a:cubicBezTo>
                      <a:cubicBezTo>
                        <a:pt x="279" y="284"/>
                        <a:pt x="277" y="284"/>
                        <a:pt x="275" y="285"/>
                      </a:cubicBezTo>
                      <a:cubicBezTo>
                        <a:pt x="272" y="286"/>
                        <a:pt x="268" y="287"/>
                        <a:pt x="264" y="288"/>
                      </a:cubicBezTo>
                      <a:cubicBezTo>
                        <a:pt x="253" y="290"/>
                        <a:pt x="253" y="290"/>
                        <a:pt x="253" y="290"/>
                      </a:cubicBezTo>
                      <a:cubicBezTo>
                        <a:pt x="251" y="290"/>
                        <a:pt x="249" y="290"/>
                        <a:pt x="248" y="290"/>
                      </a:cubicBezTo>
                      <a:cubicBezTo>
                        <a:pt x="242" y="290"/>
                        <a:pt x="242" y="290"/>
                        <a:pt x="242" y="290"/>
                      </a:cubicBezTo>
                      <a:cubicBezTo>
                        <a:pt x="237" y="291"/>
                        <a:pt x="237" y="291"/>
                        <a:pt x="237" y="291"/>
                      </a:cubicBezTo>
                      <a:cubicBezTo>
                        <a:pt x="237" y="291"/>
                        <a:pt x="237" y="291"/>
                        <a:pt x="237" y="291"/>
                      </a:cubicBezTo>
                      <a:cubicBezTo>
                        <a:pt x="237" y="291"/>
                        <a:pt x="237" y="291"/>
                        <a:pt x="237" y="291"/>
                      </a:cubicBezTo>
                      <a:cubicBezTo>
                        <a:pt x="236" y="291"/>
                        <a:pt x="236" y="291"/>
                        <a:pt x="236" y="291"/>
                      </a:cubicBezTo>
                      <a:cubicBezTo>
                        <a:pt x="236" y="291"/>
                        <a:pt x="236" y="291"/>
                        <a:pt x="236" y="291"/>
                      </a:cubicBezTo>
                      <a:cubicBezTo>
                        <a:pt x="235" y="291"/>
                        <a:pt x="235" y="291"/>
                        <a:pt x="235" y="291"/>
                      </a:cubicBezTo>
                      <a:cubicBezTo>
                        <a:pt x="234" y="291"/>
                        <a:pt x="234" y="291"/>
                        <a:pt x="234" y="291"/>
                      </a:cubicBezTo>
                      <a:cubicBezTo>
                        <a:pt x="231" y="290"/>
                        <a:pt x="231" y="290"/>
                        <a:pt x="231" y="290"/>
                      </a:cubicBezTo>
                      <a:cubicBezTo>
                        <a:pt x="227" y="290"/>
                        <a:pt x="224" y="290"/>
                        <a:pt x="220" y="289"/>
                      </a:cubicBezTo>
                      <a:cubicBezTo>
                        <a:pt x="209" y="287"/>
                        <a:pt x="209" y="287"/>
                        <a:pt x="209" y="287"/>
                      </a:cubicBezTo>
                      <a:cubicBezTo>
                        <a:pt x="205" y="287"/>
                        <a:pt x="202" y="285"/>
                        <a:pt x="198" y="284"/>
                      </a:cubicBezTo>
                      <a:cubicBezTo>
                        <a:pt x="195" y="283"/>
                        <a:pt x="191" y="282"/>
                        <a:pt x="188" y="280"/>
                      </a:cubicBezTo>
                      <a:cubicBezTo>
                        <a:pt x="178" y="275"/>
                        <a:pt x="178" y="275"/>
                        <a:pt x="178" y="275"/>
                      </a:cubicBezTo>
                      <a:cubicBezTo>
                        <a:pt x="188" y="274"/>
                        <a:pt x="188" y="274"/>
                        <a:pt x="188" y="274"/>
                      </a:cubicBezTo>
                      <a:cubicBezTo>
                        <a:pt x="186" y="276"/>
                        <a:pt x="184" y="278"/>
                        <a:pt x="181" y="279"/>
                      </a:cubicBezTo>
                      <a:cubicBezTo>
                        <a:pt x="179" y="280"/>
                        <a:pt x="177" y="281"/>
                        <a:pt x="174" y="282"/>
                      </a:cubicBezTo>
                      <a:cubicBezTo>
                        <a:pt x="172" y="284"/>
                        <a:pt x="169" y="284"/>
                        <a:pt x="167" y="285"/>
                      </a:cubicBezTo>
                      <a:cubicBezTo>
                        <a:pt x="164" y="286"/>
                        <a:pt x="161" y="287"/>
                        <a:pt x="159" y="287"/>
                      </a:cubicBezTo>
                      <a:cubicBezTo>
                        <a:pt x="157" y="288"/>
                        <a:pt x="156" y="288"/>
                        <a:pt x="155" y="288"/>
                      </a:cubicBezTo>
                      <a:cubicBezTo>
                        <a:pt x="150" y="289"/>
                        <a:pt x="150" y="289"/>
                        <a:pt x="150" y="289"/>
                      </a:cubicBezTo>
                      <a:cubicBezTo>
                        <a:pt x="147" y="289"/>
                        <a:pt x="146" y="289"/>
                        <a:pt x="143" y="289"/>
                      </a:cubicBezTo>
                      <a:cubicBezTo>
                        <a:pt x="135" y="288"/>
                        <a:pt x="135" y="288"/>
                        <a:pt x="135" y="288"/>
                      </a:cubicBezTo>
                      <a:cubicBezTo>
                        <a:pt x="133" y="288"/>
                        <a:pt x="133" y="288"/>
                        <a:pt x="133" y="288"/>
                      </a:cubicBezTo>
                      <a:cubicBezTo>
                        <a:pt x="131" y="288"/>
                        <a:pt x="131" y="288"/>
                        <a:pt x="131" y="288"/>
                      </a:cubicBezTo>
                      <a:cubicBezTo>
                        <a:pt x="127" y="287"/>
                        <a:pt x="127" y="287"/>
                        <a:pt x="127" y="287"/>
                      </a:cubicBezTo>
                      <a:cubicBezTo>
                        <a:pt x="123" y="286"/>
                        <a:pt x="123" y="286"/>
                        <a:pt x="123" y="286"/>
                      </a:cubicBezTo>
                      <a:cubicBezTo>
                        <a:pt x="119" y="284"/>
                        <a:pt x="119" y="284"/>
                        <a:pt x="119" y="284"/>
                      </a:cubicBezTo>
                      <a:cubicBezTo>
                        <a:pt x="117" y="283"/>
                        <a:pt x="114" y="283"/>
                        <a:pt x="112" y="281"/>
                      </a:cubicBezTo>
                      <a:cubicBezTo>
                        <a:pt x="110" y="280"/>
                        <a:pt x="107" y="279"/>
                        <a:pt x="105" y="277"/>
                      </a:cubicBezTo>
                      <a:cubicBezTo>
                        <a:pt x="99" y="273"/>
                        <a:pt x="99" y="273"/>
                        <a:pt x="99" y="273"/>
                      </a:cubicBezTo>
                      <a:cubicBezTo>
                        <a:pt x="96" y="271"/>
                        <a:pt x="95" y="269"/>
                        <a:pt x="93" y="268"/>
                      </a:cubicBezTo>
                      <a:cubicBezTo>
                        <a:pt x="92" y="267"/>
                        <a:pt x="91" y="266"/>
                        <a:pt x="90" y="265"/>
                      </a:cubicBezTo>
                      <a:cubicBezTo>
                        <a:pt x="87" y="262"/>
                        <a:pt x="87" y="262"/>
                        <a:pt x="87" y="262"/>
                      </a:cubicBezTo>
                      <a:cubicBezTo>
                        <a:pt x="86" y="260"/>
                        <a:pt x="84" y="258"/>
                        <a:pt x="83" y="256"/>
                      </a:cubicBezTo>
                      <a:cubicBezTo>
                        <a:pt x="78" y="249"/>
                        <a:pt x="78" y="249"/>
                        <a:pt x="78" y="249"/>
                      </a:cubicBezTo>
                      <a:cubicBezTo>
                        <a:pt x="88" y="252"/>
                        <a:pt x="88" y="252"/>
                        <a:pt x="88" y="252"/>
                      </a:cubicBezTo>
                      <a:cubicBezTo>
                        <a:pt x="85" y="253"/>
                        <a:pt x="83" y="254"/>
                        <a:pt x="80" y="255"/>
                      </a:cubicBezTo>
                      <a:cubicBezTo>
                        <a:pt x="77" y="256"/>
                        <a:pt x="74" y="257"/>
                        <a:pt x="71" y="258"/>
                      </a:cubicBezTo>
                      <a:cubicBezTo>
                        <a:pt x="67" y="258"/>
                        <a:pt x="67" y="258"/>
                        <a:pt x="67" y="258"/>
                      </a:cubicBezTo>
                      <a:cubicBezTo>
                        <a:pt x="65" y="259"/>
                        <a:pt x="64" y="259"/>
                        <a:pt x="63" y="259"/>
                      </a:cubicBezTo>
                      <a:cubicBezTo>
                        <a:pt x="61" y="259"/>
                        <a:pt x="61" y="259"/>
                        <a:pt x="61" y="259"/>
                      </a:cubicBezTo>
                      <a:cubicBezTo>
                        <a:pt x="60" y="259"/>
                        <a:pt x="60" y="259"/>
                        <a:pt x="60" y="259"/>
                      </a:cubicBezTo>
                      <a:cubicBezTo>
                        <a:pt x="59" y="259"/>
                        <a:pt x="59" y="259"/>
                        <a:pt x="59" y="259"/>
                      </a:cubicBezTo>
                      <a:cubicBezTo>
                        <a:pt x="59" y="259"/>
                        <a:pt x="59" y="259"/>
                        <a:pt x="59" y="259"/>
                      </a:cubicBezTo>
                      <a:cubicBezTo>
                        <a:pt x="58" y="259"/>
                        <a:pt x="58" y="259"/>
                        <a:pt x="58" y="259"/>
                      </a:cubicBezTo>
                      <a:cubicBezTo>
                        <a:pt x="58" y="259"/>
                        <a:pt x="58" y="259"/>
                        <a:pt x="58" y="259"/>
                      </a:cubicBezTo>
                      <a:cubicBezTo>
                        <a:pt x="58" y="259"/>
                        <a:pt x="58" y="259"/>
                        <a:pt x="58" y="259"/>
                      </a:cubicBezTo>
                      <a:cubicBezTo>
                        <a:pt x="54" y="258"/>
                        <a:pt x="54" y="258"/>
                        <a:pt x="54" y="258"/>
                      </a:cubicBezTo>
                      <a:cubicBezTo>
                        <a:pt x="48" y="258"/>
                        <a:pt x="42" y="256"/>
                        <a:pt x="37" y="254"/>
                      </a:cubicBezTo>
                      <a:cubicBezTo>
                        <a:pt x="34" y="253"/>
                        <a:pt x="32" y="251"/>
                        <a:pt x="29" y="250"/>
                      </a:cubicBezTo>
                      <a:cubicBezTo>
                        <a:pt x="27" y="248"/>
                        <a:pt x="25" y="247"/>
                        <a:pt x="23" y="245"/>
                      </a:cubicBezTo>
                      <a:cubicBezTo>
                        <a:pt x="18" y="241"/>
                        <a:pt x="15" y="237"/>
                        <a:pt x="11" y="232"/>
                      </a:cubicBezTo>
                      <a:cubicBezTo>
                        <a:pt x="8" y="228"/>
                        <a:pt x="6" y="222"/>
                        <a:pt x="4" y="217"/>
                      </a:cubicBezTo>
                      <a:cubicBezTo>
                        <a:pt x="2" y="212"/>
                        <a:pt x="1" y="207"/>
                        <a:pt x="0" y="201"/>
                      </a:cubicBezTo>
                      <a:cubicBezTo>
                        <a:pt x="0" y="198"/>
                        <a:pt x="0" y="196"/>
                        <a:pt x="0" y="193"/>
                      </a:cubicBezTo>
                      <a:cubicBezTo>
                        <a:pt x="0" y="190"/>
                        <a:pt x="0" y="187"/>
                        <a:pt x="0" y="185"/>
                      </a:cubicBezTo>
                      <a:cubicBezTo>
                        <a:pt x="1" y="179"/>
                        <a:pt x="2" y="174"/>
                        <a:pt x="4" y="169"/>
                      </a:cubicBezTo>
                      <a:cubicBezTo>
                        <a:pt x="5" y="166"/>
                        <a:pt x="6" y="164"/>
                        <a:pt x="7" y="161"/>
                      </a:cubicBezTo>
                      <a:cubicBezTo>
                        <a:pt x="8" y="159"/>
                        <a:pt x="10" y="156"/>
                        <a:pt x="11" y="154"/>
                      </a:cubicBezTo>
                      <a:cubicBezTo>
                        <a:pt x="14" y="149"/>
                        <a:pt x="18" y="145"/>
                        <a:pt x="22" y="142"/>
                      </a:cubicBezTo>
                      <a:cubicBezTo>
                        <a:pt x="26" y="138"/>
                        <a:pt x="31" y="135"/>
                        <a:pt x="36" y="133"/>
                      </a:cubicBezTo>
                      <a:cubicBezTo>
                        <a:pt x="41" y="130"/>
                        <a:pt x="46" y="129"/>
                        <a:pt x="52" y="128"/>
                      </a:cubicBezTo>
                      <a:cubicBezTo>
                        <a:pt x="57" y="128"/>
                        <a:pt x="63" y="127"/>
                        <a:pt x="68" y="129"/>
                      </a:cubicBezTo>
                      <a:cubicBezTo>
                        <a:pt x="74" y="130"/>
                        <a:pt x="79" y="131"/>
                        <a:pt x="84" y="134"/>
                      </a:cubicBezTo>
                      <a:cubicBezTo>
                        <a:pt x="89" y="137"/>
                        <a:pt x="93" y="140"/>
                        <a:pt x="97" y="144"/>
                      </a:cubicBezTo>
                      <a:cubicBezTo>
                        <a:pt x="93" y="144"/>
                        <a:pt x="93" y="144"/>
                        <a:pt x="93" y="144"/>
                      </a:cubicBezTo>
                      <a:cubicBezTo>
                        <a:pt x="97" y="139"/>
                        <a:pt x="97" y="139"/>
                        <a:pt x="97" y="139"/>
                      </a:cubicBezTo>
                      <a:cubicBezTo>
                        <a:pt x="102" y="135"/>
                        <a:pt x="102" y="135"/>
                        <a:pt x="102" y="135"/>
                      </a:cubicBezTo>
                      <a:cubicBezTo>
                        <a:pt x="107" y="131"/>
                        <a:pt x="107" y="131"/>
                        <a:pt x="107" y="131"/>
                      </a:cubicBezTo>
                      <a:cubicBezTo>
                        <a:pt x="113" y="128"/>
                        <a:pt x="113" y="128"/>
                        <a:pt x="113" y="128"/>
                      </a:cubicBezTo>
                      <a:cubicBezTo>
                        <a:pt x="111" y="131"/>
                        <a:pt x="111" y="131"/>
                        <a:pt x="111" y="131"/>
                      </a:cubicBezTo>
                      <a:cubicBezTo>
                        <a:pt x="111" y="125"/>
                        <a:pt x="112" y="118"/>
                        <a:pt x="113" y="112"/>
                      </a:cubicBezTo>
                      <a:cubicBezTo>
                        <a:pt x="114" y="105"/>
                        <a:pt x="116" y="99"/>
                        <a:pt x="118" y="92"/>
                      </a:cubicBezTo>
                      <a:cubicBezTo>
                        <a:pt x="122" y="83"/>
                        <a:pt x="122" y="83"/>
                        <a:pt x="122" y="83"/>
                      </a:cubicBezTo>
                      <a:cubicBezTo>
                        <a:pt x="123" y="80"/>
                        <a:pt x="125" y="77"/>
                        <a:pt x="126" y="74"/>
                      </a:cubicBezTo>
                      <a:cubicBezTo>
                        <a:pt x="127" y="70"/>
                        <a:pt x="129" y="68"/>
                        <a:pt x="131" y="65"/>
                      </a:cubicBezTo>
                      <a:cubicBezTo>
                        <a:pt x="133" y="62"/>
                        <a:pt x="134" y="59"/>
                        <a:pt x="136" y="56"/>
                      </a:cubicBezTo>
                      <a:cubicBezTo>
                        <a:pt x="138" y="53"/>
                        <a:pt x="140" y="51"/>
                        <a:pt x="142" y="48"/>
                      </a:cubicBezTo>
                      <a:cubicBezTo>
                        <a:pt x="149" y="40"/>
                        <a:pt x="149" y="40"/>
                        <a:pt x="149" y="40"/>
                      </a:cubicBezTo>
                      <a:cubicBezTo>
                        <a:pt x="156" y="33"/>
                        <a:pt x="156" y="33"/>
                        <a:pt x="156" y="33"/>
                      </a:cubicBezTo>
                      <a:cubicBezTo>
                        <a:pt x="159" y="31"/>
                        <a:pt x="161" y="29"/>
                        <a:pt x="164" y="26"/>
                      </a:cubicBezTo>
                      <a:cubicBezTo>
                        <a:pt x="167" y="24"/>
                        <a:pt x="170" y="22"/>
                        <a:pt x="172" y="20"/>
                      </a:cubicBezTo>
                      <a:cubicBezTo>
                        <a:pt x="175" y="18"/>
                        <a:pt x="178" y="17"/>
                        <a:pt x="181" y="15"/>
                      </a:cubicBezTo>
                      <a:cubicBezTo>
                        <a:pt x="187" y="12"/>
                        <a:pt x="194" y="9"/>
                        <a:pt x="200" y="7"/>
                      </a:cubicBezTo>
                      <a:cubicBezTo>
                        <a:pt x="210" y="4"/>
                        <a:pt x="210" y="4"/>
                        <a:pt x="210" y="4"/>
                      </a:cubicBezTo>
                      <a:cubicBezTo>
                        <a:pt x="214" y="3"/>
                        <a:pt x="217" y="2"/>
                        <a:pt x="221" y="2"/>
                      </a:cubicBezTo>
                      <a:cubicBezTo>
                        <a:pt x="225" y="1"/>
                        <a:pt x="228" y="1"/>
                        <a:pt x="231" y="1"/>
                      </a:cubicBezTo>
                      <a:cubicBezTo>
                        <a:pt x="236" y="0"/>
                        <a:pt x="236" y="0"/>
                        <a:pt x="236" y="0"/>
                      </a:cubicBezTo>
                      <a:cubicBezTo>
                        <a:pt x="236" y="0"/>
                        <a:pt x="236" y="0"/>
                        <a:pt x="236" y="0"/>
                      </a:cubicBezTo>
                      <a:cubicBezTo>
                        <a:pt x="237" y="0"/>
                        <a:pt x="237" y="0"/>
                        <a:pt x="237" y="0"/>
                      </a:cubicBezTo>
                      <a:cubicBezTo>
                        <a:pt x="238" y="0"/>
                        <a:pt x="238" y="0"/>
                        <a:pt x="238" y="0"/>
                      </a:cubicBezTo>
                      <a:cubicBezTo>
                        <a:pt x="239" y="0"/>
                        <a:pt x="239" y="0"/>
                        <a:pt x="239" y="0"/>
                      </a:cubicBezTo>
                      <a:cubicBezTo>
                        <a:pt x="242" y="0"/>
                        <a:pt x="242" y="0"/>
                        <a:pt x="242" y="0"/>
                      </a:cubicBezTo>
                      <a:cubicBezTo>
                        <a:pt x="249" y="1"/>
                        <a:pt x="255" y="2"/>
                        <a:pt x="262" y="3"/>
                      </a:cubicBezTo>
                      <a:cubicBezTo>
                        <a:pt x="269" y="5"/>
                        <a:pt x="276" y="7"/>
                        <a:pt x="282" y="9"/>
                      </a:cubicBezTo>
                      <a:cubicBezTo>
                        <a:pt x="286" y="10"/>
                        <a:pt x="289" y="12"/>
                        <a:pt x="292" y="14"/>
                      </a:cubicBezTo>
                      <a:cubicBezTo>
                        <a:pt x="295" y="15"/>
                        <a:pt x="298" y="17"/>
                        <a:pt x="301" y="19"/>
                      </a:cubicBezTo>
                      <a:cubicBezTo>
                        <a:pt x="307" y="22"/>
                        <a:pt x="312" y="27"/>
                        <a:pt x="318" y="31"/>
                      </a:cubicBezTo>
                      <a:cubicBezTo>
                        <a:pt x="323" y="36"/>
                        <a:pt x="328" y="41"/>
                        <a:pt x="332" y="46"/>
                      </a:cubicBezTo>
                      <a:cubicBezTo>
                        <a:pt x="336" y="51"/>
                        <a:pt x="340" y="57"/>
                        <a:pt x="344" y="63"/>
                      </a:cubicBezTo>
                      <a:cubicBezTo>
                        <a:pt x="332" y="62"/>
                        <a:pt x="332" y="62"/>
                        <a:pt x="332" y="62"/>
                      </a:cubicBezTo>
                      <a:cubicBezTo>
                        <a:pt x="335" y="59"/>
                        <a:pt x="339" y="56"/>
                        <a:pt x="342" y="53"/>
                      </a:cubicBezTo>
                      <a:cubicBezTo>
                        <a:pt x="348" y="49"/>
                        <a:pt x="348" y="49"/>
                        <a:pt x="348" y="49"/>
                      </a:cubicBezTo>
                      <a:cubicBezTo>
                        <a:pt x="350" y="48"/>
                        <a:pt x="352" y="47"/>
                        <a:pt x="354" y="46"/>
                      </a:cubicBezTo>
                      <a:cubicBezTo>
                        <a:pt x="357" y="44"/>
                        <a:pt x="362" y="42"/>
                        <a:pt x="366" y="40"/>
                      </a:cubicBezTo>
                      <a:cubicBezTo>
                        <a:pt x="368" y="39"/>
                        <a:pt x="370" y="39"/>
                        <a:pt x="372" y="38"/>
                      </a:cubicBezTo>
                      <a:cubicBezTo>
                        <a:pt x="374" y="37"/>
                        <a:pt x="376" y="37"/>
                        <a:pt x="378" y="36"/>
                      </a:cubicBezTo>
                      <a:cubicBezTo>
                        <a:pt x="383" y="35"/>
                        <a:pt x="387" y="34"/>
                        <a:pt x="391" y="34"/>
                      </a:cubicBezTo>
                      <a:cubicBezTo>
                        <a:pt x="394" y="34"/>
                        <a:pt x="396" y="33"/>
                        <a:pt x="398" y="33"/>
                      </a:cubicBezTo>
                      <a:cubicBezTo>
                        <a:pt x="404" y="33"/>
                        <a:pt x="404" y="33"/>
                        <a:pt x="404" y="33"/>
                      </a:cubicBezTo>
                      <a:cubicBezTo>
                        <a:pt x="406" y="33"/>
                        <a:pt x="406" y="33"/>
                        <a:pt x="406" y="33"/>
                      </a:cubicBezTo>
                      <a:cubicBezTo>
                        <a:pt x="407" y="33"/>
                        <a:pt x="407" y="33"/>
                        <a:pt x="407" y="33"/>
                      </a:cubicBezTo>
                      <a:cubicBezTo>
                        <a:pt x="407" y="33"/>
                        <a:pt x="407" y="33"/>
                        <a:pt x="407" y="33"/>
                      </a:cubicBezTo>
                      <a:cubicBezTo>
                        <a:pt x="408" y="33"/>
                        <a:pt x="408" y="33"/>
                        <a:pt x="408" y="33"/>
                      </a:cubicBezTo>
                      <a:cubicBezTo>
                        <a:pt x="411" y="33"/>
                        <a:pt x="411" y="33"/>
                        <a:pt x="411" y="33"/>
                      </a:cubicBezTo>
                      <a:cubicBezTo>
                        <a:pt x="413" y="34"/>
                        <a:pt x="415" y="34"/>
                        <a:pt x="417" y="34"/>
                      </a:cubicBezTo>
                      <a:cubicBezTo>
                        <a:pt x="420" y="34"/>
                        <a:pt x="422" y="35"/>
                        <a:pt x="424" y="35"/>
                      </a:cubicBezTo>
                      <a:cubicBezTo>
                        <a:pt x="430" y="37"/>
                        <a:pt x="430" y="37"/>
                        <a:pt x="430" y="37"/>
                      </a:cubicBezTo>
                      <a:cubicBezTo>
                        <a:pt x="434" y="38"/>
                        <a:pt x="438" y="39"/>
                        <a:pt x="442" y="41"/>
                      </a:cubicBezTo>
                      <a:cubicBezTo>
                        <a:pt x="444" y="42"/>
                        <a:pt x="446" y="43"/>
                        <a:pt x="448" y="44"/>
                      </a:cubicBezTo>
                      <a:cubicBezTo>
                        <a:pt x="450" y="45"/>
                        <a:pt x="452" y="45"/>
                        <a:pt x="454" y="47"/>
                      </a:cubicBezTo>
                      <a:cubicBezTo>
                        <a:pt x="456" y="48"/>
                        <a:pt x="458" y="49"/>
                        <a:pt x="459" y="50"/>
                      </a:cubicBezTo>
                      <a:cubicBezTo>
                        <a:pt x="465" y="54"/>
                        <a:pt x="465" y="54"/>
                        <a:pt x="465" y="54"/>
                      </a:cubicBezTo>
                      <a:cubicBezTo>
                        <a:pt x="468" y="56"/>
                        <a:pt x="471" y="59"/>
                        <a:pt x="474" y="62"/>
                      </a:cubicBezTo>
                      <a:cubicBezTo>
                        <a:pt x="476" y="63"/>
                        <a:pt x="478" y="65"/>
                        <a:pt x="479" y="66"/>
                      </a:cubicBezTo>
                      <a:cubicBezTo>
                        <a:pt x="480" y="68"/>
                        <a:pt x="482" y="69"/>
                        <a:pt x="483" y="71"/>
                      </a:cubicBezTo>
                      <a:cubicBezTo>
                        <a:pt x="487" y="76"/>
                        <a:pt x="487" y="76"/>
                        <a:pt x="487" y="76"/>
                      </a:cubicBezTo>
                      <a:cubicBezTo>
                        <a:pt x="491" y="81"/>
                        <a:pt x="491" y="81"/>
                        <a:pt x="491" y="81"/>
                      </a:cubicBezTo>
                      <a:cubicBezTo>
                        <a:pt x="492" y="83"/>
                        <a:pt x="493" y="85"/>
                        <a:pt x="494" y="86"/>
                      </a:cubicBezTo>
                      <a:cubicBezTo>
                        <a:pt x="496" y="88"/>
                        <a:pt x="497" y="90"/>
                        <a:pt x="498" y="92"/>
                      </a:cubicBezTo>
                      <a:cubicBezTo>
                        <a:pt x="500" y="96"/>
                        <a:pt x="502" y="99"/>
                        <a:pt x="503" y="103"/>
                      </a:cubicBezTo>
                      <a:cubicBezTo>
                        <a:pt x="502" y="103"/>
                        <a:pt x="502" y="103"/>
                        <a:pt x="502" y="103"/>
                      </a:cubicBezTo>
                      <a:cubicBezTo>
                        <a:pt x="509" y="99"/>
                        <a:pt x="509" y="99"/>
                        <a:pt x="509" y="99"/>
                      </a:cubicBezTo>
                      <a:cubicBezTo>
                        <a:pt x="511" y="98"/>
                        <a:pt x="513" y="98"/>
                        <a:pt x="516" y="97"/>
                      </a:cubicBezTo>
                      <a:cubicBezTo>
                        <a:pt x="518" y="96"/>
                        <a:pt x="521" y="96"/>
                        <a:pt x="523" y="95"/>
                      </a:cubicBezTo>
                      <a:cubicBezTo>
                        <a:pt x="531" y="95"/>
                        <a:pt x="531" y="95"/>
                        <a:pt x="531" y="9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1121" name="组合 1120">
                <a:extLst>
                  <a:ext uri="{FF2B5EF4-FFF2-40B4-BE49-F238E27FC236}">
                    <a16:creationId xmlns:a16="http://schemas.microsoft.com/office/drawing/2014/main" id="{9EDBCB2E-CCD4-46CF-CED4-24E8CAC068D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177061" y="1825867"/>
                <a:ext cx="900000" cy="974159"/>
                <a:chOff x="5495381" y="-797421"/>
                <a:chExt cx="1147463" cy="1242010"/>
              </a:xfrm>
            </p:grpSpPr>
            <p:sp>
              <p:nvSpPr>
                <p:cNvPr id="532" name="iṧlídè">
                  <a:extLst>
                    <a:ext uri="{FF2B5EF4-FFF2-40B4-BE49-F238E27FC236}">
                      <a16:creationId xmlns:a16="http://schemas.microsoft.com/office/drawing/2014/main" id="{765F8E0A-B620-E39B-B37C-8610BBE01911}"/>
                    </a:ext>
                  </a:extLst>
                </p:cNvPr>
                <p:cNvSpPr/>
                <p:nvPr/>
              </p:nvSpPr>
              <p:spPr bwMode="auto">
                <a:xfrm rot="1207346">
                  <a:off x="5495381" y="-745060"/>
                  <a:ext cx="1147463" cy="1189649"/>
                </a:xfrm>
                <a:custGeom>
                  <a:avLst/>
                  <a:gdLst>
                    <a:gd name="T0" fmla="*/ 851 w 851"/>
                    <a:gd name="T1" fmla="*/ 237 h 883"/>
                    <a:gd name="T2" fmla="*/ 798 w 851"/>
                    <a:gd name="T3" fmla="*/ 221 h 883"/>
                    <a:gd name="T4" fmla="*/ 773 w 851"/>
                    <a:gd name="T5" fmla="*/ 203 h 883"/>
                    <a:gd name="T6" fmla="*/ 654 w 851"/>
                    <a:gd name="T7" fmla="*/ 284 h 883"/>
                    <a:gd name="T8" fmla="*/ 599 w 851"/>
                    <a:gd name="T9" fmla="*/ 345 h 883"/>
                    <a:gd name="T10" fmla="*/ 511 w 851"/>
                    <a:gd name="T11" fmla="*/ 171 h 883"/>
                    <a:gd name="T12" fmla="*/ 274 w 851"/>
                    <a:gd name="T13" fmla="*/ 22 h 883"/>
                    <a:gd name="T14" fmla="*/ 296 w 851"/>
                    <a:gd name="T15" fmla="*/ 169 h 883"/>
                    <a:gd name="T16" fmla="*/ 263 w 851"/>
                    <a:gd name="T17" fmla="*/ 177 h 883"/>
                    <a:gd name="T18" fmla="*/ 69 w 851"/>
                    <a:gd name="T19" fmla="*/ 176 h 883"/>
                    <a:gd name="T20" fmla="*/ 154 w 851"/>
                    <a:gd name="T21" fmla="*/ 315 h 883"/>
                    <a:gd name="T22" fmla="*/ 124 w 851"/>
                    <a:gd name="T23" fmla="*/ 387 h 883"/>
                    <a:gd name="T24" fmla="*/ 269 w 851"/>
                    <a:gd name="T25" fmla="*/ 389 h 883"/>
                    <a:gd name="T26" fmla="*/ 215 w 851"/>
                    <a:gd name="T27" fmla="*/ 451 h 883"/>
                    <a:gd name="T28" fmla="*/ 326 w 851"/>
                    <a:gd name="T29" fmla="*/ 441 h 883"/>
                    <a:gd name="T30" fmla="*/ 292 w 851"/>
                    <a:gd name="T31" fmla="*/ 487 h 883"/>
                    <a:gd name="T32" fmla="*/ 433 w 851"/>
                    <a:gd name="T33" fmla="*/ 475 h 883"/>
                    <a:gd name="T34" fmla="*/ 304 w 851"/>
                    <a:gd name="T35" fmla="*/ 574 h 883"/>
                    <a:gd name="T36" fmla="*/ 170 w 851"/>
                    <a:gd name="T37" fmla="*/ 619 h 883"/>
                    <a:gd name="T38" fmla="*/ 197 w 851"/>
                    <a:gd name="T39" fmla="*/ 646 h 883"/>
                    <a:gd name="T40" fmla="*/ 247 w 851"/>
                    <a:gd name="T41" fmla="*/ 642 h 883"/>
                    <a:gd name="T42" fmla="*/ 207 w 851"/>
                    <a:gd name="T43" fmla="*/ 677 h 883"/>
                    <a:gd name="T44" fmla="*/ 178 w 851"/>
                    <a:gd name="T45" fmla="*/ 719 h 883"/>
                    <a:gd name="T46" fmla="*/ 243 w 851"/>
                    <a:gd name="T47" fmla="*/ 710 h 883"/>
                    <a:gd name="T48" fmla="*/ 264 w 851"/>
                    <a:gd name="T49" fmla="*/ 694 h 883"/>
                    <a:gd name="T50" fmla="*/ 245 w 851"/>
                    <a:gd name="T51" fmla="*/ 757 h 883"/>
                    <a:gd name="T52" fmla="*/ 272 w 851"/>
                    <a:gd name="T53" fmla="*/ 822 h 883"/>
                    <a:gd name="T54" fmla="*/ 284 w 851"/>
                    <a:gd name="T55" fmla="*/ 774 h 883"/>
                    <a:gd name="T56" fmla="*/ 297 w 851"/>
                    <a:gd name="T57" fmla="*/ 737 h 883"/>
                    <a:gd name="T58" fmla="*/ 307 w 851"/>
                    <a:gd name="T59" fmla="*/ 815 h 883"/>
                    <a:gd name="T60" fmla="*/ 358 w 851"/>
                    <a:gd name="T61" fmla="*/ 881 h 883"/>
                    <a:gd name="T62" fmla="*/ 356 w 851"/>
                    <a:gd name="T63" fmla="*/ 761 h 883"/>
                    <a:gd name="T64" fmla="*/ 454 w 851"/>
                    <a:gd name="T65" fmla="*/ 631 h 883"/>
                    <a:gd name="T66" fmla="*/ 739 w 851"/>
                    <a:gd name="T67" fmla="*/ 556 h 883"/>
                    <a:gd name="T68" fmla="*/ 775 w 851"/>
                    <a:gd name="T69" fmla="*/ 336 h 883"/>
                    <a:gd name="T70" fmla="*/ 798 w 851"/>
                    <a:gd name="T71" fmla="*/ 265 h 883"/>
                    <a:gd name="T72" fmla="*/ 800 w 851"/>
                    <a:gd name="T73" fmla="*/ 260 h 883"/>
                    <a:gd name="T74" fmla="*/ 851 w 851"/>
                    <a:gd name="T75" fmla="*/ 237 h 8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851" h="883">
                      <a:moveTo>
                        <a:pt x="851" y="237"/>
                      </a:moveTo>
                      <a:cubicBezTo>
                        <a:pt x="798" y="221"/>
                        <a:pt x="798" y="221"/>
                        <a:pt x="798" y="221"/>
                      </a:cubicBezTo>
                      <a:cubicBezTo>
                        <a:pt x="793" y="214"/>
                        <a:pt x="786" y="207"/>
                        <a:pt x="773" y="203"/>
                      </a:cubicBezTo>
                      <a:cubicBezTo>
                        <a:pt x="724" y="186"/>
                        <a:pt x="697" y="212"/>
                        <a:pt x="654" y="284"/>
                      </a:cubicBezTo>
                      <a:cubicBezTo>
                        <a:pt x="642" y="302"/>
                        <a:pt x="623" y="324"/>
                        <a:pt x="599" y="345"/>
                      </a:cubicBezTo>
                      <a:cubicBezTo>
                        <a:pt x="583" y="306"/>
                        <a:pt x="546" y="221"/>
                        <a:pt x="511" y="171"/>
                      </a:cubicBezTo>
                      <a:cubicBezTo>
                        <a:pt x="465" y="106"/>
                        <a:pt x="351" y="0"/>
                        <a:pt x="274" y="22"/>
                      </a:cubicBezTo>
                      <a:cubicBezTo>
                        <a:pt x="197" y="44"/>
                        <a:pt x="296" y="169"/>
                        <a:pt x="296" y="169"/>
                      </a:cubicBezTo>
                      <a:cubicBezTo>
                        <a:pt x="296" y="169"/>
                        <a:pt x="278" y="170"/>
                        <a:pt x="263" y="177"/>
                      </a:cubicBezTo>
                      <a:cubicBezTo>
                        <a:pt x="191" y="153"/>
                        <a:pt x="112" y="142"/>
                        <a:pt x="69" y="176"/>
                      </a:cubicBezTo>
                      <a:cubicBezTo>
                        <a:pt x="0" y="231"/>
                        <a:pt x="154" y="315"/>
                        <a:pt x="154" y="315"/>
                      </a:cubicBezTo>
                      <a:cubicBezTo>
                        <a:pt x="154" y="315"/>
                        <a:pt x="81" y="352"/>
                        <a:pt x="124" y="387"/>
                      </a:cubicBezTo>
                      <a:cubicBezTo>
                        <a:pt x="166" y="423"/>
                        <a:pt x="269" y="389"/>
                        <a:pt x="269" y="389"/>
                      </a:cubicBezTo>
                      <a:cubicBezTo>
                        <a:pt x="269" y="389"/>
                        <a:pt x="190" y="431"/>
                        <a:pt x="215" y="451"/>
                      </a:cubicBezTo>
                      <a:cubicBezTo>
                        <a:pt x="240" y="471"/>
                        <a:pt x="326" y="441"/>
                        <a:pt x="326" y="441"/>
                      </a:cubicBezTo>
                      <a:cubicBezTo>
                        <a:pt x="326" y="441"/>
                        <a:pt x="275" y="467"/>
                        <a:pt x="292" y="487"/>
                      </a:cubicBezTo>
                      <a:cubicBezTo>
                        <a:pt x="305" y="504"/>
                        <a:pt x="395" y="484"/>
                        <a:pt x="433" y="475"/>
                      </a:cubicBezTo>
                      <a:cubicBezTo>
                        <a:pt x="416" y="494"/>
                        <a:pt x="368" y="544"/>
                        <a:pt x="304" y="574"/>
                      </a:cubicBezTo>
                      <a:cubicBezTo>
                        <a:pt x="226" y="613"/>
                        <a:pt x="173" y="604"/>
                        <a:pt x="170" y="619"/>
                      </a:cubicBezTo>
                      <a:cubicBezTo>
                        <a:pt x="168" y="634"/>
                        <a:pt x="176" y="639"/>
                        <a:pt x="197" y="646"/>
                      </a:cubicBezTo>
                      <a:cubicBezTo>
                        <a:pt x="218" y="652"/>
                        <a:pt x="247" y="642"/>
                        <a:pt x="247" y="642"/>
                      </a:cubicBezTo>
                      <a:cubicBezTo>
                        <a:pt x="247" y="642"/>
                        <a:pt x="223" y="664"/>
                        <a:pt x="207" y="677"/>
                      </a:cubicBezTo>
                      <a:cubicBezTo>
                        <a:pt x="190" y="691"/>
                        <a:pt x="169" y="703"/>
                        <a:pt x="178" y="719"/>
                      </a:cubicBezTo>
                      <a:cubicBezTo>
                        <a:pt x="187" y="734"/>
                        <a:pt x="228" y="717"/>
                        <a:pt x="243" y="710"/>
                      </a:cubicBezTo>
                      <a:cubicBezTo>
                        <a:pt x="257" y="704"/>
                        <a:pt x="264" y="694"/>
                        <a:pt x="264" y="694"/>
                      </a:cubicBezTo>
                      <a:cubicBezTo>
                        <a:pt x="264" y="694"/>
                        <a:pt x="244" y="725"/>
                        <a:pt x="245" y="757"/>
                      </a:cubicBezTo>
                      <a:cubicBezTo>
                        <a:pt x="246" y="789"/>
                        <a:pt x="257" y="820"/>
                        <a:pt x="272" y="822"/>
                      </a:cubicBezTo>
                      <a:cubicBezTo>
                        <a:pt x="287" y="824"/>
                        <a:pt x="280" y="791"/>
                        <a:pt x="284" y="774"/>
                      </a:cubicBezTo>
                      <a:cubicBezTo>
                        <a:pt x="289" y="756"/>
                        <a:pt x="297" y="737"/>
                        <a:pt x="297" y="737"/>
                      </a:cubicBezTo>
                      <a:cubicBezTo>
                        <a:pt x="297" y="737"/>
                        <a:pt x="285" y="769"/>
                        <a:pt x="307" y="815"/>
                      </a:cubicBezTo>
                      <a:cubicBezTo>
                        <a:pt x="329" y="861"/>
                        <a:pt x="345" y="883"/>
                        <a:pt x="358" y="881"/>
                      </a:cubicBezTo>
                      <a:cubicBezTo>
                        <a:pt x="371" y="879"/>
                        <a:pt x="348" y="802"/>
                        <a:pt x="356" y="761"/>
                      </a:cubicBezTo>
                      <a:cubicBezTo>
                        <a:pt x="363" y="719"/>
                        <a:pt x="391" y="647"/>
                        <a:pt x="454" y="631"/>
                      </a:cubicBezTo>
                      <a:cubicBezTo>
                        <a:pt x="517" y="615"/>
                        <a:pt x="670" y="652"/>
                        <a:pt x="739" y="556"/>
                      </a:cubicBezTo>
                      <a:cubicBezTo>
                        <a:pt x="809" y="461"/>
                        <a:pt x="767" y="365"/>
                        <a:pt x="775" y="336"/>
                      </a:cubicBezTo>
                      <a:cubicBezTo>
                        <a:pt x="782" y="308"/>
                        <a:pt x="798" y="265"/>
                        <a:pt x="798" y="265"/>
                      </a:cubicBezTo>
                      <a:cubicBezTo>
                        <a:pt x="798" y="265"/>
                        <a:pt x="799" y="263"/>
                        <a:pt x="800" y="260"/>
                      </a:cubicBezTo>
                      <a:lnTo>
                        <a:pt x="851" y="237"/>
                      </a:lnTo>
                      <a:close/>
                    </a:path>
                  </a:pathLst>
                </a:custGeom>
                <a:solidFill>
                  <a:srgbClr val="79C1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83" name="iṧľïḓê">
                  <a:extLst>
                    <a:ext uri="{FF2B5EF4-FFF2-40B4-BE49-F238E27FC236}">
                      <a16:creationId xmlns:a16="http://schemas.microsoft.com/office/drawing/2014/main" id="{962B4511-3A04-0195-C7AF-EA660120DE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1207346">
                  <a:off x="5672425" y="-530531"/>
                  <a:ext cx="880717" cy="939129"/>
                </a:xfrm>
                <a:custGeom>
                  <a:avLst/>
                  <a:gdLst>
                    <a:gd name="T0" fmla="*/ 486 w 653"/>
                    <a:gd name="T1" fmla="*/ 97 h 697"/>
                    <a:gd name="T2" fmla="*/ 605 w 653"/>
                    <a:gd name="T3" fmla="*/ 17 h 697"/>
                    <a:gd name="T4" fmla="*/ 631 w 653"/>
                    <a:gd name="T5" fmla="*/ 78 h 697"/>
                    <a:gd name="T6" fmla="*/ 607 w 653"/>
                    <a:gd name="T7" fmla="*/ 150 h 697"/>
                    <a:gd name="T8" fmla="*/ 571 w 653"/>
                    <a:gd name="T9" fmla="*/ 370 h 697"/>
                    <a:gd name="T10" fmla="*/ 286 w 653"/>
                    <a:gd name="T11" fmla="*/ 444 h 697"/>
                    <a:gd name="T12" fmla="*/ 188 w 653"/>
                    <a:gd name="T13" fmla="*/ 574 h 697"/>
                    <a:gd name="T14" fmla="*/ 190 w 653"/>
                    <a:gd name="T15" fmla="*/ 694 h 697"/>
                    <a:gd name="T16" fmla="*/ 139 w 653"/>
                    <a:gd name="T17" fmla="*/ 629 h 697"/>
                    <a:gd name="T18" fmla="*/ 129 w 653"/>
                    <a:gd name="T19" fmla="*/ 550 h 697"/>
                    <a:gd name="T20" fmla="*/ 117 w 653"/>
                    <a:gd name="T21" fmla="*/ 587 h 697"/>
                    <a:gd name="T22" fmla="*/ 104 w 653"/>
                    <a:gd name="T23" fmla="*/ 636 h 697"/>
                    <a:gd name="T24" fmla="*/ 77 w 653"/>
                    <a:gd name="T25" fmla="*/ 571 h 697"/>
                    <a:gd name="T26" fmla="*/ 97 w 653"/>
                    <a:gd name="T27" fmla="*/ 508 h 697"/>
                    <a:gd name="T28" fmla="*/ 75 w 653"/>
                    <a:gd name="T29" fmla="*/ 524 h 697"/>
                    <a:gd name="T30" fmla="*/ 11 w 653"/>
                    <a:gd name="T31" fmla="*/ 532 h 697"/>
                    <a:gd name="T32" fmla="*/ 39 w 653"/>
                    <a:gd name="T33" fmla="*/ 491 h 697"/>
                    <a:gd name="T34" fmla="*/ 79 w 653"/>
                    <a:gd name="T35" fmla="*/ 455 h 697"/>
                    <a:gd name="T36" fmla="*/ 29 w 653"/>
                    <a:gd name="T37" fmla="*/ 459 h 697"/>
                    <a:gd name="T38" fmla="*/ 3 w 653"/>
                    <a:gd name="T39" fmla="*/ 433 h 697"/>
                    <a:gd name="T40" fmla="*/ 137 w 653"/>
                    <a:gd name="T41" fmla="*/ 388 h 697"/>
                    <a:gd name="T42" fmla="*/ 272 w 653"/>
                    <a:gd name="T43" fmla="*/ 281 h 697"/>
                    <a:gd name="T44" fmla="*/ 486 w 653"/>
                    <a:gd name="T45" fmla="*/ 97 h 6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653" h="697">
                      <a:moveTo>
                        <a:pt x="486" y="97"/>
                      </a:moveTo>
                      <a:cubicBezTo>
                        <a:pt x="529" y="26"/>
                        <a:pt x="557" y="0"/>
                        <a:pt x="605" y="17"/>
                      </a:cubicBezTo>
                      <a:cubicBezTo>
                        <a:pt x="653" y="34"/>
                        <a:pt x="631" y="78"/>
                        <a:pt x="631" y="78"/>
                      </a:cubicBezTo>
                      <a:cubicBezTo>
                        <a:pt x="631" y="78"/>
                        <a:pt x="615" y="121"/>
                        <a:pt x="607" y="150"/>
                      </a:cubicBezTo>
                      <a:cubicBezTo>
                        <a:pt x="599" y="178"/>
                        <a:pt x="641" y="274"/>
                        <a:pt x="571" y="370"/>
                      </a:cubicBezTo>
                      <a:cubicBezTo>
                        <a:pt x="502" y="466"/>
                        <a:pt x="350" y="429"/>
                        <a:pt x="286" y="444"/>
                      </a:cubicBezTo>
                      <a:cubicBezTo>
                        <a:pt x="223" y="460"/>
                        <a:pt x="195" y="533"/>
                        <a:pt x="188" y="574"/>
                      </a:cubicBezTo>
                      <a:cubicBezTo>
                        <a:pt x="181" y="616"/>
                        <a:pt x="203" y="692"/>
                        <a:pt x="190" y="694"/>
                      </a:cubicBezTo>
                      <a:cubicBezTo>
                        <a:pt x="177" y="697"/>
                        <a:pt x="161" y="674"/>
                        <a:pt x="139" y="629"/>
                      </a:cubicBezTo>
                      <a:cubicBezTo>
                        <a:pt x="117" y="583"/>
                        <a:pt x="129" y="550"/>
                        <a:pt x="129" y="550"/>
                      </a:cubicBezTo>
                      <a:cubicBezTo>
                        <a:pt x="129" y="550"/>
                        <a:pt x="121" y="570"/>
                        <a:pt x="117" y="587"/>
                      </a:cubicBezTo>
                      <a:cubicBezTo>
                        <a:pt x="112" y="605"/>
                        <a:pt x="119" y="638"/>
                        <a:pt x="104" y="636"/>
                      </a:cubicBezTo>
                      <a:cubicBezTo>
                        <a:pt x="90" y="634"/>
                        <a:pt x="78" y="602"/>
                        <a:pt x="77" y="571"/>
                      </a:cubicBezTo>
                      <a:cubicBezTo>
                        <a:pt x="76" y="539"/>
                        <a:pt x="97" y="508"/>
                        <a:pt x="97" y="508"/>
                      </a:cubicBezTo>
                      <a:cubicBezTo>
                        <a:pt x="97" y="508"/>
                        <a:pt x="89" y="518"/>
                        <a:pt x="75" y="524"/>
                      </a:cubicBezTo>
                      <a:cubicBezTo>
                        <a:pt x="61" y="530"/>
                        <a:pt x="19" y="547"/>
                        <a:pt x="11" y="532"/>
                      </a:cubicBezTo>
                      <a:cubicBezTo>
                        <a:pt x="2" y="517"/>
                        <a:pt x="23" y="504"/>
                        <a:pt x="39" y="491"/>
                      </a:cubicBezTo>
                      <a:cubicBezTo>
                        <a:pt x="55" y="478"/>
                        <a:pt x="79" y="455"/>
                        <a:pt x="79" y="455"/>
                      </a:cubicBezTo>
                      <a:cubicBezTo>
                        <a:pt x="79" y="455"/>
                        <a:pt x="50" y="466"/>
                        <a:pt x="29" y="459"/>
                      </a:cubicBezTo>
                      <a:cubicBezTo>
                        <a:pt x="8" y="453"/>
                        <a:pt x="0" y="448"/>
                        <a:pt x="3" y="433"/>
                      </a:cubicBezTo>
                      <a:cubicBezTo>
                        <a:pt x="5" y="417"/>
                        <a:pt x="58" y="426"/>
                        <a:pt x="137" y="388"/>
                      </a:cubicBezTo>
                      <a:cubicBezTo>
                        <a:pt x="216" y="350"/>
                        <a:pt x="272" y="281"/>
                        <a:pt x="272" y="281"/>
                      </a:cubicBezTo>
                      <a:cubicBezTo>
                        <a:pt x="272" y="281"/>
                        <a:pt x="443" y="169"/>
                        <a:pt x="486" y="9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grpSp>
              <p:nvGrpSpPr>
                <p:cNvPr id="1120" name="组合 1119">
                  <a:extLst>
                    <a:ext uri="{FF2B5EF4-FFF2-40B4-BE49-F238E27FC236}">
                      <a16:creationId xmlns:a16="http://schemas.microsoft.com/office/drawing/2014/main" id="{E5D8DC89-3985-2289-E7F3-2FCA36D0F08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565273" y="-797421"/>
                  <a:ext cx="1021912" cy="1113795"/>
                  <a:chOff x="5565273" y="-797421"/>
                  <a:chExt cx="1021912" cy="1113795"/>
                </a:xfrm>
              </p:grpSpPr>
              <p:sp>
                <p:nvSpPr>
                  <p:cNvPr id="582" name="îsliḍe">
                    <a:extLst>
                      <a:ext uri="{FF2B5EF4-FFF2-40B4-BE49-F238E27FC236}">
                        <a16:creationId xmlns:a16="http://schemas.microsoft.com/office/drawing/2014/main" id="{97ED8B2B-7352-885F-C866-807FCA8C4117}"/>
                      </a:ext>
                    </a:extLst>
                  </p:cNvPr>
                  <p:cNvSpPr/>
                  <p:nvPr/>
                </p:nvSpPr>
                <p:spPr bwMode="auto">
                  <a:xfrm rot="1207346">
                    <a:off x="5871341" y="-797421"/>
                    <a:ext cx="554261" cy="555559"/>
                  </a:xfrm>
                  <a:custGeom>
                    <a:avLst/>
                    <a:gdLst>
                      <a:gd name="T0" fmla="*/ 411 w 411"/>
                      <a:gd name="T1" fmla="*/ 365 h 412"/>
                      <a:gd name="T2" fmla="*/ 314 w 411"/>
                      <a:gd name="T3" fmla="*/ 171 h 412"/>
                      <a:gd name="T4" fmla="*/ 77 w 411"/>
                      <a:gd name="T5" fmla="*/ 22 h 412"/>
                      <a:gd name="T6" fmla="*/ 100 w 411"/>
                      <a:gd name="T7" fmla="*/ 168 h 412"/>
                      <a:gd name="T8" fmla="*/ 50 w 411"/>
                      <a:gd name="T9" fmla="*/ 218 h 412"/>
                      <a:gd name="T10" fmla="*/ 171 w 411"/>
                      <a:gd name="T11" fmla="*/ 270 h 412"/>
                      <a:gd name="T12" fmla="*/ 104 w 411"/>
                      <a:gd name="T13" fmla="*/ 303 h 412"/>
                      <a:gd name="T14" fmla="*/ 201 w 411"/>
                      <a:gd name="T15" fmla="*/ 333 h 412"/>
                      <a:gd name="T16" fmla="*/ 156 w 411"/>
                      <a:gd name="T17" fmla="*/ 360 h 412"/>
                      <a:gd name="T18" fmla="*/ 295 w 411"/>
                      <a:gd name="T19" fmla="*/ 401 h 412"/>
                      <a:gd name="T20" fmla="*/ 359 w 411"/>
                      <a:gd name="T21" fmla="*/ 412 h 4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411" h="412">
                        <a:moveTo>
                          <a:pt x="411" y="365"/>
                        </a:moveTo>
                        <a:cubicBezTo>
                          <a:pt x="411" y="365"/>
                          <a:pt x="361" y="236"/>
                          <a:pt x="314" y="171"/>
                        </a:cubicBezTo>
                        <a:cubicBezTo>
                          <a:pt x="268" y="106"/>
                          <a:pt x="154" y="0"/>
                          <a:pt x="77" y="22"/>
                        </a:cubicBezTo>
                        <a:cubicBezTo>
                          <a:pt x="0" y="44"/>
                          <a:pt x="100" y="168"/>
                          <a:pt x="100" y="168"/>
                        </a:cubicBezTo>
                        <a:cubicBezTo>
                          <a:pt x="100" y="168"/>
                          <a:pt x="27" y="174"/>
                          <a:pt x="50" y="218"/>
                        </a:cubicBezTo>
                        <a:cubicBezTo>
                          <a:pt x="73" y="262"/>
                          <a:pt x="171" y="270"/>
                          <a:pt x="171" y="270"/>
                        </a:cubicBezTo>
                        <a:cubicBezTo>
                          <a:pt x="171" y="270"/>
                          <a:pt x="90" y="278"/>
                          <a:pt x="104" y="303"/>
                        </a:cubicBezTo>
                        <a:cubicBezTo>
                          <a:pt x="118" y="328"/>
                          <a:pt x="201" y="333"/>
                          <a:pt x="201" y="333"/>
                        </a:cubicBezTo>
                        <a:cubicBezTo>
                          <a:pt x="201" y="333"/>
                          <a:pt x="149" y="337"/>
                          <a:pt x="156" y="360"/>
                        </a:cubicBezTo>
                        <a:cubicBezTo>
                          <a:pt x="162" y="384"/>
                          <a:pt x="295" y="401"/>
                          <a:pt x="295" y="401"/>
                        </a:cubicBezTo>
                        <a:cubicBezTo>
                          <a:pt x="359" y="412"/>
                          <a:pt x="359" y="412"/>
                          <a:pt x="359" y="412"/>
                        </a:cubicBezTo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4" name="îṧļïḓe">
                    <a:extLst>
                      <a:ext uri="{FF2B5EF4-FFF2-40B4-BE49-F238E27FC236}">
                        <a16:creationId xmlns:a16="http://schemas.microsoft.com/office/drawing/2014/main" id="{63DD553B-AD5E-83BA-0517-461CED517C92}"/>
                      </a:ext>
                    </a:extLst>
                  </p:cNvPr>
                  <p:cNvSpPr/>
                  <p:nvPr/>
                </p:nvSpPr>
                <p:spPr bwMode="auto">
                  <a:xfrm rot="1207346">
                    <a:off x="5565273" y="-701301"/>
                    <a:ext cx="746370" cy="521161"/>
                  </a:xfrm>
                  <a:custGeom>
                    <a:avLst/>
                    <a:gdLst>
                      <a:gd name="T0" fmla="*/ 520 w 553"/>
                      <a:gd name="T1" fmla="*/ 333 h 387"/>
                      <a:gd name="T2" fmla="*/ 451 w 553"/>
                      <a:gd name="T3" fmla="*/ 349 h 387"/>
                      <a:gd name="T4" fmla="*/ 292 w 553"/>
                      <a:gd name="T5" fmla="*/ 366 h 387"/>
                      <a:gd name="T6" fmla="*/ 327 w 553"/>
                      <a:gd name="T7" fmla="*/ 319 h 387"/>
                      <a:gd name="T8" fmla="*/ 215 w 553"/>
                      <a:gd name="T9" fmla="*/ 329 h 387"/>
                      <a:gd name="T10" fmla="*/ 269 w 553"/>
                      <a:gd name="T11" fmla="*/ 268 h 387"/>
                      <a:gd name="T12" fmla="*/ 124 w 553"/>
                      <a:gd name="T13" fmla="*/ 266 h 387"/>
                      <a:gd name="T14" fmla="*/ 154 w 553"/>
                      <a:gd name="T15" fmla="*/ 194 h 387"/>
                      <a:gd name="T16" fmla="*/ 69 w 553"/>
                      <a:gd name="T17" fmla="*/ 55 h 387"/>
                      <a:gd name="T18" fmla="*/ 374 w 553"/>
                      <a:gd name="T19" fmla="*/ 107 h 387"/>
                      <a:gd name="T20" fmla="*/ 553 w 553"/>
                      <a:gd name="T21" fmla="*/ 263 h 38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553" h="387">
                        <a:moveTo>
                          <a:pt x="520" y="333"/>
                        </a:moveTo>
                        <a:cubicBezTo>
                          <a:pt x="451" y="349"/>
                          <a:pt x="451" y="349"/>
                          <a:pt x="451" y="349"/>
                        </a:cubicBezTo>
                        <a:cubicBezTo>
                          <a:pt x="451" y="349"/>
                          <a:pt x="309" y="387"/>
                          <a:pt x="292" y="366"/>
                        </a:cubicBezTo>
                        <a:cubicBezTo>
                          <a:pt x="275" y="345"/>
                          <a:pt x="327" y="319"/>
                          <a:pt x="327" y="319"/>
                        </a:cubicBezTo>
                        <a:cubicBezTo>
                          <a:pt x="327" y="319"/>
                          <a:pt x="240" y="349"/>
                          <a:pt x="215" y="329"/>
                        </a:cubicBezTo>
                        <a:cubicBezTo>
                          <a:pt x="190" y="310"/>
                          <a:pt x="269" y="268"/>
                          <a:pt x="269" y="268"/>
                        </a:cubicBezTo>
                        <a:cubicBezTo>
                          <a:pt x="269" y="268"/>
                          <a:pt x="166" y="301"/>
                          <a:pt x="124" y="266"/>
                        </a:cubicBezTo>
                        <a:cubicBezTo>
                          <a:pt x="82" y="230"/>
                          <a:pt x="154" y="194"/>
                          <a:pt x="154" y="194"/>
                        </a:cubicBezTo>
                        <a:cubicBezTo>
                          <a:pt x="154" y="194"/>
                          <a:pt x="0" y="110"/>
                          <a:pt x="69" y="55"/>
                        </a:cubicBezTo>
                        <a:cubicBezTo>
                          <a:pt x="138" y="0"/>
                          <a:pt x="299" y="60"/>
                          <a:pt x="374" y="107"/>
                        </a:cubicBezTo>
                        <a:cubicBezTo>
                          <a:pt x="448" y="153"/>
                          <a:pt x="553" y="263"/>
                          <a:pt x="553" y="263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5" name="íslídé">
                    <a:extLst>
                      <a:ext uri="{FF2B5EF4-FFF2-40B4-BE49-F238E27FC236}">
                        <a16:creationId xmlns:a16="http://schemas.microsoft.com/office/drawing/2014/main" id="{A43AE7C2-7BB4-5ED6-2F8C-FCD32B97AD0E}"/>
                      </a:ext>
                    </a:extLst>
                  </p:cNvPr>
                  <p:cNvSpPr/>
                  <p:nvPr/>
                </p:nvSpPr>
                <p:spPr bwMode="auto">
                  <a:xfrm rot="1207346">
                    <a:off x="6554734" y="-338215"/>
                    <a:ext cx="32451" cy="32451"/>
                  </a:xfrm>
                  <a:custGeom>
                    <a:avLst/>
                    <a:gdLst>
                      <a:gd name="T0" fmla="*/ 23 w 24"/>
                      <a:gd name="T1" fmla="*/ 11 h 24"/>
                      <a:gd name="T2" fmla="*/ 13 w 24"/>
                      <a:gd name="T3" fmla="*/ 24 h 24"/>
                      <a:gd name="T4" fmla="*/ 1 w 24"/>
                      <a:gd name="T5" fmla="*/ 13 h 24"/>
                      <a:gd name="T6" fmla="*/ 11 w 24"/>
                      <a:gd name="T7" fmla="*/ 1 h 24"/>
                      <a:gd name="T8" fmla="*/ 23 w 24"/>
                      <a:gd name="T9" fmla="*/ 11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24">
                        <a:moveTo>
                          <a:pt x="23" y="11"/>
                        </a:moveTo>
                        <a:cubicBezTo>
                          <a:pt x="24" y="18"/>
                          <a:pt x="19" y="23"/>
                          <a:pt x="13" y="24"/>
                        </a:cubicBezTo>
                        <a:cubicBezTo>
                          <a:pt x="7" y="24"/>
                          <a:pt x="1" y="20"/>
                          <a:pt x="1" y="13"/>
                        </a:cubicBezTo>
                        <a:cubicBezTo>
                          <a:pt x="0" y="7"/>
                          <a:pt x="5" y="2"/>
                          <a:pt x="11" y="1"/>
                        </a:cubicBezTo>
                        <a:cubicBezTo>
                          <a:pt x="17" y="0"/>
                          <a:pt x="23" y="5"/>
                          <a:pt x="23" y="11"/>
                        </a:cubicBez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6" name="íṡļíḋê">
                    <a:extLst>
                      <a:ext uri="{FF2B5EF4-FFF2-40B4-BE49-F238E27FC236}">
                        <a16:creationId xmlns:a16="http://schemas.microsoft.com/office/drawing/2014/main" id="{25E5EE5A-1DB9-B324-A534-03AEBA25C2F6}"/>
                      </a:ext>
                    </a:extLst>
                  </p:cNvPr>
                  <p:cNvSpPr/>
                  <p:nvPr/>
                </p:nvSpPr>
                <p:spPr bwMode="auto">
                  <a:xfrm rot="1207346">
                    <a:off x="5669936" y="-707858"/>
                    <a:ext cx="280376" cy="234944"/>
                  </a:xfrm>
                  <a:custGeom>
                    <a:avLst/>
                    <a:gdLst>
                      <a:gd name="T0" fmla="*/ 73 w 208"/>
                      <a:gd name="T1" fmla="*/ 0 h 174"/>
                      <a:gd name="T2" fmla="*/ 59 w 208"/>
                      <a:gd name="T3" fmla="*/ 5 h 174"/>
                      <a:gd name="T4" fmla="*/ 43 w 208"/>
                      <a:gd name="T5" fmla="*/ 12 h 174"/>
                      <a:gd name="T6" fmla="*/ 26 w 208"/>
                      <a:gd name="T7" fmla="*/ 24 h 174"/>
                      <a:gd name="T8" fmla="*/ 12 w 208"/>
                      <a:gd name="T9" fmla="*/ 44 h 174"/>
                      <a:gd name="T10" fmla="*/ 13 w 208"/>
                      <a:gd name="T11" fmla="*/ 69 h 174"/>
                      <a:gd name="T12" fmla="*/ 28 w 208"/>
                      <a:gd name="T13" fmla="*/ 94 h 174"/>
                      <a:gd name="T14" fmla="*/ 51 w 208"/>
                      <a:gd name="T15" fmla="*/ 116 h 174"/>
                      <a:gd name="T16" fmla="*/ 76 w 208"/>
                      <a:gd name="T17" fmla="*/ 134 h 174"/>
                      <a:gd name="T18" fmla="*/ 103 w 208"/>
                      <a:gd name="T19" fmla="*/ 150 h 174"/>
                      <a:gd name="T20" fmla="*/ 116 w 208"/>
                      <a:gd name="T21" fmla="*/ 155 h 174"/>
                      <a:gd name="T22" fmla="*/ 130 w 208"/>
                      <a:gd name="T23" fmla="*/ 160 h 174"/>
                      <a:gd name="T24" fmla="*/ 155 w 208"/>
                      <a:gd name="T25" fmla="*/ 166 h 174"/>
                      <a:gd name="T26" fmla="*/ 176 w 208"/>
                      <a:gd name="T27" fmla="*/ 170 h 174"/>
                      <a:gd name="T28" fmla="*/ 193 w 208"/>
                      <a:gd name="T29" fmla="*/ 172 h 174"/>
                      <a:gd name="T30" fmla="*/ 208 w 208"/>
                      <a:gd name="T31" fmla="*/ 174 h 174"/>
                      <a:gd name="T32" fmla="*/ 193 w 208"/>
                      <a:gd name="T33" fmla="*/ 174 h 174"/>
                      <a:gd name="T34" fmla="*/ 154 w 208"/>
                      <a:gd name="T35" fmla="*/ 172 h 174"/>
                      <a:gd name="T36" fmla="*/ 128 w 208"/>
                      <a:gd name="T37" fmla="*/ 167 h 174"/>
                      <a:gd name="T38" fmla="*/ 113 w 208"/>
                      <a:gd name="T39" fmla="*/ 164 h 174"/>
                      <a:gd name="T40" fmla="*/ 99 w 208"/>
                      <a:gd name="T41" fmla="*/ 158 h 174"/>
                      <a:gd name="T42" fmla="*/ 71 w 208"/>
                      <a:gd name="T43" fmla="*/ 144 h 174"/>
                      <a:gd name="T44" fmla="*/ 43 w 208"/>
                      <a:gd name="T45" fmla="*/ 125 h 174"/>
                      <a:gd name="T46" fmla="*/ 20 w 208"/>
                      <a:gd name="T47" fmla="*/ 102 h 174"/>
                      <a:gd name="T48" fmla="*/ 3 w 208"/>
                      <a:gd name="T49" fmla="*/ 73 h 174"/>
                      <a:gd name="T50" fmla="*/ 1 w 208"/>
                      <a:gd name="T51" fmla="*/ 56 h 174"/>
                      <a:gd name="T52" fmla="*/ 1 w 208"/>
                      <a:gd name="T53" fmla="*/ 52 h 174"/>
                      <a:gd name="T54" fmla="*/ 1 w 208"/>
                      <a:gd name="T55" fmla="*/ 50 h 174"/>
                      <a:gd name="T56" fmla="*/ 2 w 208"/>
                      <a:gd name="T57" fmla="*/ 48 h 174"/>
                      <a:gd name="T58" fmla="*/ 2 w 208"/>
                      <a:gd name="T59" fmla="*/ 47 h 174"/>
                      <a:gd name="T60" fmla="*/ 3 w 208"/>
                      <a:gd name="T61" fmla="*/ 45 h 174"/>
                      <a:gd name="T62" fmla="*/ 4 w 208"/>
                      <a:gd name="T63" fmla="*/ 41 h 174"/>
                      <a:gd name="T64" fmla="*/ 22 w 208"/>
                      <a:gd name="T65" fmla="*/ 19 h 174"/>
                      <a:gd name="T66" fmla="*/ 42 w 208"/>
                      <a:gd name="T67" fmla="*/ 8 h 174"/>
                      <a:gd name="T68" fmla="*/ 58 w 208"/>
                      <a:gd name="T69" fmla="*/ 3 h 174"/>
                      <a:gd name="T70" fmla="*/ 69 w 208"/>
                      <a:gd name="T71" fmla="*/ 0 h 174"/>
                      <a:gd name="T72" fmla="*/ 73 w 208"/>
                      <a:gd name="T73" fmla="*/ 0 h 17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208" h="174">
                        <a:moveTo>
                          <a:pt x="73" y="0"/>
                        </a:moveTo>
                        <a:cubicBezTo>
                          <a:pt x="73" y="0"/>
                          <a:pt x="68" y="1"/>
                          <a:pt x="59" y="5"/>
                        </a:cubicBezTo>
                        <a:cubicBezTo>
                          <a:pt x="54" y="6"/>
                          <a:pt x="49" y="9"/>
                          <a:pt x="43" y="12"/>
                        </a:cubicBezTo>
                        <a:cubicBezTo>
                          <a:pt x="38" y="15"/>
                          <a:pt x="32" y="19"/>
                          <a:pt x="26" y="24"/>
                        </a:cubicBezTo>
                        <a:cubicBezTo>
                          <a:pt x="20" y="29"/>
                          <a:pt x="15" y="36"/>
                          <a:pt x="12" y="44"/>
                        </a:cubicBezTo>
                        <a:cubicBezTo>
                          <a:pt x="9" y="52"/>
                          <a:pt x="10" y="61"/>
                          <a:pt x="13" y="69"/>
                        </a:cubicBezTo>
                        <a:cubicBezTo>
                          <a:pt x="16" y="78"/>
                          <a:pt x="22" y="86"/>
                          <a:pt x="28" y="94"/>
                        </a:cubicBezTo>
                        <a:cubicBezTo>
                          <a:pt x="35" y="102"/>
                          <a:pt x="43" y="109"/>
                          <a:pt x="51" y="116"/>
                        </a:cubicBezTo>
                        <a:cubicBezTo>
                          <a:pt x="59" y="122"/>
                          <a:pt x="68" y="128"/>
                          <a:pt x="76" y="134"/>
                        </a:cubicBezTo>
                        <a:cubicBezTo>
                          <a:pt x="85" y="140"/>
                          <a:pt x="94" y="145"/>
                          <a:pt x="103" y="150"/>
                        </a:cubicBezTo>
                        <a:cubicBezTo>
                          <a:pt x="107" y="152"/>
                          <a:pt x="112" y="154"/>
                          <a:pt x="116" y="155"/>
                        </a:cubicBezTo>
                        <a:cubicBezTo>
                          <a:pt x="121" y="157"/>
                          <a:pt x="125" y="158"/>
                          <a:pt x="130" y="160"/>
                        </a:cubicBezTo>
                        <a:cubicBezTo>
                          <a:pt x="138" y="162"/>
                          <a:pt x="147" y="164"/>
                          <a:pt x="155" y="166"/>
                        </a:cubicBezTo>
                        <a:cubicBezTo>
                          <a:pt x="163" y="168"/>
                          <a:pt x="170" y="169"/>
                          <a:pt x="176" y="170"/>
                        </a:cubicBezTo>
                        <a:cubicBezTo>
                          <a:pt x="183" y="171"/>
                          <a:pt x="188" y="172"/>
                          <a:pt x="193" y="172"/>
                        </a:cubicBezTo>
                        <a:cubicBezTo>
                          <a:pt x="203" y="173"/>
                          <a:pt x="208" y="174"/>
                          <a:pt x="208" y="174"/>
                        </a:cubicBezTo>
                        <a:cubicBezTo>
                          <a:pt x="208" y="174"/>
                          <a:pt x="203" y="174"/>
                          <a:pt x="193" y="174"/>
                        </a:cubicBezTo>
                        <a:cubicBezTo>
                          <a:pt x="184" y="174"/>
                          <a:pt x="170" y="174"/>
                          <a:pt x="154" y="172"/>
                        </a:cubicBezTo>
                        <a:cubicBezTo>
                          <a:pt x="146" y="171"/>
                          <a:pt x="137" y="169"/>
                          <a:pt x="128" y="167"/>
                        </a:cubicBezTo>
                        <a:cubicBezTo>
                          <a:pt x="123" y="166"/>
                          <a:pt x="118" y="165"/>
                          <a:pt x="113" y="164"/>
                        </a:cubicBezTo>
                        <a:cubicBezTo>
                          <a:pt x="109" y="162"/>
                          <a:pt x="104" y="160"/>
                          <a:pt x="99" y="158"/>
                        </a:cubicBezTo>
                        <a:cubicBezTo>
                          <a:pt x="89" y="154"/>
                          <a:pt x="80" y="149"/>
                          <a:pt x="71" y="144"/>
                        </a:cubicBezTo>
                        <a:cubicBezTo>
                          <a:pt x="61" y="138"/>
                          <a:pt x="52" y="132"/>
                          <a:pt x="43" y="125"/>
                        </a:cubicBezTo>
                        <a:cubicBezTo>
                          <a:pt x="35" y="118"/>
                          <a:pt x="27" y="110"/>
                          <a:pt x="20" y="102"/>
                        </a:cubicBezTo>
                        <a:cubicBezTo>
                          <a:pt x="12" y="93"/>
                          <a:pt x="6" y="83"/>
                          <a:pt x="3" y="73"/>
                        </a:cubicBezTo>
                        <a:cubicBezTo>
                          <a:pt x="1" y="68"/>
                          <a:pt x="0" y="62"/>
                          <a:pt x="1" y="56"/>
                        </a:cubicBezTo>
                        <a:cubicBezTo>
                          <a:pt x="1" y="55"/>
                          <a:pt x="1" y="54"/>
                          <a:pt x="1" y="52"/>
                        </a:cubicBezTo>
                        <a:cubicBezTo>
                          <a:pt x="1" y="50"/>
                          <a:pt x="1" y="50"/>
                          <a:pt x="1" y="50"/>
                        </a:cubicBezTo>
                        <a:cubicBezTo>
                          <a:pt x="2" y="48"/>
                          <a:pt x="2" y="48"/>
                          <a:pt x="2" y="48"/>
                        </a:cubicBezTo>
                        <a:cubicBezTo>
                          <a:pt x="2" y="47"/>
                          <a:pt x="2" y="47"/>
                          <a:pt x="2" y="47"/>
                        </a:cubicBezTo>
                        <a:cubicBezTo>
                          <a:pt x="3" y="46"/>
                          <a:pt x="3" y="45"/>
                          <a:pt x="3" y="45"/>
                        </a:cubicBezTo>
                        <a:cubicBezTo>
                          <a:pt x="3" y="43"/>
                          <a:pt x="4" y="42"/>
                          <a:pt x="4" y="41"/>
                        </a:cubicBezTo>
                        <a:cubicBezTo>
                          <a:pt x="8" y="32"/>
                          <a:pt x="15" y="24"/>
                          <a:pt x="22" y="19"/>
                        </a:cubicBezTo>
                        <a:cubicBezTo>
                          <a:pt x="28" y="14"/>
                          <a:pt x="35" y="10"/>
                          <a:pt x="42" y="8"/>
                        </a:cubicBezTo>
                        <a:cubicBezTo>
                          <a:pt x="48" y="5"/>
                          <a:pt x="53" y="4"/>
                          <a:pt x="58" y="3"/>
                        </a:cubicBezTo>
                        <a:cubicBezTo>
                          <a:pt x="63" y="1"/>
                          <a:pt x="66" y="1"/>
                          <a:pt x="69" y="0"/>
                        </a:cubicBezTo>
                        <a:cubicBezTo>
                          <a:pt x="71" y="0"/>
                          <a:pt x="73" y="0"/>
                          <a:pt x="73" y="0"/>
                        </a:cubicBez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7" name="íşḷïďé">
                    <a:extLst>
                      <a:ext uri="{FF2B5EF4-FFF2-40B4-BE49-F238E27FC236}">
                        <a16:creationId xmlns:a16="http://schemas.microsoft.com/office/drawing/2014/main" id="{E7208521-938C-10C3-4DAA-B03F2B38C8B6}"/>
                      </a:ext>
                    </a:extLst>
                  </p:cNvPr>
                  <p:cNvSpPr/>
                  <p:nvPr/>
                </p:nvSpPr>
                <p:spPr bwMode="auto">
                  <a:xfrm rot="1207346">
                    <a:off x="5695414" y="-476756"/>
                    <a:ext cx="272587" cy="126559"/>
                  </a:xfrm>
                  <a:custGeom>
                    <a:avLst/>
                    <a:gdLst>
                      <a:gd name="T0" fmla="*/ 49 w 202"/>
                      <a:gd name="T1" fmla="*/ 0 h 94"/>
                      <a:gd name="T2" fmla="*/ 38 w 202"/>
                      <a:gd name="T3" fmla="*/ 6 h 94"/>
                      <a:gd name="T4" fmla="*/ 16 w 202"/>
                      <a:gd name="T5" fmla="*/ 28 h 94"/>
                      <a:gd name="T6" fmla="*/ 10 w 202"/>
                      <a:gd name="T7" fmla="*/ 48 h 94"/>
                      <a:gd name="T8" fmla="*/ 13 w 202"/>
                      <a:gd name="T9" fmla="*/ 68 h 94"/>
                      <a:gd name="T10" fmla="*/ 32 w 202"/>
                      <a:gd name="T11" fmla="*/ 79 h 94"/>
                      <a:gd name="T12" fmla="*/ 57 w 202"/>
                      <a:gd name="T13" fmla="*/ 82 h 94"/>
                      <a:gd name="T14" fmla="*/ 84 w 202"/>
                      <a:gd name="T15" fmla="*/ 82 h 94"/>
                      <a:gd name="T16" fmla="*/ 110 w 202"/>
                      <a:gd name="T17" fmla="*/ 80 h 94"/>
                      <a:gd name="T18" fmla="*/ 156 w 202"/>
                      <a:gd name="T19" fmla="*/ 73 h 94"/>
                      <a:gd name="T20" fmla="*/ 189 w 202"/>
                      <a:gd name="T21" fmla="*/ 68 h 94"/>
                      <a:gd name="T22" fmla="*/ 202 w 202"/>
                      <a:gd name="T23" fmla="*/ 66 h 94"/>
                      <a:gd name="T24" fmla="*/ 158 w 202"/>
                      <a:gd name="T25" fmla="*/ 80 h 94"/>
                      <a:gd name="T26" fmla="*/ 136 w 202"/>
                      <a:gd name="T27" fmla="*/ 85 h 94"/>
                      <a:gd name="T28" fmla="*/ 112 w 202"/>
                      <a:gd name="T29" fmla="*/ 90 h 94"/>
                      <a:gd name="T30" fmla="*/ 85 w 202"/>
                      <a:gd name="T31" fmla="*/ 93 h 94"/>
                      <a:gd name="T32" fmla="*/ 57 w 202"/>
                      <a:gd name="T33" fmla="*/ 94 h 94"/>
                      <a:gd name="T34" fmla="*/ 29 w 202"/>
                      <a:gd name="T35" fmla="*/ 91 h 94"/>
                      <a:gd name="T36" fmla="*/ 15 w 202"/>
                      <a:gd name="T37" fmla="*/ 85 h 94"/>
                      <a:gd name="T38" fmla="*/ 4 w 202"/>
                      <a:gd name="T39" fmla="*/ 74 h 94"/>
                      <a:gd name="T40" fmla="*/ 0 w 202"/>
                      <a:gd name="T41" fmla="*/ 59 h 94"/>
                      <a:gd name="T42" fmla="*/ 0 w 202"/>
                      <a:gd name="T43" fmla="*/ 53 h 94"/>
                      <a:gd name="T44" fmla="*/ 0 w 202"/>
                      <a:gd name="T45" fmla="*/ 51 h 94"/>
                      <a:gd name="T46" fmla="*/ 0 w 202"/>
                      <a:gd name="T47" fmla="*/ 49 h 94"/>
                      <a:gd name="T48" fmla="*/ 1 w 202"/>
                      <a:gd name="T49" fmla="*/ 46 h 94"/>
                      <a:gd name="T50" fmla="*/ 10 w 202"/>
                      <a:gd name="T51" fmla="*/ 24 h 94"/>
                      <a:gd name="T52" fmla="*/ 24 w 202"/>
                      <a:gd name="T53" fmla="*/ 11 h 94"/>
                      <a:gd name="T54" fmla="*/ 37 w 202"/>
                      <a:gd name="T55" fmla="*/ 4 h 94"/>
                      <a:gd name="T56" fmla="*/ 46 w 202"/>
                      <a:gd name="T57" fmla="*/ 1 h 94"/>
                      <a:gd name="T58" fmla="*/ 49 w 202"/>
                      <a:gd name="T59" fmla="*/ 0 h 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202" h="94">
                        <a:moveTo>
                          <a:pt x="49" y="0"/>
                        </a:moveTo>
                        <a:cubicBezTo>
                          <a:pt x="49" y="0"/>
                          <a:pt x="45" y="2"/>
                          <a:pt x="38" y="6"/>
                        </a:cubicBezTo>
                        <a:cubicBezTo>
                          <a:pt x="32" y="10"/>
                          <a:pt x="22" y="17"/>
                          <a:pt x="16" y="28"/>
                        </a:cubicBezTo>
                        <a:cubicBezTo>
                          <a:pt x="13" y="34"/>
                          <a:pt x="11" y="40"/>
                          <a:pt x="10" y="48"/>
                        </a:cubicBezTo>
                        <a:cubicBezTo>
                          <a:pt x="9" y="55"/>
                          <a:pt x="9" y="62"/>
                          <a:pt x="13" y="68"/>
                        </a:cubicBezTo>
                        <a:cubicBezTo>
                          <a:pt x="17" y="74"/>
                          <a:pt x="24" y="77"/>
                          <a:pt x="32" y="79"/>
                        </a:cubicBezTo>
                        <a:cubicBezTo>
                          <a:pt x="40" y="82"/>
                          <a:pt x="49" y="82"/>
                          <a:pt x="57" y="82"/>
                        </a:cubicBezTo>
                        <a:cubicBezTo>
                          <a:pt x="66" y="83"/>
                          <a:pt x="75" y="82"/>
                          <a:pt x="84" y="82"/>
                        </a:cubicBezTo>
                        <a:cubicBezTo>
                          <a:pt x="93" y="81"/>
                          <a:pt x="102" y="81"/>
                          <a:pt x="110" y="80"/>
                        </a:cubicBezTo>
                        <a:cubicBezTo>
                          <a:pt x="127" y="78"/>
                          <a:pt x="143" y="75"/>
                          <a:pt x="156" y="73"/>
                        </a:cubicBezTo>
                        <a:cubicBezTo>
                          <a:pt x="170" y="71"/>
                          <a:pt x="181" y="69"/>
                          <a:pt x="189" y="68"/>
                        </a:cubicBezTo>
                        <a:cubicBezTo>
                          <a:pt x="197" y="67"/>
                          <a:pt x="202" y="66"/>
                          <a:pt x="202" y="66"/>
                        </a:cubicBezTo>
                        <a:cubicBezTo>
                          <a:pt x="202" y="66"/>
                          <a:pt x="184" y="73"/>
                          <a:pt x="158" y="80"/>
                        </a:cubicBezTo>
                        <a:cubicBezTo>
                          <a:pt x="151" y="81"/>
                          <a:pt x="144" y="83"/>
                          <a:pt x="136" y="85"/>
                        </a:cubicBezTo>
                        <a:cubicBezTo>
                          <a:pt x="128" y="87"/>
                          <a:pt x="120" y="89"/>
                          <a:pt x="112" y="90"/>
                        </a:cubicBezTo>
                        <a:cubicBezTo>
                          <a:pt x="103" y="92"/>
                          <a:pt x="94" y="93"/>
                          <a:pt x="85" y="93"/>
                        </a:cubicBezTo>
                        <a:cubicBezTo>
                          <a:pt x="76" y="94"/>
                          <a:pt x="67" y="94"/>
                          <a:pt x="57" y="94"/>
                        </a:cubicBezTo>
                        <a:cubicBezTo>
                          <a:pt x="48" y="94"/>
                          <a:pt x="38" y="93"/>
                          <a:pt x="29" y="91"/>
                        </a:cubicBezTo>
                        <a:cubicBezTo>
                          <a:pt x="24" y="89"/>
                          <a:pt x="19" y="87"/>
                          <a:pt x="15" y="85"/>
                        </a:cubicBezTo>
                        <a:cubicBezTo>
                          <a:pt x="11" y="82"/>
                          <a:pt x="7" y="78"/>
                          <a:pt x="4" y="74"/>
                        </a:cubicBezTo>
                        <a:cubicBezTo>
                          <a:pt x="1" y="69"/>
                          <a:pt x="0" y="64"/>
                          <a:pt x="0" y="59"/>
                        </a:cubicBezTo>
                        <a:cubicBezTo>
                          <a:pt x="0" y="57"/>
                          <a:pt x="0" y="54"/>
                          <a:pt x="0" y="53"/>
                        </a:cubicBezTo>
                        <a:cubicBezTo>
                          <a:pt x="0" y="51"/>
                          <a:pt x="0" y="51"/>
                          <a:pt x="0" y="51"/>
                        </a:cubicBezTo>
                        <a:cubicBezTo>
                          <a:pt x="0" y="50"/>
                          <a:pt x="0" y="50"/>
                          <a:pt x="0" y="49"/>
                        </a:cubicBezTo>
                        <a:cubicBezTo>
                          <a:pt x="0" y="48"/>
                          <a:pt x="1" y="47"/>
                          <a:pt x="1" y="46"/>
                        </a:cubicBezTo>
                        <a:cubicBezTo>
                          <a:pt x="3" y="38"/>
                          <a:pt x="6" y="30"/>
                          <a:pt x="10" y="24"/>
                        </a:cubicBezTo>
                        <a:cubicBezTo>
                          <a:pt x="14" y="18"/>
                          <a:pt x="19" y="14"/>
                          <a:pt x="24" y="11"/>
                        </a:cubicBezTo>
                        <a:cubicBezTo>
                          <a:pt x="29" y="7"/>
                          <a:pt x="33" y="5"/>
                          <a:pt x="37" y="4"/>
                        </a:cubicBezTo>
                        <a:cubicBezTo>
                          <a:pt x="41" y="2"/>
                          <a:pt x="44" y="1"/>
                          <a:pt x="46" y="1"/>
                        </a:cubicBezTo>
                        <a:cubicBezTo>
                          <a:pt x="48" y="0"/>
                          <a:pt x="49" y="0"/>
                          <a:pt x="49" y="0"/>
                        </a:cubicBez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8" name="îšḻïdé">
                    <a:extLst>
                      <a:ext uri="{FF2B5EF4-FFF2-40B4-BE49-F238E27FC236}">
                        <a16:creationId xmlns:a16="http://schemas.microsoft.com/office/drawing/2014/main" id="{ECC263FB-992C-8CB4-687E-0F708E0915E9}"/>
                      </a:ext>
                    </a:extLst>
                  </p:cNvPr>
                  <p:cNvSpPr/>
                  <p:nvPr/>
                </p:nvSpPr>
                <p:spPr bwMode="auto">
                  <a:xfrm rot="1207346">
                    <a:off x="5788454" y="-340535"/>
                    <a:ext cx="209633" cy="93459"/>
                  </a:xfrm>
                  <a:custGeom>
                    <a:avLst/>
                    <a:gdLst>
                      <a:gd name="T0" fmla="*/ 56 w 155"/>
                      <a:gd name="T1" fmla="*/ 0 h 69"/>
                      <a:gd name="T2" fmla="*/ 48 w 155"/>
                      <a:gd name="T3" fmla="*/ 6 h 69"/>
                      <a:gd name="T4" fmla="*/ 28 w 155"/>
                      <a:gd name="T5" fmla="*/ 23 h 69"/>
                      <a:gd name="T6" fmla="*/ 17 w 155"/>
                      <a:gd name="T7" fmla="*/ 35 h 69"/>
                      <a:gd name="T8" fmla="*/ 11 w 155"/>
                      <a:gd name="T9" fmla="*/ 49 h 69"/>
                      <a:gd name="T10" fmla="*/ 14 w 155"/>
                      <a:gd name="T11" fmla="*/ 53 h 69"/>
                      <a:gd name="T12" fmla="*/ 22 w 155"/>
                      <a:gd name="T13" fmla="*/ 55 h 69"/>
                      <a:gd name="T14" fmla="*/ 43 w 155"/>
                      <a:gd name="T15" fmla="*/ 56 h 69"/>
                      <a:gd name="T16" fmla="*/ 63 w 155"/>
                      <a:gd name="T17" fmla="*/ 55 h 69"/>
                      <a:gd name="T18" fmla="*/ 84 w 155"/>
                      <a:gd name="T19" fmla="*/ 52 h 69"/>
                      <a:gd name="T20" fmla="*/ 102 w 155"/>
                      <a:gd name="T21" fmla="*/ 48 h 69"/>
                      <a:gd name="T22" fmla="*/ 119 w 155"/>
                      <a:gd name="T23" fmla="*/ 43 h 69"/>
                      <a:gd name="T24" fmla="*/ 155 w 155"/>
                      <a:gd name="T25" fmla="*/ 36 h 69"/>
                      <a:gd name="T26" fmla="*/ 121 w 155"/>
                      <a:gd name="T27" fmla="*/ 50 h 69"/>
                      <a:gd name="T28" fmla="*/ 105 w 155"/>
                      <a:gd name="T29" fmla="*/ 56 h 69"/>
                      <a:gd name="T30" fmla="*/ 86 w 155"/>
                      <a:gd name="T31" fmla="*/ 62 h 69"/>
                      <a:gd name="T32" fmla="*/ 65 w 155"/>
                      <a:gd name="T33" fmla="*/ 66 h 69"/>
                      <a:gd name="T34" fmla="*/ 43 w 155"/>
                      <a:gd name="T35" fmla="*/ 68 h 69"/>
                      <a:gd name="T36" fmla="*/ 20 w 155"/>
                      <a:gd name="T37" fmla="*/ 67 h 69"/>
                      <a:gd name="T38" fmla="*/ 8 w 155"/>
                      <a:gd name="T39" fmla="*/ 62 h 69"/>
                      <a:gd name="T40" fmla="*/ 3 w 155"/>
                      <a:gd name="T41" fmla="*/ 58 h 69"/>
                      <a:gd name="T42" fmla="*/ 1 w 155"/>
                      <a:gd name="T43" fmla="*/ 54 h 69"/>
                      <a:gd name="T44" fmla="*/ 1 w 155"/>
                      <a:gd name="T45" fmla="*/ 52 h 69"/>
                      <a:gd name="T46" fmla="*/ 0 w 155"/>
                      <a:gd name="T47" fmla="*/ 51 h 69"/>
                      <a:gd name="T48" fmla="*/ 0 w 155"/>
                      <a:gd name="T49" fmla="*/ 51 h 69"/>
                      <a:gd name="T50" fmla="*/ 0 w 155"/>
                      <a:gd name="T51" fmla="*/ 50 h 69"/>
                      <a:gd name="T52" fmla="*/ 3 w 155"/>
                      <a:gd name="T53" fmla="*/ 38 h 69"/>
                      <a:gd name="T54" fmla="*/ 10 w 155"/>
                      <a:gd name="T55" fmla="*/ 29 h 69"/>
                      <a:gd name="T56" fmla="*/ 24 w 155"/>
                      <a:gd name="T57" fmla="*/ 17 h 69"/>
                      <a:gd name="T58" fmla="*/ 47 w 155"/>
                      <a:gd name="T59" fmla="*/ 4 h 69"/>
                      <a:gd name="T60" fmla="*/ 56 w 155"/>
                      <a:gd name="T61" fmla="*/ 0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55" h="69">
                        <a:moveTo>
                          <a:pt x="56" y="0"/>
                        </a:moveTo>
                        <a:cubicBezTo>
                          <a:pt x="56" y="0"/>
                          <a:pt x="53" y="2"/>
                          <a:pt x="48" y="6"/>
                        </a:cubicBezTo>
                        <a:cubicBezTo>
                          <a:pt x="43" y="10"/>
                          <a:pt x="36" y="15"/>
                          <a:pt x="28" y="23"/>
                        </a:cubicBezTo>
                        <a:cubicBezTo>
                          <a:pt x="24" y="26"/>
                          <a:pt x="20" y="30"/>
                          <a:pt x="17" y="35"/>
                        </a:cubicBezTo>
                        <a:cubicBezTo>
                          <a:pt x="13" y="39"/>
                          <a:pt x="10" y="45"/>
                          <a:pt x="11" y="49"/>
                        </a:cubicBezTo>
                        <a:cubicBezTo>
                          <a:pt x="11" y="51"/>
                          <a:pt x="12" y="52"/>
                          <a:pt x="14" y="53"/>
                        </a:cubicBezTo>
                        <a:cubicBezTo>
                          <a:pt x="16" y="54"/>
                          <a:pt x="19" y="55"/>
                          <a:pt x="22" y="55"/>
                        </a:cubicBezTo>
                        <a:cubicBezTo>
                          <a:pt x="29" y="57"/>
                          <a:pt x="36" y="57"/>
                          <a:pt x="43" y="56"/>
                        </a:cubicBezTo>
                        <a:cubicBezTo>
                          <a:pt x="50" y="56"/>
                          <a:pt x="57" y="56"/>
                          <a:pt x="63" y="55"/>
                        </a:cubicBezTo>
                        <a:cubicBezTo>
                          <a:pt x="70" y="54"/>
                          <a:pt x="77" y="53"/>
                          <a:pt x="84" y="52"/>
                        </a:cubicBezTo>
                        <a:cubicBezTo>
                          <a:pt x="90" y="50"/>
                          <a:pt x="96" y="49"/>
                          <a:pt x="102" y="48"/>
                        </a:cubicBezTo>
                        <a:cubicBezTo>
                          <a:pt x="108" y="46"/>
                          <a:pt x="114" y="45"/>
                          <a:pt x="119" y="43"/>
                        </a:cubicBezTo>
                        <a:cubicBezTo>
                          <a:pt x="141" y="38"/>
                          <a:pt x="155" y="36"/>
                          <a:pt x="155" y="36"/>
                        </a:cubicBezTo>
                        <a:cubicBezTo>
                          <a:pt x="155" y="36"/>
                          <a:pt x="142" y="42"/>
                          <a:pt x="121" y="50"/>
                        </a:cubicBezTo>
                        <a:cubicBezTo>
                          <a:pt x="116" y="52"/>
                          <a:pt x="111" y="54"/>
                          <a:pt x="105" y="56"/>
                        </a:cubicBezTo>
                        <a:cubicBezTo>
                          <a:pt x="99" y="58"/>
                          <a:pt x="93" y="61"/>
                          <a:pt x="86" y="62"/>
                        </a:cubicBezTo>
                        <a:cubicBezTo>
                          <a:pt x="79" y="64"/>
                          <a:pt x="72" y="65"/>
                          <a:pt x="65" y="66"/>
                        </a:cubicBezTo>
                        <a:cubicBezTo>
                          <a:pt x="58" y="67"/>
                          <a:pt x="50" y="68"/>
                          <a:pt x="43" y="68"/>
                        </a:cubicBezTo>
                        <a:cubicBezTo>
                          <a:pt x="35" y="69"/>
                          <a:pt x="28" y="68"/>
                          <a:pt x="20" y="67"/>
                        </a:cubicBezTo>
                        <a:cubicBezTo>
                          <a:pt x="16" y="66"/>
                          <a:pt x="12" y="65"/>
                          <a:pt x="8" y="62"/>
                        </a:cubicBezTo>
                        <a:cubicBezTo>
                          <a:pt x="7" y="61"/>
                          <a:pt x="5" y="60"/>
                          <a:pt x="3" y="58"/>
                        </a:cubicBezTo>
                        <a:cubicBezTo>
                          <a:pt x="2" y="56"/>
                          <a:pt x="2" y="55"/>
                          <a:pt x="1" y="54"/>
                        </a:cubicBezTo>
                        <a:cubicBezTo>
                          <a:pt x="1" y="53"/>
                          <a:pt x="1" y="52"/>
                          <a:pt x="1" y="52"/>
                        </a:cubicBezTo>
                        <a:cubicBezTo>
                          <a:pt x="0" y="51"/>
                          <a:pt x="0" y="51"/>
                          <a:pt x="0" y="51"/>
                        </a:cubicBezTo>
                        <a:cubicBezTo>
                          <a:pt x="0" y="51"/>
                          <a:pt x="0" y="51"/>
                          <a:pt x="0" y="51"/>
                        </a:cubicBezTo>
                        <a:cubicBezTo>
                          <a:pt x="0" y="50"/>
                          <a:pt x="0" y="50"/>
                          <a:pt x="0" y="50"/>
                        </a:cubicBezTo>
                        <a:cubicBezTo>
                          <a:pt x="0" y="45"/>
                          <a:pt x="2" y="41"/>
                          <a:pt x="3" y="38"/>
                        </a:cubicBezTo>
                        <a:cubicBezTo>
                          <a:pt x="5" y="34"/>
                          <a:pt x="7" y="32"/>
                          <a:pt x="10" y="29"/>
                        </a:cubicBezTo>
                        <a:cubicBezTo>
                          <a:pt x="14" y="24"/>
                          <a:pt x="19" y="21"/>
                          <a:pt x="24" y="17"/>
                        </a:cubicBezTo>
                        <a:cubicBezTo>
                          <a:pt x="33" y="11"/>
                          <a:pt x="41" y="7"/>
                          <a:pt x="47" y="4"/>
                        </a:cubicBezTo>
                        <a:cubicBezTo>
                          <a:pt x="52" y="1"/>
                          <a:pt x="56" y="0"/>
                          <a:pt x="56" y="0"/>
                        </a:cubicBez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9" name="ïşļiḓe">
                    <a:extLst>
                      <a:ext uri="{FF2B5EF4-FFF2-40B4-BE49-F238E27FC236}">
                        <a16:creationId xmlns:a16="http://schemas.microsoft.com/office/drawing/2014/main" id="{6B2FD016-143B-7A82-58E0-19034F7366EE}"/>
                      </a:ext>
                    </a:extLst>
                  </p:cNvPr>
                  <p:cNvSpPr/>
                  <p:nvPr/>
                </p:nvSpPr>
                <p:spPr bwMode="auto">
                  <a:xfrm rot="1207346">
                    <a:off x="5871301" y="-237306"/>
                    <a:ext cx="295303" cy="87617"/>
                  </a:xfrm>
                  <a:custGeom>
                    <a:avLst/>
                    <a:gdLst>
                      <a:gd name="T0" fmla="*/ 33 w 219"/>
                      <a:gd name="T1" fmla="*/ 12 h 65"/>
                      <a:gd name="T2" fmla="*/ 23 w 219"/>
                      <a:gd name="T3" fmla="*/ 19 h 65"/>
                      <a:gd name="T4" fmla="*/ 13 w 219"/>
                      <a:gd name="T5" fmla="*/ 28 h 65"/>
                      <a:gd name="T6" fmla="*/ 6 w 219"/>
                      <a:gd name="T7" fmla="*/ 43 h 65"/>
                      <a:gd name="T8" fmla="*/ 7 w 219"/>
                      <a:gd name="T9" fmla="*/ 47 h 65"/>
                      <a:gd name="T10" fmla="*/ 7 w 219"/>
                      <a:gd name="T11" fmla="*/ 48 h 65"/>
                      <a:gd name="T12" fmla="*/ 7 w 219"/>
                      <a:gd name="T13" fmla="*/ 49 h 65"/>
                      <a:gd name="T14" fmla="*/ 8 w 219"/>
                      <a:gd name="T15" fmla="*/ 49 h 65"/>
                      <a:gd name="T16" fmla="*/ 8 w 219"/>
                      <a:gd name="T17" fmla="*/ 50 h 65"/>
                      <a:gd name="T18" fmla="*/ 9 w 219"/>
                      <a:gd name="T19" fmla="*/ 51 h 65"/>
                      <a:gd name="T20" fmla="*/ 17 w 219"/>
                      <a:gd name="T21" fmla="*/ 54 h 65"/>
                      <a:gd name="T22" fmla="*/ 39 w 219"/>
                      <a:gd name="T23" fmla="*/ 55 h 65"/>
                      <a:gd name="T24" fmla="*/ 65 w 219"/>
                      <a:gd name="T25" fmla="*/ 51 h 65"/>
                      <a:gd name="T26" fmla="*/ 91 w 219"/>
                      <a:gd name="T27" fmla="*/ 46 h 65"/>
                      <a:gd name="T28" fmla="*/ 117 w 219"/>
                      <a:gd name="T29" fmla="*/ 41 h 65"/>
                      <a:gd name="T30" fmla="*/ 143 w 219"/>
                      <a:gd name="T31" fmla="*/ 37 h 65"/>
                      <a:gd name="T32" fmla="*/ 166 w 219"/>
                      <a:gd name="T33" fmla="*/ 33 h 65"/>
                      <a:gd name="T34" fmla="*/ 187 w 219"/>
                      <a:gd name="T35" fmla="*/ 28 h 65"/>
                      <a:gd name="T36" fmla="*/ 196 w 219"/>
                      <a:gd name="T37" fmla="*/ 25 h 65"/>
                      <a:gd name="T38" fmla="*/ 200 w 219"/>
                      <a:gd name="T39" fmla="*/ 23 h 65"/>
                      <a:gd name="T40" fmla="*/ 203 w 219"/>
                      <a:gd name="T41" fmla="*/ 21 h 65"/>
                      <a:gd name="T42" fmla="*/ 212 w 219"/>
                      <a:gd name="T43" fmla="*/ 11 h 65"/>
                      <a:gd name="T44" fmla="*/ 219 w 219"/>
                      <a:gd name="T45" fmla="*/ 0 h 65"/>
                      <a:gd name="T46" fmla="*/ 218 w 219"/>
                      <a:gd name="T47" fmla="*/ 3 h 65"/>
                      <a:gd name="T48" fmla="*/ 214 w 219"/>
                      <a:gd name="T49" fmla="*/ 12 h 65"/>
                      <a:gd name="T50" fmla="*/ 206 w 219"/>
                      <a:gd name="T51" fmla="*/ 24 h 65"/>
                      <a:gd name="T52" fmla="*/ 203 w 219"/>
                      <a:gd name="T53" fmla="*/ 27 h 65"/>
                      <a:gd name="T54" fmla="*/ 199 w 219"/>
                      <a:gd name="T55" fmla="*/ 30 h 65"/>
                      <a:gd name="T56" fmla="*/ 190 w 219"/>
                      <a:gd name="T57" fmla="*/ 34 h 65"/>
                      <a:gd name="T58" fmla="*/ 169 w 219"/>
                      <a:gd name="T59" fmla="*/ 42 h 65"/>
                      <a:gd name="T60" fmla="*/ 145 w 219"/>
                      <a:gd name="T61" fmla="*/ 48 h 65"/>
                      <a:gd name="T62" fmla="*/ 119 w 219"/>
                      <a:gd name="T63" fmla="*/ 53 h 65"/>
                      <a:gd name="T64" fmla="*/ 93 w 219"/>
                      <a:gd name="T65" fmla="*/ 58 h 65"/>
                      <a:gd name="T66" fmla="*/ 66 w 219"/>
                      <a:gd name="T67" fmla="*/ 63 h 65"/>
                      <a:gd name="T68" fmla="*/ 40 w 219"/>
                      <a:gd name="T69" fmla="*/ 65 h 65"/>
                      <a:gd name="T70" fmla="*/ 15 w 219"/>
                      <a:gd name="T71" fmla="*/ 62 h 65"/>
                      <a:gd name="T72" fmla="*/ 3 w 219"/>
                      <a:gd name="T73" fmla="*/ 55 h 65"/>
                      <a:gd name="T74" fmla="*/ 2 w 219"/>
                      <a:gd name="T75" fmla="*/ 54 h 65"/>
                      <a:gd name="T76" fmla="*/ 1 w 219"/>
                      <a:gd name="T77" fmla="*/ 52 h 65"/>
                      <a:gd name="T78" fmla="*/ 1 w 219"/>
                      <a:gd name="T79" fmla="*/ 52 h 65"/>
                      <a:gd name="T80" fmla="*/ 1 w 219"/>
                      <a:gd name="T81" fmla="*/ 51 h 65"/>
                      <a:gd name="T82" fmla="*/ 0 w 219"/>
                      <a:gd name="T83" fmla="*/ 49 h 65"/>
                      <a:gd name="T84" fmla="*/ 0 w 219"/>
                      <a:gd name="T85" fmla="*/ 43 h 65"/>
                      <a:gd name="T86" fmla="*/ 4 w 219"/>
                      <a:gd name="T87" fmla="*/ 33 h 65"/>
                      <a:gd name="T88" fmla="*/ 10 w 219"/>
                      <a:gd name="T89" fmla="*/ 26 h 65"/>
                      <a:gd name="T90" fmla="*/ 21 w 219"/>
                      <a:gd name="T91" fmla="*/ 17 h 65"/>
                      <a:gd name="T92" fmla="*/ 30 w 219"/>
                      <a:gd name="T93" fmla="*/ 13 h 65"/>
                      <a:gd name="T94" fmla="*/ 33 w 219"/>
                      <a:gd name="T95" fmla="*/ 12 h 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</a:cxnLst>
                    <a:rect l="0" t="0" r="r" b="b"/>
                    <a:pathLst>
                      <a:path w="219" h="65">
                        <a:moveTo>
                          <a:pt x="33" y="12"/>
                        </a:moveTo>
                        <a:cubicBezTo>
                          <a:pt x="33" y="12"/>
                          <a:pt x="29" y="14"/>
                          <a:pt x="23" y="19"/>
                        </a:cubicBezTo>
                        <a:cubicBezTo>
                          <a:pt x="19" y="21"/>
                          <a:pt x="16" y="24"/>
                          <a:pt x="13" y="28"/>
                        </a:cubicBezTo>
                        <a:cubicBezTo>
                          <a:pt x="9" y="32"/>
                          <a:pt x="6" y="38"/>
                          <a:pt x="6" y="43"/>
                        </a:cubicBezTo>
                        <a:cubicBezTo>
                          <a:pt x="6" y="45"/>
                          <a:pt x="6" y="46"/>
                          <a:pt x="7" y="47"/>
                        </a:cubicBezTo>
                        <a:cubicBezTo>
                          <a:pt x="7" y="48"/>
                          <a:pt x="7" y="48"/>
                          <a:pt x="7" y="48"/>
                        </a:cubicBezTo>
                        <a:cubicBezTo>
                          <a:pt x="7" y="48"/>
                          <a:pt x="7" y="49"/>
                          <a:pt x="7" y="49"/>
                        </a:cubicBezTo>
                        <a:cubicBezTo>
                          <a:pt x="8" y="49"/>
                          <a:pt x="8" y="49"/>
                          <a:pt x="8" y="49"/>
                        </a:cubicBezTo>
                        <a:cubicBezTo>
                          <a:pt x="8" y="50"/>
                          <a:pt x="8" y="50"/>
                          <a:pt x="8" y="50"/>
                        </a:cubicBezTo>
                        <a:cubicBezTo>
                          <a:pt x="8" y="50"/>
                          <a:pt x="8" y="50"/>
                          <a:pt x="9" y="51"/>
                        </a:cubicBezTo>
                        <a:cubicBezTo>
                          <a:pt x="10" y="52"/>
                          <a:pt x="13" y="53"/>
                          <a:pt x="17" y="54"/>
                        </a:cubicBezTo>
                        <a:cubicBezTo>
                          <a:pt x="23" y="56"/>
                          <a:pt x="31" y="55"/>
                          <a:pt x="39" y="55"/>
                        </a:cubicBezTo>
                        <a:cubicBezTo>
                          <a:pt x="48" y="54"/>
                          <a:pt x="56" y="53"/>
                          <a:pt x="65" y="51"/>
                        </a:cubicBezTo>
                        <a:cubicBezTo>
                          <a:pt x="73" y="50"/>
                          <a:pt x="82" y="48"/>
                          <a:pt x="91" y="46"/>
                        </a:cubicBezTo>
                        <a:cubicBezTo>
                          <a:pt x="100" y="45"/>
                          <a:pt x="108" y="43"/>
                          <a:pt x="117" y="41"/>
                        </a:cubicBezTo>
                        <a:cubicBezTo>
                          <a:pt x="126" y="40"/>
                          <a:pt x="135" y="38"/>
                          <a:pt x="143" y="37"/>
                        </a:cubicBezTo>
                        <a:cubicBezTo>
                          <a:pt x="151" y="36"/>
                          <a:pt x="159" y="34"/>
                          <a:pt x="166" y="33"/>
                        </a:cubicBezTo>
                        <a:cubicBezTo>
                          <a:pt x="174" y="31"/>
                          <a:pt x="181" y="30"/>
                          <a:pt x="187" y="28"/>
                        </a:cubicBezTo>
                        <a:cubicBezTo>
                          <a:pt x="190" y="27"/>
                          <a:pt x="193" y="26"/>
                          <a:pt x="196" y="25"/>
                        </a:cubicBezTo>
                        <a:cubicBezTo>
                          <a:pt x="197" y="24"/>
                          <a:pt x="199" y="24"/>
                          <a:pt x="200" y="23"/>
                        </a:cubicBezTo>
                        <a:cubicBezTo>
                          <a:pt x="201" y="22"/>
                          <a:pt x="202" y="21"/>
                          <a:pt x="203" y="21"/>
                        </a:cubicBezTo>
                        <a:cubicBezTo>
                          <a:pt x="207" y="17"/>
                          <a:pt x="210" y="14"/>
                          <a:pt x="212" y="11"/>
                        </a:cubicBezTo>
                        <a:cubicBezTo>
                          <a:pt x="217" y="5"/>
                          <a:pt x="219" y="0"/>
                          <a:pt x="219" y="0"/>
                        </a:cubicBezTo>
                        <a:cubicBezTo>
                          <a:pt x="219" y="0"/>
                          <a:pt x="219" y="1"/>
                          <a:pt x="218" y="3"/>
                        </a:cubicBezTo>
                        <a:cubicBezTo>
                          <a:pt x="217" y="5"/>
                          <a:pt x="216" y="9"/>
                          <a:pt x="214" y="12"/>
                        </a:cubicBezTo>
                        <a:cubicBezTo>
                          <a:pt x="213" y="16"/>
                          <a:pt x="210" y="20"/>
                          <a:pt x="206" y="24"/>
                        </a:cubicBezTo>
                        <a:cubicBezTo>
                          <a:pt x="205" y="25"/>
                          <a:pt x="204" y="26"/>
                          <a:pt x="203" y="27"/>
                        </a:cubicBezTo>
                        <a:cubicBezTo>
                          <a:pt x="201" y="28"/>
                          <a:pt x="200" y="29"/>
                          <a:pt x="199" y="30"/>
                        </a:cubicBezTo>
                        <a:cubicBezTo>
                          <a:pt x="196" y="32"/>
                          <a:pt x="193" y="33"/>
                          <a:pt x="190" y="34"/>
                        </a:cubicBezTo>
                        <a:cubicBezTo>
                          <a:pt x="183" y="37"/>
                          <a:pt x="176" y="39"/>
                          <a:pt x="169" y="42"/>
                        </a:cubicBezTo>
                        <a:cubicBezTo>
                          <a:pt x="161" y="44"/>
                          <a:pt x="153" y="46"/>
                          <a:pt x="145" y="48"/>
                        </a:cubicBezTo>
                        <a:cubicBezTo>
                          <a:pt x="137" y="49"/>
                          <a:pt x="128" y="51"/>
                          <a:pt x="119" y="53"/>
                        </a:cubicBezTo>
                        <a:cubicBezTo>
                          <a:pt x="111" y="54"/>
                          <a:pt x="102" y="57"/>
                          <a:pt x="93" y="58"/>
                        </a:cubicBezTo>
                        <a:cubicBezTo>
                          <a:pt x="84" y="60"/>
                          <a:pt x="75" y="61"/>
                          <a:pt x="66" y="63"/>
                        </a:cubicBezTo>
                        <a:cubicBezTo>
                          <a:pt x="58" y="64"/>
                          <a:pt x="49" y="65"/>
                          <a:pt x="40" y="65"/>
                        </a:cubicBezTo>
                        <a:cubicBezTo>
                          <a:pt x="31" y="65"/>
                          <a:pt x="23" y="65"/>
                          <a:pt x="15" y="62"/>
                        </a:cubicBezTo>
                        <a:cubicBezTo>
                          <a:pt x="10" y="61"/>
                          <a:pt x="6" y="59"/>
                          <a:pt x="3" y="55"/>
                        </a:cubicBezTo>
                        <a:cubicBezTo>
                          <a:pt x="3" y="55"/>
                          <a:pt x="2" y="54"/>
                          <a:pt x="2" y="54"/>
                        </a:cubicBezTo>
                        <a:cubicBezTo>
                          <a:pt x="2" y="53"/>
                          <a:pt x="1" y="52"/>
                          <a:pt x="1" y="52"/>
                        </a:cubicBezTo>
                        <a:cubicBezTo>
                          <a:pt x="1" y="52"/>
                          <a:pt x="1" y="52"/>
                          <a:pt x="1" y="52"/>
                        </a:cubicBezTo>
                        <a:cubicBezTo>
                          <a:pt x="1" y="51"/>
                          <a:pt x="1" y="51"/>
                          <a:pt x="1" y="51"/>
                        </a:cubicBezTo>
                        <a:cubicBezTo>
                          <a:pt x="0" y="49"/>
                          <a:pt x="0" y="49"/>
                          <a:pt x="0" y="49"/>
                        </a:cubicBezTo>
                        <a:cubicBezTo>
                          <a:pt x="0" y="47"/>
                          <a:pt x="0" y="45"/>
                          <a:pt x="0" y="43"/>
                        </a:cubicBezTo>
                        <a:cubicBezTo>
                          <a:pt x="0" y="39"/>
                          <a:pt x="2" y="35"/>
                          <a:pt x="4" y="33"/>
                        </a:cubicBezTo>
                        <a:cubicBezTo>
                          <a:pt x="5" y="30"/>
                          <a:pt x="7" y="28"/>
                          <a:pt x="10" y="26"/>
                        </a:cubicBezTo>
                        <a:cubicBezTo>
                          <a:pt x="14" y="22"/>
                          <a:pt x="18" y="19"/>
                          <a:pt x="21" y="17"/>
                        </a:cubicBezTo>
                        <a:cubicBezTo>
                          <a:pt x="25" y="15"/>
                          <a:pt x="28" y="14"/>
                          <a:pt x="30" y="13"/>
                        </a:cubicBezTo>
                        <a:cubicBezTo>
                          <a:pt x="31" y="12"/>
                          <a:pt x="33" y="12"/>
                          <a:pt x="33" y="12"/>
                        </a:cubicBez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1" name="î$1îḓe">
                    <a:extLst>
                      <a:ext uri="{FF2B5EF4-FFF2-40B4-BE49-F238E27FC236}">
                        <a16:creationId xmlns:a16="http://schemas.microsoft.com/office/drawing/2014/main" id="{4AE94D4C-F6B2-22D1-0E62-4D24D006DDC2}"/>
                      </a:ext>
                    </a:extLst>
                  </p:cNvPr>
                  <p:cNvSpPr/>
                  <p:nvPr/>
                </p:nvSpPr>
                <p:spPr bwMode="auto">
                  <a:xfrm rot="1207346">
                    <a:off x="5659435" y="-193342"/>
                    <a:ext cx="311528" cy="185619"/>
                  </a:xfrm>
                  <a:custGeom>
                    <a:avLst/>
                    <a:gdLst>
                      <a:gd name="T0" fmla="*/ 231 w 231"/>
                      <a:gd name="T1" fmla="*/ 0 h 138"/>
                      <a:gd name="T2" fmla="*/ 219 w 231"/>
                      <a:gd name="T3" fmla="*/ 11 h 138"/>
                      <a:gd name="T4" fmla="*/ 185 w 231"/>
                      <a:gd name="T5" fmla="*/ 38 h 138"/>
                      <a:gd name="T6" fmla="*/ 160 w 231"/>
                      <a:gd name="T7" fmla="*/ 54 h 138"/>
                      <a:gd name="T8" fmla="*/ 132 w 231"/>
                      <a:gd name="T9" fmla="*/ 70 h 138"/>
                      <a:gd name="T10" fmla="*/ 99 w 231"/>
                      <a:gd name="T11" fmla="*/ 84 h 138"/>
                      <a:gd name="T12" fmla="*/ 64 w 231"/>
                      <a:gd name="T13" fmla="*/ 92 h 138"/>
                      <a:gd name="T14" fmla="*/ 30 w 231"/>
                      <a:gd name="T15" fmla="*/ 101 h 138"/>
                      <a:gd name="T16" fmla="*/ 22 w 231"/>
                      <a:gd name="T17" fmla="*/ 103 h 138"/>
                      <a:gd name="T18" fmla="*/ 15 w 231"/>
                      <a:gd name="T19" fmla="*/ 106 h 138"/>
                      <a:gd name="T20" fmla="*/ 14 w 231"/>
                      <a:gd name="T21" fmla="*/ 107 h 138"/>
                      <a:gd name="T22" fmla="*/ 14 w 231"/>
                      <a:gd name="T23" fmla="*/ 107 h 138"/>
                      <a:gd name="T24" fmla="*/ 13 w 231"/>
                      <a:gd name="T25" fmla="*/ 108 h 138"/>
                      <a:gd name="T26" fmla="*/ 13 w 231"/>
                      <a:gd name="T27" fmla="*/ 110 h 138"/>
                      <a:gd name="T28" fmla="*/ 12 w 231"/>
                      <a:gd name="T29" fmla="*/ 115 h 138"/>
                      <a:gd name="T30" fmla="*/ 20 w 231"/>
                      <a:gd name="T31" fmla="*/ 122 h 138"/>
                      <a:gd name="T32" fmla="*/ 34 w 231"/>
                      <a:gd name="T33" fmla="*/ 126 h 138"/>
                      <a:gd name="T34" fmla="*/ 62 w 231"/>
                      <a:gd name="T35" fmla="*/ 128 h 138"/>
                      <a:gd name="T36" fmla="*/ 103 w 231"/>
                      <a:gd name="T37" fmla="*/ 118 h 138"/>
                      <a:gd name="T38" fmla="*/ 117 w 231"/>
                      <a:gd name="T39" fmla="*/ 111 h 138"/>
                      <a:gd name="T40" fmla="*/ 114 w 231"/>
                      <a:gd name="T41" fmla="*/ 114 h 138"/>
                      <a:gd name="T42" fmla="*/ 104 w 231"/>
                      <a:gd name="T43" fmla="*/ 121 h 138"/>
                      <a:gd name="T44" fmla="*/ 87 w 231"/>
                      <a:gd name="T45" fmla="*/ 130 h 138"/>
                      <a:gd name="T46" fmla="*/ 63 w 231"/>
                      <a:gd name="T47" fmla="*/ 137 h 138"/>
                      <a:gd name="T48" fmla="*/ 48 w 231"/>
                      <a:gd name="T49" fmla="*/ 138 h 138"/>
                      <a:gd name="T50" fmla="*/ 32 w 231"/>
                      <a:gd name="T51" fmla="*/ 137 h 138"/>
                      <a:gd name="T52" fmla="*/ 16 w 231"/>
                      <a:gd name="T53" fmla="*/ 133 h 138"/>
                      <a:gd name="T54" fmla="*/ 7 w 231"/>
                      <a:gd name="T55" fmla="*/ 128 h 138"/>
                      <a:gd name="T56" fmla="*/ 1 w 231"/>
                      <a:gd name="T57" fmla="*/ 118 h 138"/>
                      <a:gd name="T58" fmla="*/ 2 w 231"/>
                      <a:gd name="T59" fmla="*/ 107 h 138"/>
                      <a:gd name="T60" fmla="*/ 2 w 231"/>
                      <a:gd name="T61" fmla="*/ 104 h 138"/>
                      <a:gd name="T62" fmla="*/ 3 w 231"/>
                      <a:gd name="T63" fmla="*/ 103 h 138"/>
                      <a:gd name="T64" fmla="*/ 3 w 231"/>
                      <a:gd name="T65" fmla="*/ 102 h 138"/>
                      <a:gd name="T66" fmla="*/ 8 w 231"/>
                      <a:gd name="T67" fmla="*/ 96 h 138"/>
                      <a:gd name="T68" fmla="*/ 18 w 231"/>
                      <a:gd name="T69" fmla="*/ 92 h 138"/>
                      <a:gd name="T70" fmla="*/ 26 w 231"/>
                      <a:gd name="T71" fmla="*/ 89 h 138"/>
                      <a:gd name="T72" fmla="*/ 61 w 231"/>
                      <a:gd name="T73" fmla="*/ 81 h 138"/>
                      <a:gd name="T74" fmla="*/ 96 w 231"/>
                      <a:gd name="T75" fmla="*/ 73 h 138"/>
                      <a:gd name="T76" fmla="*/ 112 w 231"/>
                      <a:gd name="T77" fmla="*/ 68 h 138"/>
                      <a:gd name="T78" fmla="*/ 128 w 231"/>
                      <a:gd name="T79" fmla="*/ 62 h 138"/>
                      <a:gd name="T80" fmla="*/ 156 w 231"/>
                      <a:gd name="T81" fmla="*/ 48 h 138"/>
                      <a:gd name="T82" fmla="*/ 181 w 231"/>
                      <a:gd name="T83" fmla="*/ 33 h 138"/>
                      <a:gd name="T84" fmla="*/ 218 w 231"/>
                      <a:gd name="T85" fmla="*/ 9 h 138"/>
                      <a:gd name="T86" fmla="*/ 231 w 231"/>
                      <a:gd name="T87" fmla="*/ 0 h 1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231" h="138">
                        <a:moveTo>
                          <a:pt x="231" y="0"/>
                        </a:moveTo>
                        <a:cubicBezTo>
                          <a:pt x="231" y="0"/>
                          <a:pt x="227" y="4"/>
                          <a:pt x="219" y="11"/>
                        </a:cubicBezTo>
                        <a:cubicBezTo>
                          <a:pt x="211" y="18"/>
                          <a:pt x="199" y="27"/>
                          <a:pt x="185" y="38"/>
                        </a:cubicBezTo>
                        <a:cubicBezTo>
                          <a:pt x="177" y="43"/>
                          <a:pt x="169" y="49"/>
                          <a:pt x="160" y="54"/>
                        </a:cubicBezTo>
                        <a:cubicBezTo>
                          <a:pt x="152" y="60"/>
                          <a:pt x="142" y="65"/>
                          <a:pt x="132" y="70"/>
                        </a:cubicBezTo>
                        <a:cubicBezTo>
                          <a:pt x="122" y="76"/>
                          <a:pt x="111" y="80"/>
                          <a:pt x="99" y="84"/>
                        </a:cubicBezTo>
                        <a:cubicBezTo>
                          <a:pt x="87" y="87"/>
                          <a:pt x="76" y="90"/>
                          <a:pt x="64" y="92"/>
                        </a:cubicBezTo>
                        <a:cubicBezTo>
                          <a:pt x="52" y="95"/>
                          <a:pt x="41" y="98"/>
                          <a:pt x="30" y="101"/>
                        </a:cubicBezTo>
                        <a:cubicBezTo>
                          <a:pt x="27" y="101"/>
                          <a:pt x="24" y="102"/>
                          <a:pt x="22" y="103"/>
                        </a:cubicBezTo>
                        <a:cubicBezTo>
                          <a:pt x="19" y="104"/>
                          <a:pt x="17" y="105"/>
                          <a:pt x="15" y="106"/>
                        </a:cubicBezTo>
                        <a:cubicBezTo>
                          <a:pt x="14" y="107"/>
                          <a:pt x="14" y="107"/>
                          <a:pt x="14" y="107"/>
                        </a:cubicBezTo>
                        <a:cubicBezTo>
                          <a:pt x="14" y="107"/>
                          <a:pt x="14" y="107"/>
                          <a:pt x="14" y="107"/>
                        </a:cubicBezTo>
                        <a:cubicBezTo>
                          <a:pt x="13" y="108"/>
                          <a:pt x="13" y="108"/>
                          <a:pt x="13" y="108"/>
                        </a:cubicBezTo>
                        <a:cubicBezTo>
                          <a:pt x="13" y="109"/>
                          <a:pt x="13" y="110"/>
                          <a:pt x="13" y="110"/>
                        </a:cubicBezTo>
                        <a:cubicBezTo>
                          <a:pt x="12" y="112"/>
                          <a:pt x="12" y="114"/>
                          <a:pt x="12" y="115"/>
                        </a:cubicBezTo>
                        <a:cubicBezTo>
                          <a:pt x="13" y="118"/>
                          <a:pt x="16" y="121"/>
                          <a:pt x="20" y="122"/>
                        </a:cubicBezTo>
                        <a:cubicBezTo>
                          <a:pt x="25" y="124"/>
                          <a:pt x="29" y="125"/>
                          <a:pt x="34" y="126"/>
                        </a:cubicBezTo>
                        <a:cubicBezTo>
                          <a:pt x="44" y="128"/>
                          <a:pt x="53" y="129"/>
                          <a:pt x="62" y="128"/>
                        </a:cubicBezTo>
                        <a:cubicBezTo>
                          <a:pt x="79" y="127"/>
                          <a:pt x="93" y="122"/>
                          <a:pt x="103" y="118"/>
                        </a:cubicBezTo>
                        <a:cubicBezTo>
                          <a:pt x="112" y="114"/>
                          <a:pt x="117" y="111"/>
                          <a:pt x="117" y="111"/>
                        </a:cubicBezTo>
                        <a:cubicBezTo>
                          <a:pt x="117" y="111"/>
                          <a:pt x="116" y="112"/>
                          <a:pt x="114" y="114"/>
                        </a:cubicBezTo>
                        <a:cubicBezTo>
                          <a:pt x="112" y="115"/>
                          <a:pt x="109" y="118"/>
                          <a:pt x="104" y="121"/>
                        </a:cubicBezTo>
                        <a:cubicBezTo>
                          <a:pt x="100" y="124"/>
                          <a:pt x="94" y="127"/>
                          <a:pt x="87" y="130"/>
                        </a:cubicBezTo>
                        <a:cubicBezTo>
                          <a:pt x="80" y="133"/>
                          <a:pt x="72" y="136"/>
                          <a:pt x="63" y="137"/>
                        </a:cubicBezTo>
                        <a:cubicBezTo>
                          <a:pt x="58" y="138"/>
                          <a:pt x="53" y="138"/>
                          <a:pt x="48" y="138"/>
                        </a:cubicBezTo>
                        <a:cubicBezTo>
                          <a:pt x="43" y="138"/>
                          <a:pt x="38" y="138"/>
                          <a:pt x="32" y="137"/>
                        </a:cubicBezTo>
                        <a:cubicBezTo>
                          <a:pt x="27" y="136"/>
                          <a:pt x="22" y="135"/>
                          <a:pt x="16" y="133"/>
                        </a:cubicBezTo>
                        <a:cubicBezTo>
                          <a:pt x="13" y="132"/>
                          <a:pt x="10" y="130"/>
                          <a:pt x="7" y="128"/>
                        </a:cubicBezTo>
                        <a:cubicBezTo>
                          <a:pt x="4" y="126"/>
                          <a:pt x="2" y="122"/>
                          <a:pt x="1" y="118"/>
                        </a:cubicBezTo>
                        <a:cubicBezTo>
                          <a:pt x="0" y="114"/>
                          <a:pt x="1" y="110"/>
                          <a:pt x="2" y="107"/>
                        </a:cubicBezTo>
                        <a:cubicBezTo>
                          <a:pt x="2" y="106"/>
                          <a:pt x="2" y="105"/>
                          <a:pt x="2" y="104"/>
                        </a:cubicBezTo>
                        <a:cubicBezTo>
                          <a:pt x="3" y="103"/>
                          <a:pt x="3" y="103"/>
                          <a:pt x="3" y="103"/>
                        </a:cubicBezTo>
                        <a:cubicBezTo>
                          <a:pt x="3" y="103"/>
                          <a:pt x="3" y="103"/>
                          <a:pt x="3" y="102"/>
                        </a:cubicBezTo>
                        <a:cubicBezTo>
                          <a:pt x="5" y="99"/>
                          <a:pt x="7" y="97"/>
                          <a:pt x="8" y="96"/>
                        </a:cubicBezTo>
                        <a:cubicBezTo>
                          <a:pt x="12" y="94"/>
                          <a:pt x="15" y="93"/>
                          <a:pt x="18" y="92"/>
                        </a:cubicBezTo>
                        <a:cubicBezTo>
                          <a:pt x="21" y="91"/>
                          <a:pt x="23" y="90"/>
                          <a:pt x="26" y="89"/>
                        </a:cubicBezTo>
                        <a:cubicBezTo>
                          <a:pt x="38" y="86"/>
                          <a:pt x="50" y="84"/>
                          <a:pt x="61" y="81"/>
                        </a:cubicBezTo>
                        <a:cubicBezTo>
                          <a:pt x="73" y="79"/>
                          <a:pt x="85" y="76"/>
                          <a:pt x="96" y="73"/>
                        </a:cubicBezTo>
                        <a:cubicBezTo>
                          <a:pt x="102" y="72"/>
                          <a:pt x="107" y="70"/>
                          <a:pt x="112" y="68"/>
                        </a:cubicBezTo>
                        <a:cubicBezTo>
                          <a:pt x="118" y="66"/>
                          <a:pt x="123" y="64"/>
                          <a:pt x="128" y="62"/>
                        </a:cubicBezTo>
                        <a:cubicBezTo>
                          <a:pt x="138" y="58"/>
                          <a:pt x="147" y="53"/>
                          <a:pt x="156" y="48"/>
                        </a:cubicBezTo>
                        <a:cubicBezTo>
                          <a:pt x="165" y="43"/>
                          <a:pt x="174" y="38"/>
                          <a:pt x="181" y="33"/>
                        </a:cubicBezTo>
                        <a:cubicBezTo>
                          <a:pt x="197" y="24"/>
                          <a:pt x="209" y="15"/>
                          <a:pt x="218" y="9"/>
                        </a:cubicBezTo>
                        <a:cubicBezTo>
                          <a:pt x="226" y="4"/>
                          <a:pt x="231" y="0"/>
                          <a:pt x="231" y="0"/>
                        </a:cubicBez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4" name="iṡ1îḑe">
                    <a:extLst>
                      <a:ext uri="{FF2B5EF4-FFF2-40B4-BE49-F238E27FC236}">
                        <a16:creationId xmlns:a16="http://schemas.microsoft.com/office/drawing/2014/main" id="{9E50BB6D-1E54-97F6-7DF9-7DC3970701C0}"/>
                      </a:ext>
                    </a:extLst>
                  </p:cNvPr>
                  <p:cNvSpPr/>
                  <p:nvPr/>
                </p:nvSpPr>
                <p:spPr bwMode="auto">
                  <a:xfrm rot="1207346">
                    <a:off x="5730213" y="85973"/>
                    <a:ext cx="105790" cy="230401"/>
                  </a:xfrm>
                  <a:custGeom>
                    <a:avLst/>
                    <a:gdLst>
                      <a:gd name="T0" fmla="*/ 3 w 78"/>
                      <a:gd name="T1" fmla="*/ 23 h 171"/>
                      <a:gd name="T2" fmla="*/ 3 w 78"/>
                      <a:gd name="T3" fmla="*/ 37 h 171"/>
                      <a:gd name="T4" fmla="*/ 9 w 78"/>
                      <a:gd name="T5" fmla="*/ 74 h 171"/>
                      <a:gd name="T6" fmla="*/ 17 w 78"/>
                      <a:gd name="T7" fmla="*/ 97 h 171"/>
                      <a:gd name="T8" fmla="*/ 30 w 78"/>
                      <a:gd name="T9" fmla="*/ 121 h 171"/>
                      <a:gd name="T10" fmla="*/ 48 w 78"/>
                      <a:gd name="T11" fmla="*/ 145 h 171"/>
                      <a:gd name="T12" fmla="*/ 58 w 78"/>
                      <a:gd name="T13" fmla="*/ 155 h 171"/>
                      <a:gd name="T14" fmla="*/ 63 w 78"/>
                      <a:gd name="T15" fmla="*/ 158 h 171"/>
                      <a:gd name="T16" fmla="*/ 64 w 78"/>
                      <a:gd name="T17" fmla="*/ 159 h 171"/>
                      <a:gd name="T18" fmla="*/ 64 w 78"/>
                      <a:gd name="T19" fmla="*/ 159 h 171"/>
                      <a:gd name="T20" fmla="*/ 64 w 78"/>
                      <a:gd name="T21" fmla="*/ 159 h 171"/>
                      <a:gd name="T22" fmla="*/ 64 w 78"/>
                      <a:gd name="T23" fmla="*/ 159 h 171"/>
                      <a:gd name="T24" fmla="*/ 64 w 78"/>
                      <a:gd name="T25" fmla="*/ 159 h 171"/>
                      <a:gd name="T26" fmla="*/ 65 w 78"/>
                      <a:gd name="T27" fmla="*/ 158 h 171"/>
                      <a:gd name="T28" fmla="*/ 65 w 78"/>
                      <a:gd name="T29" fmla="*/ 158 h 171"/>
                      <a:gd name="T30" fmla="*/ 65 w 78"/>
                      <a:gd name="T31" fmla="*/ 158 h 171"/>
                      <a:gd name="T32" fmla="*/ 65 w 78"/>
                      <a:gd name="T33" fmla="*/ 158 h 171"/>
                      <a:gd name="T34" fmla="*/ 65 w 78"/>
                      <a:gd name="T35" fmla="*/ 158 h 171"/>
                      <a:gd name="T36" fmla="*/ 65 w 78"/>
                      <a:gd name="T37" fmla="*/ 156 h 171"/>
                      <a:gd name="T38" fmla="*/ 66 w 78"/>
                      <a:gd name="T39" fmla="*/ 149 h 171"/>
                      <a:gd name="T40" fmla="*/ 64 w 78"/>
                      <a:gd name="T41" fmla="*/ 134 h 171"/>
                      <a:gd name="T42" fmla="*/ 60 w 78"/>
                      <a:gd name="T43" fmla="*/ 104 h 171"/>
                      <a:gd name="T44" fmla="*/ 58 w 78"/>
                      <a:gd name="T45" fmla="*/ 90 h 171"/>
                      <a:gd name="T46" fmla="*/ 58 w 78"/>
                      <a:gd name="T47" fmla="*/ 86 h 171"/>
                      <a:gd name="T48" fmla="*/ 58 w 78"/>
                      <a:gd name="T49" fmla="*/ 85 h 171"/>
                      <a:gd name="T50" fmla="*/ 57 w 78"/>
                      <a:gd name="T51" fmla="*/ 83 h 171"/>
                      <a:gd name="T52" fmla="*/ 57 w 78"/>
                      <a:gd name="T53" fmla="*/ 76 h 171"/>
                      <a:gd name="T54" fmla="*/ 59 w 78"/>
                      <a:gd name="T55" fmla="*/ 50 h 171"/>
                      <a:gd name="T56" fmla="*/ 64 w 78"/>
                      <a:gd name="T57" fmla="*/ 29 h 171"/>
                      <a:gd name="T58" fmla="*/ 69 w 78"/>
                      <a:gd name="T59" fmla="*/ 13 h 171"/>
                      <a:gd name="T60" fmla="*/ 74 w 78"/>
                      <a:gd name="T61" fmla="*/ 4 h 171"/>
                      <a:gd name="T62" fmla="*/ 76 w 78"/>
                      <a:gd name="T63" fmla="*/ 0 h 171"/>
                      <a:gd name="T64" fmla="*/ 72 w 78"/>
                      <a:gd name="T65" fmla="*/ 14 h 171"/>
                      <a:gd name="T66" fmla="*/ 68 w 78"/>
                      <a:gd name="T67" fmla="*/ 30 h 171"/>
                      <a:gd name="T68" fmla="*/ 66 w 78"/>
                      <a:gd name="T69" fmla="*/ 51 h 171"/>
                      <a:gd name="T70" fmla="*/ 66 w 78"/>
                      <a:gd name="T71" fmla="*/ 75 h 171"/>
                      <a:gd name="T72" fmla="*/ 67 w 78"/>
                      <a:gd name="T73" fmla="*/ 82 h 171"/>
                      <a:gd name="T74" fmla="*/ 67 w 78"/>
                      <a:gd name="T75" fmla="*/ 84 h 171"/>
                      <a:gd name="T76" fmla="*/ 67 w 78"/>
                      <a:gd name="T77" fmla="*/ 85 h 171"/>
                      <a:gd name="T78" fmla="*/ 68 w 78"/>
                      <a:gd name="T79" fmla="*/ 89 h 171"/>
                      <a:gd name="T80" fmla="*/ 70 w 78"/>
                      <a:gd name="T81" fmla="*/ 103 h 171"/>
                      <a:gd name="T82" fmla="*/ 76 w 78"/>
                      <a:gd name="T83" fmla="*/ 132 h 171"/>
                      <a:gd name="T84" fmla="*/ 77 w 78"/>
                      <a:gd name="T85" fmla="*/ 148 h 171"/>
                      <a:gd name="T86" fmla="*/ 77 w 78"/>
                      <a:gd name="T87" fmla="*/ 157 h 171"/>
                      <a:gd name="T88" fmla="*/ 76 w 78"/>
                      <a:gd name="T89" fmla="*/ 162 h 171"/>
                      <a:gd name="T90" fmla="*/ 72 w 78"/>
                      <a:gd name="T91" fmla="*/ 168 h 171"/>
                      <a:gd name="T92" fmla="*/ 70 w 78"/>
                      <a:gd name="T93" fmla="*/ 169 h 171"/>
                      <a:gd name="T94" fmla="*/ 68 w 78"/>
                      <a:gd name="T95" fmla="*/ 170 h 171"/>
                      <a:gd name="T96" fmla="*/ 67 w 78"/>
                      <a:gd name="T97" fmla="*/ 170 h 171"/>
                      <a:gd name="T98" fmla="*/ 67 w 78"/>
                      <a:gd name="T99" fmla="*/ 170 h 171"/>
                      <a:gd name="T100" fmla="*/ 66 w 78"/>
                      <a:gd name="T101" fmla="*/ 170 h 171"/>
                      <a:gd name="T102" fmla="*/ 65 w 78"/>
                      <a:gd name="T103" fmla="*/ 170 h 171"/>
                      <a:gd name="T104" fmla="*/ 65 w 78"/>
                      <a:gd name="T105" fmla="*/ 170 h 171"/>
                      <a:gd name="T106" fmla="*/ 65 w 78"/>
                      <a:gd name="T107" fmla="*/ 170 h 171"/>
                      <a:gd name="T108" fmla="*/ 58 w 78"/>
                      <a:gd name="T109" fmla="*/ 169 h 171"/>
                      <a:gd name="T110" fmla="*/ 50 w 78"/>
                      <a:gd name="T111" fmla="*/ 164 h 171"/>
                      <a:gd name="T112" fmla="*/ 39 w 78"/>
                      <a:gd name="T113" fmla="*/ 153 h 171"/>
                      <a:gd name="T114" fmla="*/ 21 w 78"/>
                      <a:gd name="T115" fmla="*/ 127 h 171"/>
                      <a:gd name="T116" fmla="*/ 9 w 78"/>
                      <a:gd name="T117" fmla="*/ 101 h 171"/>
                      <a:gd name="T118" fmla="*/ 5 w 78"/>
                      <a:gd name="T119" fmla="*/ 88 h 171"/>
                      <a:gd name="T120" fmla="*/ 3 w 78"/>
                      <a:gd name="T121" fmla="*/ 76 h 171"/>
                      <a:gd name="T122" fmla="*/ 1 w 78"/>
                      <a:gd name="T123" fmla="*/ 37 h 171"/>
                      <a:gd name="T124" fmla="*/ 3 w 78"/>
                      <a:gd name="T125" fmla="*/ 23 h 1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78" h="171">
                        <a:moveTo>
                          <a:pt x="3" y="23"/>
                        </a:moveTo>
                        <a:cubicBezTo>
                          <a:pt x="3" y="23"/>
                          <a:pt x="3" y="28"/>
                          <a:pt x="3" y="37"/>
                        </a:cubicBezTo>
                        <a:cubicBezTo>
                          <a:pt x="4" y="47"/>
                          <a:pt x="6" y="59"/>
                          <a:pt x="9" y="74"/>
                        </a:cubicBezTo>
                        <a:cubicBezTo>
                          <a:pt x="11" y="82"/>
                          <a:pt x="14" y="89"/>
                          <a:pt x="17" y="97"/>
                        </a:cubicBezTo>
                        <a:cubicBezTo>
                          <a:pt x="21" y="105"/>
                          <a:pt x="25" y="113"/>
                          <a:pt x="30" y="121"/>
                        </a:cubicBezTo>
                        <a:cubicBezTo>
                          <a:pt x="35" y="130"/>
                          <a:pt x="41" y="138"/>
                          <a:pt x="48" y="145"/>
                        </a:cubicBezTo>
                        <a:cubicBezTo>
                          <a:pt x="51" y="149"/>
                          <a:pt x="54" y="152"/>
                          <a:pt x="58" y="155"/>
                        </a:cubicBezTo>
                        <a:cubicBezTo>
                          <a:pt x="60" y="156"/>
                          <a:pt x="61" y="158"/>
                          <a:pt x="63" y="158"/>
                        </a:cubicBezTo>
                        <a:cubicBezTo>
                          <a:pt x="64" y="158"/>
                          <a:pt x="64" y="159"/>
                          <a:pt x="64" y="159"/>
                        </a:cubicBezTo>
                        <a:cubicBezTo>
                          <a:pt x="64" y="159"/>
                          <a:pt x="64" y="159"/>
                          <a:pt x="64" y="159"/>
                        </a:cubicBezTo>
                        <a:cubicBezTo>
                          <a:pt x="64" y="159"/>
                          <a:pt x="64" y="159"/>
                          <a:pt x="64" y="159"/>
                        </a:cubicBezTo>
                        <a:cubicBezTo>
                          <a:pt x="64" y="159"/>
                          <a:pt x="65" y="158"/>
                          <a:pt x="64" y="159"/>
                        </a:cubicBezTo>
                        <a:cubicBezTo>
                          <a:pt x="64" y="159"/>
                          <a:pt x="64" y="159"/>
                          <a:pt x="64" y="159"/>
                        </a:cubicBezTo>
                        <a:cubicBezTo>
                          <a:pt x="65" y="158"/>
                          <a:pt x="65" y="158"/>
                          <a:pt x="65" y="158"/>
                        </a:cubicBezTo>
                        <a:cubicBezTo>
                          <a:pt x="65" y="158"/>
                          <a:pt x="65" y="158"/>
                          <a:pt x="65" y="158"/>
                        </a:cubicBezTo>
                        <a:cubicBezTo>
                          <a:pt x="65" y="158"/>
                          <a:pt x="65" y="158"/>
                          <a:pt x="65" y="158"/>
                        </a:cubicBezTo>
                        <a:cubicBezTo>
                          <a:pt x="65" y="158"/>
                          <a:pt x="65" y="158"/>
                          <a:pt x="65" y="158"/>
                        </a:cubicBezTo>
                        <a:cubicBezTo>
                          <a:pt x="64" y="158"/>
                          <a:pt x="65" y="158"/>
                          <a:pt x="65" y="158"/>
                        </a:cubicBezTo>
                        <a:cubicBezTo>
                          <a:pt x="65" y="157"/>
                          <a:pt x="65" y="157"/>
                          <a:pt x="65" y="156"/>
                        </a:cubicBezTo>
                        <a:cubicBezTo>
                          <a:pt x="66" y="154"/>
                          <a:pt x="66" y="151"/>
                          <a:pt x="66" y="149"/>
                        </a:cubicBezTo>
                        <a:cubicBezTo>
                          <a:pt x="65" y="144"/>
                          <a:pt x="65" y="139"/>
                          <a:pt x="64" y="134"/>
                        </a:cubicBezTo>
                        <a:cubicBezTo>
                          <a:pt x="63" y="124"/>
                          <a:pt x="61" y="114"/>
                          <a:pt x="60" y="104"/>
                        </a:cubicBezTo>
                        <a:cubicBezTo>
                          <a:pt x="59" y="99"/>
                          <a:pt x="58" y="95"/>
                          <a:pt x="58" y="90"/>
                        </a:cubicBezTo>
                        <a:cubicBezTo>
                          <a:pt x="58" y="86"/>
                          <a:pt x="58" y="86"/>
                          <a:pt x="58" y="86"/>
                        </a:cubicBezTo>
                        <a:cubicBezTo>
                          <a:pt x="58" y="85"/>
                          <a:pt x="58" y="85"/>
                          <a:pt x="58" y="85"/>
                        </a:cubicBezTo>
                        <a:cubicBezTo>
                          <a:pt x="57" y="83"/>
                          <a:pt x="57" y="83"/>
                          <a:pt x="57" y="83"/>
                        </a:cubicBezTo>
                        <a:cubicBezTo>
                          <a:pt x="57" y="81"/>
                          <a:pt x="57" y="78"/>
                          <a:pt x="57" y="76"/>
                        </a:cubicBezTo>
                        <a:cubicBezTo>
                          <a:pt x="57" y="67"/>
                          <a:pt x="58" y="58"/>
                          <a:pt x="59" y="50"/>
                        </a:cubicBezTo>
                        <a:cubicBezTo>
                          <a:pt x="60" y="42"/>
                          <a:pt x="62" y="35"/>
                          <a:pt x="64" y="29"/>
                        </a:cubicBezTo>
                        <a:cubicBezTo>
                          <a:pt x="65" y="23"/>
                          <a:pt x="67" y="18"/>
                          <a:pt x="69" y="13"/>
                        </a:cubicBezTo>
                        <a:cubicBezTo>
                          <a:pt x="71" y="9"/>
                          <a:pt x="73" y="6"/>
                          <a:pt x="74" y="4"/>
                        </a:cubicBezTo>
                        <a:cubicBezTo>
                          <a:pt x="75" y="1"/>
                          <a:pt x="76" y="0"/>
                          <a:pt x="76" y="0"/>
                        </a:cubicBezTo>
                        <a:cubicBezTo>
                          <a:pt x="76" y="0"/>
                          <a:pt x="74" y="5"/>
                          <a:pt x="72" y="14"/>
                        </a:cubicBezTo>
                        <a:cubicBezTo>
                          <a:pt x="70" y="18"/>
                          <a:pt x="69" y="24"/>
                          <a:pt x="68" y="30"/>
                        </a:cubicBezTo>
                        <a:cubicBezTo>
                          <a:pt x="67" y="36"/>
                          <a:pt x="66" y="43"/>
                          <a:pt x="66" y="51"/>
                        </a:cubicBezTo>
                        <a:cubicBezTo>
                          <a:pt x="65" y="58"/>
                          <a:pt x="65" y="67"/>
                          <a:pt x="66" y="75"/>
                        </a:cubicBezTo>
                        <a:cubicBezTo>
                          <a:pt x="66" y="77"/>
                          <a:pt x="67" y="80"/>
                          <a:pt x="67" y="82"/>
                        </a:cubicBezTo>
                        <a:cubicBezTo>
                          <a:pt x="67" y="84"/>
                          <a:pt x="67" y="84"/>
                          <a:pt x="67" y="84"/>
                        </a:cubicBezTo>
                        <a:cubicBezTo>
                          <a:pt x="67" y="85"/>
                          <a:pt x="67" y="85"/>
                          <a:pt x="67" y="85"/>
                        </a:cubicBezTo>
                        <a:cubicBezTo>
                          <a:pt x="68" y="89"/>
                          <a:pt x="68" y="89"/>
                          <a:pt x="68" y="89"/>
                        </a:cubicBezTo>
                        <a:cubicBezTo>
                          <a:pt x="69" y="93"/>
                          <a:pt x="69" y="98"/>
                          <a:pt x="70" y="103"/>
                        </a:cubicBezTo>
                        <a:cubicBezTo>
                          <a:pt x="72" y="112"/>
                          <a:pt x="74" y="122"/>
                          <a:pt x="76" y="132"/>
                        </a:cubicBezTo>
                        <a:cubicBezTo>
                          <a:pt x="76" y="138"/>
                          <a:pt x="77" y="143"/>
                          <a:pt x="77" y="148"/>
                        </a:cubicBezTo>
                        <a:cubicBezTo>
                          <a:pt x="78" y="151"/>
                          <a:pt x="78" y="154"/>
                          <a:pt x="77" y="157"/>
                        </a:cubicBezTo>
                        <a:cubicBezTo>
                          <a:pt x="77" y="159"/>
                          <a:pt x="77" y="161"/>
                          <a:pt x="76" y="162"/>
                        </a:cubicBezTo>
                        <a:cubicBezTo>
                          <a:pt x="75" y="164"/>
                          <a:pt x="74" y="167"/>
                          <a:pt x="72" y="168"/>
                        </a:cubicBezTo>
                        <a:cubicBezTo>
                          <a:pt x="71" y="168"/>
                          <a:pt x="71" y="169"/>
                          <a:pt x="70" y="169"/>
                        </a:cubicBezTo>
                        <a:cubicBezTo>
                          <a:pt x="69" y="169"/>
                          <a:pt x="69" y="170"/>
                          <a:pt x="68" y="170"/>
                        </a:cubicBezTo>
                        <a:cubicBezTo>
                          <a:pt x="67" y="170"/>
                          <a:pt x="67" y="170"/>
                          <a:pt x="67" y="170"/>
                        </a:cubicBezTo>
                        <a:cubicBezTo>
                          <a:pt x="67" y="170"/>
                          <a:pt x="67" y="170"/>
                          <a:pt x="67" y="170"/>
                        </a:cubicBezTo>
                        <a:cubicBezTo>
                          <a:pt x="66" y="170"/>
                          <a:pt x="66" y="170"/>
                          <a:pt x="66" y="170"/>
                        </a:cubicBezTo>
                        <a:cubicBezTo>
                          <a:pt x="65" y="171"/>
                          <a:pt x="66" y="170"/>
                          <a:pt x="65" y="170"/>
                        </a:cubicBezTo>
                        <a:cubicBezTo>
                          <a:pt x="65" y="170"/>
                          <a:pt x="65" y="170"/>
                          <a:pt x="65" y="170"/>
                        </a:cubicBezTo>
                        <a:cubicBezTo>
                          <a:pt x="65" y="170"/>
                          <a:pt x="65" y="170"/>
                          <a:pt x="65" y="170"/>
                        </a:cubicBezTo>
                        <a:cubicBezTo>
                          <a:pt x="62" y="171"/>
                          <a:pt x="60" y="170"/>
                          <a:pt x="58" y="169"/>
                        </a:cubicBezTo>
                        <a:cubicBezTo>
                          <a:pt x="55" y="168"/>
                          <a:pt x="53" y="166"/>
                          <a:pt x="50" y="164"/>
                        </a:cubicBezTo>
                        <a:cubicBezTo>
                          <a:pt x="46" y="161"/>
                          <a:pt x="42" y="157"/>
                          <a:pt x="39" y="153"/>
                        </a:cubicBezTo>
                        <a:cubicBezTo>
                          <a:pt x="32" y="144"/>
                          <a:pt x="26" y="136"/>
                          <a:pt x="21" y="127"/>
                        </a:cubicBezTo>
                        <a:cubicBezTo>
                          <a:pt x="16" y="118"/>
                          <a:pt x="12" y="109"/>
                          <a:pt x="9" y="101"/>
                        </a:cubicBezTo>
                        <a:cubicBezTo>
                          <a:pt x="7" y="96"/>
                          <a:pt x="6" y="92"/>
                          <a:pt x="5" y="88"/>
                        </a:cubicBezTo>
                        <a:cubicBezTo>
                          <a:pt x="4" y="84"/>
                          <a:pt x="3" y="80"/>
                          <a:pt x="3" y="76"/>
                        </a:cubicBezTo>
                        <a:cubicBezTo>
                          <a:pt x="0" y="60"/>
                          <a:pt x="0" y="47"/>
                          <a:pt x="1" y="37"/>
                        </a:cubicBezTo>
                        <a:cubicBezTo>
                          <a:pt x="2" y="28"/>
                          <a:pt x="3" y="23"/>
                          <a:pt x="3" y="23"/>
                        </a:cubicBez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5" name="ïsļíde">
                    <a:extLst>
                      <a:ext uri="{FF2B5EF4-FFF2-40B4-BE49-F238E27FC236}">
                        <a16:creationId xmlns:a16="http://schemas.microsoft.com/office/drawing/2014/main" id="{99E13731-62C0-36A5-2222-BB797954BC66}"/>
                      </a:ext>
                    </a:extLst>
                  </p:cNvPr>
                  <p:cNvSpPr/>
                  <p:nvPr/>
                </p:nvSpPr>
                <p:spPr bwMode="auto">
                  <a:xfrm rot="1207346">
                    <a:off x="6561558" y="-329949"/>
                    <a:ext cx="17523" cy="17523"/>
                  </a:xfrm>
                  <a:custGeom>
                    <a:avLst/>
                    <a:gdLst>
                      <a:gd name="T0" fmla="*/ 13 w 13"/>
                      <a:gd name="T1" fmla="*/ 6 h 13"/>
                      <a:gd name="T2" fmla="*/ 7 w 13"/>
                      <a:gd name="T3" fmla="*/ 12 h 13"/>
                      <a:gd name="T4" fmla="*/ 1 w 13"/>
                      <a:gd name="T5" fmla="*/ 7 h 13"/>
                      <a:gd name="T6" fmla="*/ 6 w 13"/>
                      <a:gd name="T7" fmla="*/ 0 h 13"/>
                      <a:gd name="T8" fmla="*/ 13 w 13"/>
                      <a:gd name="T9" fmla="*/ 6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" h="13">
                        <a:moveTo>
                          <a:pt x="13" y="6"/>
                        </a:moveTo>
                        <a:cubicBezTo>
                          <a:pt x="13" y="9"/>
                          <a:pt x="11" y="12"/>
                          <a:pt x="7" y="12"/>
                        </a:cubicBezTo>
                        <a:cubicBezTo>
                          <a:pt x="4" y="13"/>
                          <a:pt x="1" y="10"/>
                          <a:pt x="1" y="7"/>
                        </a:cubicBezTo>
                        <a:cubicBezTo>
                          <a:pt x="0" y="4"/>
                          <a:pt x="3" y="1"/>
                          <a:pt x="6" y="0"/>
                        </a:cubicBezTo>
                        <a:cubicBezTo>
                          <a:pt x="10" y="0"/>
                          <a:pt x="13" y="2"/>
                          <a:pt x="13" y="6"/>
                        </a:cubicBezTo>
                        <a:close/>
                      </a:path>
                    </a:pathLst>
                  </a:custGeom>
                  <a:solidFill>
                    <a:srgbClr val="2D2D2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</p:grpSp>
          <p:grpSp>
            <p:nvGrpSpPr>
              <p:cNvPr id="1166" name="组合 1165">
                <a:extLst>
                  <a:ext uri="{FF2B5EF4-FFF2-40B4-BE49-F238E27FC236}">
                    <a16:creationId xmlns:a16="http://schemas.microsoft.com/office/drawing/2014/main" id="{FBE8ADBA-E336-559C-8227-16B44F32B2C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208397" y="3931640"/>
                <a:ext cx="233791" cy="421914"/>
                <a:chOff x="6924675" y="6591829"/>
                <a:chExt cx="885825" cy="1598613"/>
              </a:xfrm>
            </p:grpSpPr>
            <p:sp>
              <p:nvSpPr>
                <p:cNvPr id="1167" name="íṧľiḋe">
                  <a:extLst>
                    <a:ext uri="{FF2B5EF4-FFF2-40B4-BE49-F238E27FC236}">
                      <a16:creationId xmlns:a16="http://schemas.microsoft.com/office/drawing/2014/main" id="{2F5EB46D-D89A-2833-5490-A5071CEFA17B}"/>
                    </a:ext>
                  </a:extLst>
                </p:cNvPr>
                <p:cNvSpPr/>
                <p:nvPr/>
              </p:nvSpPr>
              <p:spPr bwMode="auto">
                <a:xfrm>
                  <a:off x="7383463" y="7466542"/>
                  <a:ext cx="366713" cy="422275"/>
                </a:xfrm>
                <a:custGeom>
                  <a:avLst/>
                  <a:gdLst>
                    <a:gd name="T0" fmla="*/ 0 w 68"/>
                    <a:gd name="T1" fmla="*/ 78 h 78"/>
                    <a:gd name="T2" fmla="*/ 68 w 68"/>
                    <a:gd name="T3" fmla="*/ 0 h 78"/>
                    <a:gd name="T4" fmla="*/ 0 w 68"/>
                    <a:gd name="T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8" h="78">
                      <a:moveTo>
                        <a:pt x="0" y="78"/>
                      </a:moveTo>
                      <a:cubicBezTo>
                        <a:pt x="0" y="78"/>
                        <a:pt x="1" y="9"/>
                        <a:pt x="68" y="0"/>
                      </a:cubicBezTo>
                      <a:cubicBezTo>
                        <a:pt x="68" y="0"/>
                        <a:pt x="57" y="67"/>
                        <a:pt x="0" y="78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8" name="îsḻiḓê">
                  <a:extLst>
                    <a:ext uri="{FF2B5EF4-FFF2-40B4-BE49-F238E27FC236}">
                      <a16:creationId xmlns:a16="http://schemas.microsoft.com/office/drawing/2014/main" id="{4C0FCA49-8BF4-3619-C949-E5A46BC5CEA1}"/>
                    </a:ext>
                  </a:extLst>
                </p:cNvPr>
                <p:cNvSpPr/>
                <p:nvPr/>
              </p:nvSpPr>
              <p:spPr bwMode="auto">
                <a:xfrm>
                  <a:off x="7027863" y="7601479"/>
                  <a:ext cx="339725" cy="379413"/>
                </a:xfrm>
                <a:custGeom>
                  <a:avLst/>
                  <a:gdLst>
                    <a:gd name="T0" fmla="*/ 63 w 63"/>
                    <a:gd name="T1" fmla="*/ 70 h 70"/>
                    <a:gd name="T2" fmla="*/ 0 w 63"/>
                    <a:gd name="T3" fmla="*/ 0 h 70"/>
                    <a:gd name="T4" fmla="*/ 63 w 63"/>
                    <a:gd name="T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3" h="70">
                      <a:moveTo>
                        <a:pt x="63" y="70"/>
                      </a:moveTo>
                      <a:cubicBezTo>
                        <a:pt x="63" y="70"/>
                        <a:pt x="62" y="6"/>
                        <a:pt x="0" y="0"/>
                      </a:cubicBezTo>
                      <a:cubicBezTo>
                        <a:pt x="0" y="0"/>
                        <a:pt x="6" y="64"/>
                        <a:pt x="63" y="70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9" name="ïṣḻíḑê">
                  <a:extLst>
                    <a:ext uri="{FF2B5EF4-FFF2-40B4-BE49-F238E27FC236}">
                      <a16:creationId xmlns:a16="http://schemas.microsoft.com/office/drawing/2014/main" id="{B80ADE7F-A5C2-EC50-8F06-A8E4582FD85F}"/>
                    </a:ext>
                  </a:extLst>
                </p:cNvPr>
                <p:cNvSpPr/>
                <p:nvPr/>
              </p:nvSpPr>
              <p:spPr bwMode="auto">
                <a:xfrm>
                  <a:off x="7329488" y="7056967"/>
                  <a:ext cx="130175" cy="1133475"/>
                </a:xfrm>
                <a:custGeom>
                  <a:avLst/>
                  <a:gdLst>
                    <a:gd name="T0" fmla="*/ 7 w 24"/>
                    <a:gd name="T1" fmla="*/ 0 h 210"/>
                    <a:gd name="T2" fmla="*/ 0 w 24"/>
                    <a:gd name="T3" fmla="*/ 21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4" h="210">
                      <a:moveTo>
                        <a:pt x="7" y="0"/>
                      </a:moveTo>
                      <a:cubicBezTo>
                        <a:pt x="7" y="0"/>
                        <a:pt x="24" y="106"/>
                        <a:pt x="0" y="210"/>
                      </a:cubicBezTo>
                    </a:path>
                  </a:pathLst>
                </a:custGeom>
                <a:noFill/>
                <a:ln w="22225" cap="flat">
                  <a:solidFill>
                    <a:srgbClr val="61678B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0" name="íšḷiḓé">
                  <a:extLst>
                    <a:ext uri="{FF2B5EF4-FFF2-40B4-BE49-F238E27FC236}">
                      <a16:creationId xmlns:a16="http://schemas.microsoft.com/office/drawing/2014/main" id="{F318D3CA-D67A-3E60-F06A-FA79B8D1D7C3}"/>
                    </a:ext>
                  </a:extLst>
                </p:cNvPr>
                <p:cNvSpPr/>
                <p:nvPr/>
              </p:nvSpPr>
              <p:spPr bwMode="auto">
                <a:xfrm>
                  <a:off x="6924675" y="6591829"/>
                  <a:ext cx="885825" cy="881063"/>
                </a:xfrm>
                <a:custGeom>
                  <a:avLst/>
                  <a:gdLst>
                    <a:gd name="T0" fmla="*/ 158 w 164"/>
                    <a:gd name="T1" fmla="*/ 104 h 163"/>
                    <a:gd name="T2" fmla="*/ 132 w 164"/>
                    <a:gd name="T3" fmla="*/ 77 h 163"/>
                    <a:gd name="T4" fmla="*/ 129 w 164"/>
                    <a:gd name="T5" fmla="*/ 77 h 163"/>
                    <a:gd name="T6" fmla="*/ 132 w 164"/>
                    <a:gd name="T7" fmla="*/ 76 h 163"/>
                    <a:gd name="T8" fmla="*/ 152 w 164"/>
                    <a:gd name="T9" fmla="*/ 44 h 163"/>
                    <a:gd name="T10" fmla="*/ 114 w 164"/>
                    <a:gd name="T11" fmla="*/ 43 h 163"/>
                    <a:gd name="T12" fmla="*/ 112 w 164"/>
                    <a:gd name="T13" fmla="*/ 45 h 163"/>
                    <a:gd name="T14" fmla="*/ 113 w 164"/>
                    <a:gd name="T15" fmla="*/ 43 h 163"/>
                    <a:gd name="T16" fmla="*/ 105 w 164"/>
                    <a:gd name="T17" fmla="*/ 6 h 163"/>
                    <a:gd name="T18" fmla="*/ 78 w 164"/>
                    <a:gd name="T19" fmla="*/ 32 h 163"/>
                    <a:gd name="T20" fmla="*/ 78 w 164"/>
                    <a:gd name="T21" fmla="*/ 34 h 163"/>
                    <a:gd name="T22" fmla="*/ 77 w 164"/>
                    <a:gd name="T23" fmla="*/ 32 h 163"/>
                    <a:gd name="T24" fmla="*/ 45 w 164"/>
                    <a:gd name="T25" fmla="*/ 12 h 163"/>
                    <a:gd name="T26" fmla="*/ 44 w 164"/>
                    <a:gd name="T27" fmla="*/ 49 h 163"/>
                    <a:gd name="T28" fmla="*/ 46 w 164"/>
                    <a:gd name="T29" fmla="*/ 51 h 163"/>
                    <a:gd name="T30" fmla="*/ 43 w 164"/>
                    <a:gd name="T31" fmla="*/ 50 h 163"/>
                    <a:gd name="T32" fmla="*/ 6 w 164"/>
                    <a:gd name="T33" fmla="*/ 58 h 163"/>
                    <a:gd name="T34" fmla="*/ 32 w 164"/>
                    <a:gd name="T35" fmla="*/ 86 h 163"/>
                    <a:gd name="T36" fmla="*/ 35 w 164"/>
                    <a:gd name="T37" fmla="*/ 86 h 163"/>
                    <a:gd name="T38" fmla="*/ 33 w 164"/>
                    <a:gd name="T39" fmla="*/ 87 h 163"/>
                    <a:gd name="T40" fmla="*/ 12 w 164"/>
                    <a:gd name="T41" fmla="*/ 118 h 163"/>
                    <a:gd name="T42" fmla="*/ 50 w 164"/>
                    <a:gd name="T43" fmla="*/ 120 h 163"/>
                    <a:gd name="T44" fmla="*/ 52 w 164"/>
                    <a:gd name="T45" fmla="*/ 118 h 163"/>
                    <a:gd name="T46" fmla="*/ 51 w 164"/>
                    <a:gd name="T47" fmla="*/ 120 h 163"/>
                    <a:gd name="T48" fmla="*/ 59 w 164"/>
                    <a:gd name="T49" fmla="*/ 157 h 163"/>
                    <a:gd name="T50" fmla="*/ 86 w 164"/>
                    <a:gd name="T51" fmla="*/ 131 h 163"/>
                    <a:gd name="T52" fmla="*/ 87 w 164"/>
                    <a:gd name="T53" fmla="*/ 128 h 163"/>
                    <a:gd name="T54" fmla="*/ 87 w 164"/>
                    <a:gd name="T55" fmla="*/ 131 h 163"/>
                    <a:gd name="T56" fmla="*/ 119 w 164"/>
                    <a:gd name="T57" fmla="*/ 151 h 163"/>
                    <a:gd name="T58" fmla="*/ 120 w 164"/>
                    <a:gd name="T59" fmla="*/ 113 h 163"/>
                    <a:gd name="T60" fmla="*/ 119 w 164"/>
                    <a:gd name="T61" fmla="*/ 111 h 163"/>
                    <a:gd name="T62" fmla="*/ 121 w 164"/>
                    <a:gd name="T63" fmla="*/ 113 h 163"/>
                    <a:gd name="T64" fmla="*/ 158 w 164"/>
                    <a:gd name="T65" fmla="*/ 104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64" h="163">
                      <a:moveTo>
                        <a:pt x="158" y="104"/>
                      </a:moveTo>
                      <a:cubicBezTo>
                        <a:pt x="164" y="85"/>
                        <a:pt x="145" y="78"/>
                        <a:pt x="132" y="77"/>
                      </a:cubicBezTo>
                      <a:cubicBezTo>
                        <a:pt x="131" y="77"/>
                        <a:pt x="130" y="77"/>
                        <a:pt x="129" y="77"/>
                      </a:cubicBezTo>
                      <a:cubicBezTo>
                        <a:pt x="130" y="77"/>
                        <a:pt x="131" y="76"/>
                        <a:pt x="132" y="76"/>
                      </a:cubicBezTo>
                      <a:cubicBezTo>
                        <a:pt x="145" y="72"/>
                        <a:pt x="162" y="63"/>
                        <a:pt x="152" y="44"/>
                      </a:cubicBezTo>
                      <a:cubicBezTo>
                        <a:pt x="142" y="26"/>
                        <a:pt x="125" y="34"/>
                        <a:pt x="114" y="43"/>
                      </a:cubicBezTo>
                      <a:cubicBezTo>
                        <a:pt x="113" y="44"/>
                        <a:pt x="113" y="44"/>
                        <a:pt x="112" y="45"/>
                      </a:cubicBezTo>
                      <a:cubicBezTo>
                        <a:pt x="113" y="44"/>
                        <a:pt x="113" y="43"/>
                        <a:pt x="113" y="43"/>
                      </a:cubicBezTo>
                      <a:cubicBezTo>
                        <a:pt x="120" y="31"/>
                        <a:pt x="125" y="12"/>
                        <a:pt x="105" y="6"/>
                      </a:cubicBezTo>
                      <a:cubicBezTo>
                        <a:pt x="85" y="0"/>
                        <a:pt x="79" y="18"/>
                        <a:pt x="78" y="32"/>
                      </a:cubicBezTo>
                      <a:cubicBezTo>
                        <a:pt x="78" y="33"/>
                        <a:pt x="78" y="33"/>
                        <a:pt x="78" y="34"/>
                      </a:cubicBezTo>
                      <a:cubicBezTo>
                        <a:pt x="77" y="33"/>
                        <a:pt x="77" y="33"/>
                        <a:pt x="77" y="32"/>
                      </a:cubicBezTo>
                      <a:cubicBezTo>
                        <a:pt x="73" y="19"/>
                        <a:pt x="63" y="2"/>
                        <a:pt x="45" y="12"/>
                      </a:cubicBezTo>
                      <a:cubicBezTo>
                        <a:pt x="27" y="21"/>
                        <a:pt x="35" y="39"/>
                        <a:pt x="44" y="49"/>
                      </a:cubicBezTo>
                      <a:cubicBezTo>
                        <a:pt x="44" y="50"/>
                        <a:pt x="45" y="51"/>
                        <a:pt x="46" y="51"/>
                      </a:cubicBezTo>
                      <a:cubicBezTo>
                        <a:pt x="45" y="51"/>
                        <a:pt x="44" y="50"/>
                        <a:pt x="43" y="50"/>
                      </a:cubicBezTo>
                      <a:cubicBezTo>
                        <a:pt x="31" y="43"/>
                        <a:pt x="13" y="38"/>
                        <a:pt x="6" y="58"/>
                      </a:cubicBezTo>
                      <a:cubicBezTo>
                        <a:pt x="0" y="78"/>
                        <a:pt x="19" y="85"/>
                        <a:pt x="32" y="86"/>
                      </a:cubicBezTo>
                      <a:cubicBezTo>
                        <a:pt x="33" y="86"/>
                        <a:pt x="34" y="86"/>
                        <a:pt x="35" y="86"/>
                      </a:cubicBezTo>
                      <a:cubicBezTo>
                        <a:pt x="34" y="86"/>
                        <a:pt x="33" y="86"/>
                        <a:pt x="33" y="87"/>
                      </a:cubicBezTo>
                      <a:cubicBezTo>
                        <a:pt x="19" y="90"/>
                        <a:pt x="2" y="100"/>
                        <a:pt x="12" y="118"/>
                      </a:cubicBezTo>
                      <a:cubicBezTo>
                        <a:pt x="22" y="137"/>
                        <a:pt x="39" y="128"/>
                        <a:pt x="50" y="120"/>
                      </a:cubicBezTo>
                      <a:cubicBezTo>
                        <a:pt x="51" y="119"/>
                        <a:pt x="51" y="118"/>
                        <a:pt x="52" y="118"/>
                      </a:cubicBezTo>
                      <a:cubicBezTo>
                        <a:pt x="51" y="119"/>
                        <a:pt x="51" y="119"/>
                        <a:pt x="51" y="120"/>
                      </a:cubicBezTo>
                      <a:cubicBezTo>
                        <a:pt x="44" y="132"/>
                        <a:pt x="39" y="151"/>
                        <a:pt x="59" y="157"/>
                      </a:cubicBezTo>
                      <a:cubicBezTo>
                        <a:pt x="79" y="163"/>
                        <a:pt x="85" y="145"/>
                        <a:pt x="86" y="131"/>
                      </a:cubicBezTo>
                      <a:cubicBezTo>
                        <a:pt x="86" y="130"/>
                        <a:pt x="87" y="129"/>
                        <a:pt x="87" y="128"/>
                      </a:cubicBezTo>
                      <a:cubicBezTo>
                        <a:pt x="87" y="129"/>
                        <a:pt x="87" y="130"/>
                        <a:pt x="87" y="131"/>
                      </a:cubicBezTo>
                      <a:cubicBezTo>
                        <a:pt x="91" y="144"/>
                        <a:pt x="101" y="161"/>
                        <a:pt x="119" y="151"/>
                      </a:cubicBezTo>
                      <a:cubicBezTo>
                        <a:pt x="138" y="141"/>
                        <a:pt x="129" y="124"/>
                        <a:pt x="120" y="113"/>
                      </a:cubicBezTo>
                      <a:cubicBezTo>
                        <a:pt x="120" y="113"/>
                        <a:pt x="119" y="112"/>
                        <a:pt x="119" y="111"/>
                      </a:cubicBezTo>
                      <a:cubicBezTo>
                        <a:pt x="119" y="112"/>
                        <a:pt x="120" y="112"/>
                        <a:pt x="121" y="113"/>
                      </a:cubicBezTo>
                      <a:cubicBezTo>
                        <a:pt x="133" y="119"/>
                        <a:pt x="151" y="124"/>
                        <a:pt x="158" y="104"/>
                      </a:cubicBezTo>
                      <a:close/>
                    </a:path>
                  </a:pathLst>
                </a:custGeom>
                <a:solidFill>
                  <a:srgbClr val="EC36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1" name="iSḻïḍé">
                  <a:extLst>
                    <a:ext uri="{FF2B5EF4-FFF2-40B4-BE49-F238E27FC236}">
                      <a16:creationId xmlns:a16="http://schemas.microsoft.com/office/drawing/2014/main" id="{35E01AD3-52C5-2923-BBE2-0FCDD73F0A17}"/>
                    </a:ext>
                  </a:extLst>
                </p:cNvPr>
                <p:cNvSpPr/>
                <p:nvPr/>
              </p:nvSpPr>
              <p:spPr bwMode="auto">
                <a:xfrm>
                  <a:off x="7043738" y="6706129"/>
                  <a:ext cx="647700" cy="652463"/>
                </a:xfrm>
                <a:custGeom>
                  <a:avLst/>
                  <a:gdLst>
                    <a:gd name="T0" fmla="*/ 116 w 120"/>
                    <a:gd name="T1" fmla="*/ 77 h 121"/>
                    <a:gd name="T2" fmla="*/ 97 w 120"/>
                    <a:gd name="T3" fmla="*/ 57 h 121"/>
                    <a:gd name="T4" fmla="*/ 95 w 120"/>
                    <a:gd name="T5" fmla="*/ 57 h 121"/>
                    <a:gd name="T6" fmla="*/ 97 w 120"/>
                    <a:gd name="T7" fmla="*/ 57 h 121"/>
                    <a:gd name="T8" fmla="*/ 112 w 120"/>
                    <a:gd name="T9" fmla="*/ 33 h 121"/>
                    <a:gd name="T10" fmla="*/ 84 w 120"/>
                    <a:gd name="T11" fmla="*/ 32 h 121"/>
                    <a:gd name="T12" fmla="*/ 82 w 120"/>
                    <a:gd name="T13" fmla="*/ 33 h 121"/>
                    <a:gd name="T14" fmla="*/ 83 w 120"/>
                    <a:gd name="T15" fmla="*/ 32 h 121"/>
                    <a:gd name="T16" fmla="*/ 77 w 120"/>
                    <a:gd name="T17" fmla="*/ 5 h 121"/>
                    <a:gd name="T18" fmla="*/ 57 w 120"/>
                    <a:gd name="T19" fmla="*/ 24 h 121"/>
                    <a:gd name="T20" fmla="*/ 57 w 120"/>
                    <a:gd name="T21" fmla="*/ 26 h 121"/>
                    <a:gd name="T22" fmla="*/ 56 w 120"/>
                    <a:gd name="T23" fmla="*/ 24 h 121"/>
                    <a:gd name="T24" fmla="*/ 33 w 120"/>
                    <a:gd name="T25" fmla="*/ 9 h 121"/>
                    <a:gd name="T26" fmla="*/ 32 w 120"/>
                    <a:gd name="T27" fmla="*/ 37 h 121"/>
                    <a:gd name="T28" fmla="*/ 33 w 120"/>
                    <a:gd name="T29" fmla="*/ 38 h 121"/>
                    <a:gd name="T30" fmla="*/ 31 w 120"/>
                    <a:gd name="T31" fmla="*/ 37 h 121"/>
                    <a:gd name="T32" fmla="*/ 4 w 120"/>
                    <a:gd name="T33" fmla="*/ 43 h 121"/>
                    <a:gd name="T34" fmla="*/ 23 w 120"/>
                    <a:gd name="T35" fmla="*/ 64 h 121"/>
                    <a:gd name="T36" fmla="*/ 25 w 120"/>
                    <a:gd name="T37" fmla="*/ 64 h 121"/>
                    <a:gd name="T38" fmla="*/ 23 w 120"/>
                    <a:gd name="T39" fmla="*/ 64 h 121"/>
                    <a:gd name="T40" fmla="*/ 8 w 120"/>
                    <a:gd name="T41" fmla="*/ 88 h 121"/>
                    <a:gd name="T42" fmla="*/ 36 w 120"/>
                    <a:gd name="T43" fmla="*/ 89 h 121"/>
                    <a:gd name="T44" fmla="*/ 38 w 120"/>
                    <a:gd name="T45" fmla="*/ 87 h 121"/>
                    <a:gd name="T46" fmla="*/ 37 w 120"/>
                    <a:gd name="T47" fmla="*/ 89 h 121"/>
                    <a:gd name="T48" fmla="*/ 43 w 120"/>
                    <a:gd name="T49" fmla="*/ 116 h 121"/>
                    <a:gd name="T50" fmla="*/ 63 w 120"/>
                    <a:gd name="T51" fmla="*/ 97 h 121"/>
                    <a:gd name="T52" fmla="*/ 63 w 120"/>
                    <a:gd name="T53" fmla="*/ 95 h 121"/>
                    <a:gd name="T54" fmla="*/ 64 w 120"/>
                    <a:gd name="T55" fmla="*/ 97 h 121"/>
                    <a:gd name="T56" fmla="*/ 87 w 120"/>
                    <a:gd name="T57" fmla="*/ 112 h 121"/>
                    <a:gd name="T58" fmla="*/ 88 w 120"/>
                    <a:gd name="T59" fmla="*/ 84 h 121"/>
                    <a:gd name="T60" fmla="*/ 87 w 120"/>
                    <a:gd name="T61" fmla="*/ 83 h 121"/>
                    <a:gd name="T62" fmla="*/ 89 w 120"/>
                    <a:gd name="T63" fmla="*/ 84 h 121"/>
                    <a:gd name="T64" fmla="*/ 116 w 120"/>
                    <a:gd name="T65" fmla="*/ 7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20" h="121">
                      <a:moveTo>
                        <a:pt x="116" y="77"/>
                      </a:moveTo>
                      <a:cubicBezTo>
                        <a:pt x="120" y="63"/>
                        <a:pt x="107" y="58"/>
                        <a:pt x="97" y="57"/>
                      </a:cubicBezTo>
                      <a:cubicBezTo>
                        <a:pt x="96" y="57"/>
                        <a:pt x="95" y="57"/>
                        <a:pt x="95" y="57"/>
                      </a:cubicBezTo>
                      <a:cubicBezTo>
                        <a:pt x="95" y="57"/>
                        <a:pt x="96" y="57"/>
                        <a:pt x="97" y="57"/>
                      </a:cubicBezTo>
                      <a:cubicBezTo>
                        <a:pt x="106" y="54"/>
                        <a:pt x="119" y="47"/>
                        <a:pt x="112" y="33"/>
                      </a:cubicBezTo>
                      <a:cubicBezTo>
                        <a:pt x="104" y="19"/>
                        <a:pt x="91" y="26"/>
                        <a:pt x="84" y="32"/>
                      </a:cubicBezTo>
                      <a:cubicBezTo>
                        <a:pt x="83" y="33"/>
                        <a:pt x="83" y="33"/>
                        <a:pt x="82" y="33"/>
                      </a:cubicBezTo>
                      <a:cubicBezTo>
                        <a:pt x="83" y="33"/>
                        <a:pt x="83" y="32"/>
                        <a:pt x="83" y="32"/>
                      </a:cubicBezTo>
                      <a:cubicBezTo>
                        <a:pt x="88" y="23"/>
                        <a:pt x="92" y="9"/>
                        <a:pt x="77" y="5"/>
                      </a:cubicBezTo>
                      <a:cubicBezTo>
                        <a:pt x="62" y="0"/>
                        <a:pt x="58" y="14"/>
                        <a:pt x="57" y="24"/>
                      </a:cubicBezTo>
                      <a:cubicBezTo>
                        <a:pt x="57" y="24"/>
                        <a:pt x="57" y="25"/>
                        <a:pt x="57" y="26"/>
                      </a:cubicBezTo>
                      <a:cubicBezTo>
                        <a:pt x="57" y="25"/>
                        <a:pt x="56" y="24"/>
                        <a:pt x="56" y="24"/>
                      </a:cubicBezTo>
                      <a:cubicBezTo>
                        <a:pt x="53" y="14"/>
                        <a:pt x="46" y="2"/>
                        <a:pt x="33" y="9"/>
                      </a:cubicBezTo>
                      <a:cubicBezTo>
                        <a:pt x="19" y="16"/>
                        <a:pt x="25" y="29"/>
                        <a:pt x="32" y="37"/>
                      </a:cubicBezTo>
                      <a:cubicBezTo>
                        <a:pt x="32" y="37"/>
                        <a:pt x="33" y="38"/>
                        <a:pt x="33" y="38"/>
                      </a:cubicBezTo>
                      <a:cubicBezTo>
                        <a:pt x="33" y="38"/>
                        <a:pt x="32" y="37"/>
                        <a:pt x="31" y="37"/>
                      </a:cubicBezTo>
                      <a:cubicBezTo>
                        <a:pt x="23" y="32"/>
                        <a:pt x="9" y="29"/>
                        <a:pt x="4" y="43"/>
                      </a:cubicBezTo>
                      <a:cubicBezTo>
                        <a:pt x="0" y="58"/>
                        <a:pt x="13" y="63"/>
                        <a:pt x="23" y="64"/>
                      </a:cubicBezTo>
                      <a:cubicBezTo>
                        <a:pt x="24" y="64"/>
                        <a:pt x="25" y="64"/>
                        <a:pt x="25" y="64"/>
                      </a:cubicBezTo>
                      <a:cubicBezTo>
                        <a:pt x="25" y="64"/>
                        <a:pt x="24" y="64"/>
                        <a:pt x="23" y="64"/>
                      </a:cubicBezTo>
                      <a:cubicBezTo>
                        <a:pt x="14" y="67"/>
                        <a:pt x="1" y="74"/>
                        <a:pt x="8" y="88"/>
                      </a:cubicBezTo>
                      <a:cubicBezTo>
                        <a:pt x="16" y="101"/>
                        <a:pt x="29" y="95"/>
                        <a:pt x="36" y="89"/>
                      </a:cubicBezTo>
                      <a:cubicBezTo>
                        <a:pt x="37" y="88"/>
                        <a:pt x="37" y="88"/>
                        <a:pt x="38" y="87"/>
                      </a:cubicBezTo>
                      <a:cubicBezTo>
                        <a:pt x="37" y="88"/>
                        <a:pt x="37" y="88"/>
                        <a:pt x="37" y="89"/>
                      </a:cubicBezTo>
                      <a:cubicBezTo>
                        <a:pt x="32" y="98"/>
                        <a:pt x="28" y="112"/>
                        <a:pt x="43" y="116"/>
                      </a:cubicBezTo>
                      <a:cubicBezTo>
                        <a:pt x="58" y="121"/>
                        <a:pt x="62" y="107"/>
                        <a:pt x="63" y="97"/>
                      </a:cubicBezTo>
                      <a:cubicBezTo>
                        <a:pt x="63" y="96"/>
                        <a:pt x="63" y="96"/>
                        <a:pt x="63" y="95"/>
                      </a:cubicBezTo>
                      <a:cubicBezTo>
                        <a:pt x="64" y="96"/>
                        <a:pt x="64" y="96"/>
                        <a:pt x="64" y="97"/>
                      </a:cubicBezTo>
                      <a:cubicBezTo>
                        <a:pt x="67" y="107"/>
                        <a:pt x="74" y="119"/>
                        <a:pt x="87" y="112"/>
                      </a:cubicBezTo>
                      <a:cubicBezTo>
                        <a:pt x="101" y="105"/>
                        <a:pt x="95" y="92"/>
                        <a:pt x="88" y="84"/>
                      </a:cubicBezTo>
                      <a:cubicBezTo>
                        <a:pt x="88" y="84"/>
                        <a:pt x="87" y="83"/>
                        <a:pt x="87" y="83"/>
                      </a:cubicBezTo>
                      <a:cubicBezTo>
                        <a:pt x="88" y="83"/>
                        <a:pt x="88" y="83"/>
                        <a:pt x="89" y="84"/>
                      </a:cubicBezTo>
                      <a:cubicBezTo>
                        <a:pt x="98" y="89"/>
                        <a:pt x="111" y="92"/>
                        <a:pt x="116" y="77"/>
                      </a:cubicBezTo>
                      <a:close/>
                    </a:path>
                  </a:pathLst>
                </a:custGeom>
                <a:solidFill>
                  <a:srgbClr val="C12A5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2" name="išḷidé">
                  <a:extLst>
                    <a:ext uri="{FF2B5EF4-FFF2-40B4-BE49-F238E27FC236}">
                      <a16:creationId xmlns:a16="http://schemas.microsoft.com/office/drawing/2014/main" id="{41E0C59D-528D-EE1D-D298-118768A52D1D}"/>
                    </a:ext>
                  </a:extLst>
                </p:cNvPr>
                <p:cNvSpPr/>
                <p:nvPr/>
              </p:nvSpPr>
              <p:spPr bwMode="auto">
                <a:xfrm>
                  <a:off x="7232650" y="6895042"/>
                  <a:ext cx="269875" cy="269875"/>
                </a:xfrm>
                <a:custGeom>
                  <a:avLst/>
                  <a:gdLst>
                    <a:gd name="T0" fmla="*/ 46 w 50"/>
                    <a:gd name="T1" fmla="*/ 32 h 50"/>
                    <a:gd name="T2" fmla="*/ 19 w 50"/>
                    <a:gd name="T3" fmla="*/ 47 h 50"/>
                    <a:gd name="T4" fmla="*/ 4 w 50"/>
                    <a:gd name="T5" fmla="*/ 19 h 50"/>
                    <a:gd name="T6" fmla="*/ 32 w 50"/>
                    <a:gd name="T7" fmla="*/ 4 h 50"/>
                    <a:gd name="T8" fmla="*/ 46 w 50"/>
                    <a:gd name="T9" fmla="*/ 3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0">
                      <a:moveTo>
                        <a:pt x="46" y="32"/>
                      </a:moveTo>
                      <a:cubicBezTo>
                        <a:pt x="43" y="44"/>
                        <a:pt x="30" y="50"/>
                        <a:pt x="19" y="47"/>
                      </a:cubicBezTo>
                      <a:cubicBezTo>
                        <a:pt x="7" y="43"/>
                        <a:pt x="0" y="31"/>
                        <a:pt x="4" y="19"/>
                      </a:cubicBezTo>
                      <a:cubicBezTo>
                        <a:pt x="7" y="7"/>
                        <a:pt x="20" y="0"/>
                        <a:pt x="32" y="4"/>
                      </a:cubicBezTo>
                      <a:cubicBezTo>
                        <a:pt x="43" y="8"/>
                        <a:pt x="50" y="20"/>
                        <a:pt x="46" y="32"/>
                      </a:cubicBezTo>
                      <a:close/>
                    </a:path>
                  </a:pathLst>
                </a:custGeom>
                <a:solidFill>
                  <a:srgbClr val="F8B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22" name="组合 1121">
                <a:extLst>
                  <a:ext uri="{FF2B5EF4-FFF2-40B4-BE49-F238E27FC236}">
                    <a16:creationId xmlns:a16="http://schemas.microsoft.com/office/drawing/2014/main" id="{70CF3E82-AFF1-31B8-1A01-BCF59F462C4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469774" y="1740601"/>
                <a:ext cx="1080000" cy="525645"/>
                <a:chOff x="4648804" y="-2116294"/>
                <a:chExt cx="2106114" cy="1025055"/>
              </a:xfrm>
            </p:grpSpPr>
            <p:sp>
              <p:nvSpPr>
                <p:cNvPr id="1123" name="ïṡ1íḍè">
                  <a:extLst>
                    <a:ext uri="{FF2B5EF4-FFF2-40B4-BE49-F238E27FC236}">
                      <a16:creationId xmlns:a16="http://schemas.microsoft.com/office/drawing/2014/main" id="{CAF9E026-0D81-8361-0C9F-67ADE5E2B85B}"/>
                    </a:ext>
                  </a:extLst>
                </p:cNvPr>
                <p:cNvSpPr/>
                <p:nvPr/>
              </p:nvSpPr>
              <p:spPr bwMode="auto">
                <a:xfrm>
                  <a:off x="4658986" y="-2084049"/>
                  <a:ext cx="2085749" cy="957170"/>
                </a:xfrm>
                <a:custGeom>
                  <a:avLst/>
                  <a:gdLst>
                    <a:gd name="T0" fmla="*/ 528 w 591"/>
                    <a:gd name="T1" fmla="*/ 87 h 272"/>
                    <a:gd name="T2" fmla="*/ 499 w 591"/>
                    <a:gd name="T3" fmla="*/ 95 h 272"/>
                    <a:gd name="T4" fmla="*/ 404 w 591"/>
                    <a:gd name="T5" fmla="*/ 29 h 272"/>
                    <a:gd name="T6" fmla="*/ 334 w 591"/>
                    <a:gd name="T7" fmla="*/ 58 h 272"/>
                    <a:gd name="T8" fmla="*/ 234 w 591"/>
                    <a:gd name="T9" fmla="*/ 0 h 272"/>
                    <a:gd name="T10" fmla="*/ 111 w 591"/>
                    <a:gd name="T11" fmla="*/ 123 h 272"/>
                    <a:gd name="T12" fmla="*/ 92 w 591"/>
                    <a:gd name="T13" fmla="*/ 137 h 272"/>
                    <a:gd name="T14" fmla="*/ 56 w 591"/>
                    <a:gd name="T15" fmla="*/ 122 h 272"/>
                    <a:gd name="T16" fmla="*/ 0 w 591"/>
                    <a:gd name="T17" fmla="*/ 183 h 272"/>
                    <a:gd name="T18" fmla="*/ 56 w 591"/>
                    <a:gd name="T19" fmla="*/ 244 h 272"/>
                    <a:gd name="T20" fmla="*/ 81 w 591"/>
                    <a:gd name="T21" fmla="*/ 237 h 272"/>
                    <a:gd name="T22" fmla="*/ 140 w 591"/>
                    <a:gd name="T23" fmla="*/ 272 h 272"/>
                    <a:gd name="T24" fmla="*/ 179 w 591"/>
                    <a:gd name="T25" fmla="*/ 258 h 272"/>
                    <a:gd name="T26" fmla="*/ 234 w 591"/>
                    <a:gd name="T27" fmla="*/ 272 h 272"/>
                    <a:gd name="T28" fmla="*/ 327 w 591"/>
                    <a:gd name="T29" fmla="*/ 225 h 272"/>
                    <a:gd name="T30" fmla="*/ 404 w 591"/>
                    <a:gd name="T31" fmla="*/ 262 h 272"/>
                    <a:gd name="T32" fmla="*/ 491 w 591"/>
                    <a:gd name="T33" fmla="*/ 212 h 272"/>
                    <a:gd name="T34" fmla="*/ 528 w 591"/>
                    <a:gd name="T35" fmla="*/ 226 h 272"/>
                    <a:gd name="T36" fmla="*/ 591 w 591"/>
                    <a:gd name="T37" fmla="*/ 156 h 272"/>
                    <a:gd name="T38" fmla="*/ 528 w 591"/>
                    <a:gd name="T39" fmla="*/ 87 h 2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591" h="272">
                      <a:moveTo>
                        <a:pt x="528" y="87"/>
                      </a:moveTo>
                      <a:cubicBezTo>
                        <a:pt x="518" y="87"/>
                        <a:pt x="508" y="90"/>
                        <a:pt x="499" y="95"/>
                      </a:cubicBezTo>
                      <a:cubicBezTo>
                        <a:pt x="482" y="56"/>
                        <a:pt x="446" y="29"/>
                        <a:pt x="404" y="29"/>
                      </a:cubicBezTo>
                      <a:cubicBezTo>
                        <a:pt x="377" y="29"/>
                        <a:pt x="353" y="40"/>
                        <a:pt x="334" y="58"/>
                      </a:cubicBezTo>
                      <a:cubicBezTo>
                        <a:pt x="312" y="23"/>
                        <a:pt x="275" y="0"/>
                        <a:pt x="234" y="0"/>
                      </a:cubicBezTo>
                      <a:cubicBezTo>
                        <a:pt x="170" y="0"/>
                        <a:pt x="117" y="54"/>
                        <a:pt x="111" y="123"/>
                      </a:cubicBezTo>
                      <a:cubicBezTo>
                        <a:pt x="104" y="126"/>
                        <a:pt x="98" y="131"/>
                        <a:pt x="92" y="137"/>
                      </a:cubicBezTo>
                      <a:cubicBezTo>
                        <a:pt x="82" y="127"/>
                        <a:pt x="70" y="122"/>
                        <a:pt x="56" y="122"/>
                      </a:cubicBezTo>
                      <a:cubicBezTo>
                        <a:pt x="25" y="122"/>
                        <a:pt x="0" y="149"/>
                        <a:pt x="0" y="183"/>
                      </a:cubicBezTo>
                      <a:cubicBezTo>
                        <a:pt x="0" y="216"/>
                        <a:pt x="25" y="244"/>
                        <a:pt x="56" y="244"/>
                      </a:cubicBezTo>
                      <a:cubicBezTo>
                        <a:pt x="65" y="244"/>
                        <a:pt x="74" y="241"/>
                        <a:pt x="81" y="237"/>
                      </a:cubicBezTo>
                      <a:cubicBezTo>
                        <a:pt x="94" y="258"/>
                        <a:pt x="115" y="272"/>
                        <a:pt x="140" y="272"/>
                      </a:cubicBezTo>
                      <a:cubicBezTo>
                        <a:pt x="155" y="272"/>
                        <a:pt x="168" y="267"/>
                        <a:pt x="179" y="258"/>
                      </a:cubicBezTo>
                      <a:cubicBezTo>
                        <a:pt x="196" y="267"/>
                        <a:pt x="214" y="272"/>
                        <a:pt x="234" y="272"/>
                      </a:cubicBezTo>
                      <a:cubicBezTo>
                        <a:pt x="271" y="272"/>
                        <a:pt x="304" y="254"/>
                        <a:pt x="327" y="225"/>
                      </a:cubicBezTo>
                      <a:cubicBezTo>
                        <a:pt x="346" y="248"/>
                        <a:pt x="374" y="262"/>
                        <a:pt x="404" y="262"/>
                      </a:cubicBezTo>
                      <a:cubicBezTo>
                        <a:pt x="440" y="262"/>
                        <a:pt x="472" y="242"/>
                        <a:pt x="491" y="212"/>
                      </a:cubicBezTo>
                      <a:cubicBezTo>
                        <a:pt x="501" y="221"/>
                        <a:pt x="514" y="226"/>
                        <a:pt x="528" y="226"/>
                      </a:cubicBezTo>
                      <a:cubicBezTo>
                        <a:pt x="563" y="226"/>
                        <a:pt x="591" y="195"/>
                        <a:pt x="591" y="156"/>
                      </a:cubicBezTo>
                      <a:cubicBezTo>
                        <a:pt x="591" y="118"/>
                        <a:pt x="563" y="87"/>
                        <a:pt x="528" y="87"/>
                      </a:cubicBezTo>
                      <a:close/>
                    </a:path>
                  </a:pathLst>
                </a:custGeom>
                <a:solidFill>
                  <a:srgbClr val="82CF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24" name="ïṡ1îďe">
                  <a:extLst>
                    <a:ext uri="{FF2B5EF4-FFF2-40B4-BE49-F238E27FC236}">
                      <a16:creationId xmlns:a16="http://schemas.microsoft.com/office/drawing/2014/main" id="{512E516D-92AD-7633-6F97-3B4497032898}"/>
                    </a:ext>
                  </a:extLst>
                </p:cNvPr>
                <p:cNvSpPr/>
                <p:nvPr/>
              </p:nvSpPr>
              <p:spPr bwMode="auto">
                <a:xfrm>
                  <a:off x="4648804" y="-2116294"/>
                  <a:ext cx="2106114" cy="1025055"/>
                </a:xfrm>
                <a:custGeom>
                  <a:avLst/>
                  <a:gdLst>
                    <a:gd name="T0" fmla="*/ 501 w 597"/>
                    <a:gd name="T1" fmla="*/ 104 h 291"/>
                    <a:gd name="T2" fmla="*/ 472 w 597"/>
                    <a:gd name="T3" fmla="*/ 65 h 291"/>
                    <a:gd name="T4" fmla="*/ 422 w 597"/>
                    <a:gd name="T5" fmla="*/ 43 h 291"/>
                    <a:gd name="T6" fmla="*/ 407 w 597"/>
                    <a:gd name="T7" fmla="*/ 43 h 291"/>
                    <a:gd name="T8" fmla="*/ 376 w 597"/>
                    <a:gd name="T9" fmla="*/ 50 h 291"/>
                    <a:gd name="T10" fmla="*/ 336 w 597"/>
                    <a:gd name="T11" fmla="*/ 79 h 291"/>
                    <a:gd name="T12" fmla="*/ 259 w 597"/>
                    <a:gd name="T13" fmla="*/ 20 h 291"/>
                    <a:gd name="T14" fmla="*/ 188 w 597"/>
                    <a:gd name="T15" fmla="*/ 29 h 291"/>
                    <a:gd name="T16" fmla="*/ 141 w 597"/>
                    <a:gd name="T17" fmla="*/ 71 h 291"/>
                    <a:gd name="T18" fmla="*/ 116 w 597"/>
                    <a:gd name="T19" fmla="*/ 135 h 291"/>
                    <a:gd name="T20" fmla="*/ 81 w 597"/>
                    <a:gd name="T21" fmla="*/ 140 h 291"/>
                    <a:gd name="T22" fmla="*/ 56 w 597"/>
                    <a:gd name="T23" fmla="*/ 134 h 291"/>
                    <a:gd name="T24" fmla="*/ 7 w 597"/>
                    <a:gd name="T25" fmla="*/ 185 h 291"/>
                    <a:gd name="T26" fmla="*/ 41 w 597"/>
                    <a:gd name="T27" fmla="*/ 244 h 291"/>
                    <a:gd name="T28" fmla="*/ 81 w 597"/>
                    <a:gd name="T29" fmla="*/ 240 h 291"/>
                    <a:gd name="T30" fmla="*/ 108 w 597"/>
                    <a:gd name="T31" fmla="*/ 261 h 291"/>
                    <a:gd name="T32" fmla="*/ 143 w 597"/>
                    <a:gd name="T33" fmla="*/ 272 h 291"/>
                    <a:gd name="T34" fmla="*/ 172 w 597"/>
                    <a:gd name="T35" fmla="*/ 263 h 291"/>
                    <a:gd name="T36" fmla="*/ 223 w 597"/>
                    <a:gd name="T37" fmla="*/ 271 h 291"/>
                    <a:gd name="T38" fmla="*/ 237 w 597"/>
                    <a:gd name="T39" fmla="*/ 271 h 291"/>
                    <a:gd name="T40" fmla="*/ 269 w 597"/>
                    <a:gd name="T41" fmla="*/ 266 h 291"/>
                    <a:gd name="T42" fmla="*/ 302 w 597"/>
                    <a:gd name="T43" fmla="*/ 247 h 291"/>
                    <a:gd name="T44" fmla="*/ 354 w 597"/>
                    <a:gd name="T45" fmla="*/ 242 h 291"/>
                    <a:gd name="T46" fmla="*/ 387 w 597"/>
                    <a:gd name="T47" fmla="*/ 258 h 291"/>
                    <a:gd name="T48" fmla="*/ 407 w 597"/>
                    <a:gd name="T49" fmla="*/ 261 h 291"/>
                    <a:gd name="T50" fmla="*/ 425 w 597"/>
                    <a:gd name="T51" fmla="*/ 259 h 291"/>
                    <a:gd name="T52" fmla="*/ 468 w 597"/>
                    <a:gd name="T53" fmla="*/ 237 h 291"/>
                    <a:gd name="T54" fmla="*/ 523 w 597"/>
                    <a:gd name="T55" fmla="*/ 226 h 291"/>
                    <a:gd name="T56" fmla="*/ 531 w 597"/>
                    <a:gd name="T57" fmla="*/ 228 h 291"/>
                    <a:gd name="T58" fmla="*/ 573 w 597"/>
                    <a:gd name="T59" fmla="*/ 209 h 291"/>
                    <a:gd name="T60" fmla="*/ 591 w 597"/>
                    <a:gd name="T61" fmla="*/ 166 h 291"/>
                    <a:gd name="T62" fmla="*/ 577 w 597"/>
                    <a:gd name="T63" fmla="*/ 120 h 291"/>
                    <a:gd name="T64" fmla="*/ 547 w 597"/>
                    <a:gd name="T65" fmla="*/ 97 h 291"/>
                    <a:gd name="T66" fmla="*/ 591 w 597"/>
                    <a:gd name="T67" fmla="*/ 139 h 291"/>
                    <a:gd name="T68" fmla="*/ 592 w 597"/>
                    <a:gd name="T69" fmla="*/ 194 h 291"/>
                    <a:gd name="T70" fmla="*/ 546 w 597"/>
                    <a:gd name="T71" fmla="*/ 239 h 291"/>
                    <a:gd name="T72" fmla="*/ 529 w 597"/>
                    <a:gd name="T73" fmla="*/ 242 h 291"/>
                    <a:gd name="T74" fmla="*/ 486 w 597"/>
                    <a:gd name="T75" fmla="*/ 247 h 291"/>
                    <a:gd name="T76" fmla="*/ 436 w 597"/>
                    <a:gd name="T77" fmla="*/ 278 h 291"/>
                    <a:gd name="T78" fmla="*/ 407 w 597"/>
                    <a:gd name="T79" fmla="*/ 282 h 291"/>
                    <a:gd name="T80" fmla="*/ 376 w 597"/>
                    <a:gd name="T81" fmla="*/ 277 h 291"/>
                    <a:gd name="T82" fmla="*/ 331 w 597"/>
                    <a:gd name="T83" fmla="*/ 250 h 291"/>
                    <a:gd name="T84" fmla="*/ 296 w 597"/>
                    <a:gd name="T85" fmla="*/ 276 h 291"/>
                    <a:gd name="T86" fmla="*/ 253 w 597"/>
                    <a:gd name="T87" fmla="*/ 290 h 291"/>
                    <a:gd name="T88" fmla="*/ 236 w 597"/>
                    <a:gd name="T89" fmla="*/ 291 h 291"/>
                    <a:gd name="T90" fmla="*/ 188 w 597"/>
                    <a:gd name="T91" fmla="*/ 280 h 291"/>
                    <a:gd name="T92" fmla="*/ 155 w 597"/>
                    <a:gd name="T93" fmla="*/ 288 h 291"/>
                    <a:gd name="T94" fmla="*/ 123 w 597"/>
                    <a:gd name="T95" fmla="*/ 286 h 291"/>
                    <a:gd name="T96" fmla="*/ 87 w 597"/>
                    <a:gd name="T97" fmla="*/ 262 h 291"/>
                    <a:gd name="T98" fmla="*/ 63 w 597"/>
                    <a:gd name="T99" fmla="*/ 259 h 291"/>
                    <a:gd name="T100" fmla="*/ 58 w 597"/>
                    <a:gd name="T101" fmla="*/ 259 h 291"/>
                    <a:gd name="T102" fmla="*/ 0 w 597"/>
                    <a:gd name="T103" fmla="*/ 201 h 291"/>
                    <a:gd name="T104" fmla="*/ 36 w 597"/>
                    <a:gd name="T105" fmla="*/ 133 h 291"/>
                    <a:gd name="T106" fmla="*/ 102 w 597"/>
                    <a:gd name="T107" fmla="*/ 135 h 291"/>
                    <a:gd name="T108" fmla="*/ 126 w 597"/>
                    <a:gd name="T109" fmla="*/ 74 h 291"/>
                    <a:gd name="T110" fmla="*/ 172 w 597"/>
                    <a:gd name="T111" fmla="*/ 20 h 291"/>
                    <a:gd name="T112" fmla="*/ 236 w 597"/>
                    <a:gd name="T113" fmla="*/ 0 h 291"/>
                    <a:gd name="T114" fmla="*/ 292 w 597"/>
                    <a:gd name="T115" fmla="*/ 14 h 291"/>
                    <a:gd name="T116" fmla="*/ 348 w 597"/>
                    <a:gd name="T117" fmla="*/ 49 h 291"/>
                    <a:gd name="T118" fmla="*/ 404 w 597"/>
                    <a:gd name="T119" fmla="*/ 33 h 291"/>
                    <a:gd name="T120" fmla="*/ 424 w 597"/>
                    <a:gd name="T121" fmla="*/ 35 h 291"/>
                    <a:gd name="T122" fmla="*/ 474 w 597"/>
                    <a:gd name="T123" fmla="*/ 62 h 291"/>
                    <a:gd name="T124" fmla="*/ 503 w 597"/>
                    <a:gd name="T125" fmla="*/ 103 h 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597" h="291">
                      <a:moveTo>
                        <a:pt x="531" y="97"/>
                      </a:moveTo>
                      <a:cubicBezTo>
                        <a:pt x="524" y="97"/>
                        <a:pt x="524" y="97"/>
                        <a:pt x="524" y="97"/>
                      </a:cubicBezTo>
                      <a:cubicBezTo>
                        <a:pt x="521" y="98"/>
                        <a:pt x="519" y="98"/>
                        <a:pt x="516" y="99"/>
                      </a:cubicBezTo>
                      <a:cubicBezTo>
                        <a:pt x="514" y="100"/>
                        <a:pt x="512" y="101"/>
                        <a:pt x="509" y="101"/>
                      </a:cubicBezTo>
                      <a:cubicBezTo>
                        <a:pt x="503" y="105"/>
                        <a:pt x="503" y="105"/>
                        <a:pt x="503" y="105"/>
                      </a:cubicBezTo>
                      <a:cubicBezTo>
                        <a:pt x="502" y="105"/>
                        <a:pt x="502" y="105"/>
                        <a:pt x="502" y="105"/>
                      </a:cubicBezTo>
                      <a:cubicBezTo>
                        <a:pt x="501" y="104"/>
                        <a:pt x="501" y="104"/>
                        <a:pt x="501" y="104"/>
                      </a:cubicBezTo>
                      <a:cubicBezTo>
                        <a:pt x="499" y="100"/>
                        <a:pt x="498" y="97"/>
                        <a:pt x="495" y="93"/>
                      </a:cubicBezTo>
                      <a:cubicBezTo>
                        <a:pt x="494" y="91"/>
                        <a:pt x="493" y="90"/>
                        <a:pt x="492" y="88"/>
                      </a:cubicBezTo>
                      <a:cubicBezTo>
                        <a:pt x="491" y="86"/>
                        <a:pt x="490" y="84"/>
                        <a:pt x="489" y="83"/>
                      </a:cubicBezTo>
                      <a:cubicBezTo>
                        <a:pt x="485" y="78"/>
                        <a:pt x="485" y="78"/>
                        <a:pt x="485" y="78"/>
                      </a:cubicBezTo>
                      <a:cubicBezTo>
                        <a:pt x="481" y="73"/>
                        <a:pt x="481" y="73"/>
                        <a:pt x="481" y="73"/>
                      </a:cubicBezTo>
                      <a:cubicBezTo>
                        <a:pt x="479" y="72"/>
                        <a:pt x="478" y="71"/>
                        <a:pt x="476" y="69"/>
                      </a:cubicBezTo>
                      <a:cubicBezTo>
                        <a:pt x="475" y="68"/>
                        <a:pt x="473" y="66"/>
                        <a:pt x="472" y="65"/>
                      </a:cubicBezTo>
                      <a:cubicBezTo>
                        <a:pt x="469" y="62"/>
                        <a:pt x="465" y="60"/>
                        <a:pt x="462" y="58"/>
                      </a:cubicBezTo>
                      <a:cubicBezTo>
                        <a:pt x="457" y="55"/>
                        <a:pt x="457" y="55"/>
                        <a:pt x="457" y="55"/>
                      </a:cubicBezTo>
                      <a:cubicBezTo>
                        <a:pt x="455" y="54"/>
                        <a:pt x="453" y="53"/>
                        <a:pt x="451" y="52"/>
                      </a:cubicBezTo>
                      <a:cubicBezTo>
                        <a:pt x="450" y="51"/>
                        <a:pt x="448" y="50"/>
                        <a:pt x="446" y="49"/>
                      </a:cubicBezTo>
                      <a:cubicBezTo>
                        <a:pt x="444" y="48"/>
                        <a:pt x="442" y="48"/>
                        <a:pt x="440" y="47"/>
                      </a:cubicBezTo>
                      <a:cubicBezTo>
                        <a:pt x="436" y="46"/>
                        <a:pt x="432" y="45"/>
                        <a:pt x="428" y="44"/>
                      </a:cubicBezTo>
                      <a:cubicBezTo>
                        <a:pt x="422" y="43"/>
                        <a:pt x="422" y="43"/>
                        <a:pt x="422" y="43"/>
                      </a:cubicBezTo>
                      <a:cubicBezTo>
                        <a:pt x="421" y="43"/>
                        <a:pt x="419" y="43"/>
                        <a:pt x="417" y="43"/>
                      </a:cubicBezTo>
                      <a:cubicBezTo>
                        <a:pt x="415" y="42"/>
                        <a:pt x="413" y="43"/>
                        <a:pt x="411" y="42"/>
                      </a:cubicBezTo>
                      <a:cubicBezTo>
                        <a:pt x="408" y="42"/>
                        <a:pt x="408" y="42"/>
                        <a:pt x="408" y="42"/>
                      </a:cubicBezTo>
                      <a:cubicBezTo>
                        <a:pt x="407" y="42"/>
                        <a:pt x="407" y="42"/>
                        <a:pt x="407" y="42"/>
                      </a:cubicBezTo>
                      <a:cubicBezTo>
                        <a:pt x="407" y="42"/>
                        <a:pt x="408" y="42"/>
                        <a:pt x="407" y="42"/>
                      </a:cubicBezTo>
                      <a:cubicBezTo>
                        <a:pt x="407" y="42"/>
                        <a:pt x="407" y="42"/>
                        <a:pt x="407" y="42"/>
                      </a:cubicBezTo>
                      <a:cubicBezTo>
                        <a:pt x="407" y="43"/>
                        <a:pt x="407" y="43"/>
                        <a:pt x="407" y="43"/>
                      </a:cubicBezTo>
                      <a:cubicBezTo>
                        <a:pt x="407" y="43"/>
                        <a:pt x="407" y="43"/>
                        <a:pt x="407" y="43"/>
                      </a:cubicBezTo>
                      <a:cubicBezTo>
                        <a:pt x="406" y="43"/>
                        <a:pt x="406" y="43"/>
                        <a:pt x="406" y="43"/>
                      </a:cubicBezTo>
                      <a:cubicBezTo>
                        <a:pt x="405" y="43"/>
                        <a:pt x="405" y="43"/>
                        <a:pt x="405" y="43"/>
                      </a:cubicBezTo>
                      <a:cubicBezTo>
                        <a:pt x="399" y="43"/>
                        <a:pt x="399" y="43"/>
                        <a:pt x="399" y="43"/>
                      </a:cubicBezTo>
                      <a:cubicBezTo>
                        <a:pt x="396" y="44"/>
                        <a:pt x="395" y="44"/>
                        <a:pt x="393" y="44"/>
                      </a:cubicBezTo>
                      <a:cubicBezTo>
                        <a:pt x="389" y="45"/>
                        <a:pt x="385" y="46"/>
                        <a:pt x="382" y="47"/>
                      </a:cubicBezTo>
                      <a:cubicBezTo>
                        <a:pt x="380" y="48"/>
                        <a:pt x="378" y="49"/>
                        <a:pt x="376" y="50"/>
                      </a:cubicBezTo>
                      <a:cubicBezTo>
                        <a:pt x="374" y="50"/>
                        <a:pt x="372" y="51"/>
                        <a:pt x="371" y="52"/>
                      </a:cubicBezTo>
                      <a:cubicBezTo>
                        <a:pt x="367" y="54"/>
                        <a:pt x="364" y="55"/>
                        <a:pt x="361" y="58"/>
                      </a:cubicBezTo>
                      <a:cubicBezTo>
                        <a:pt x="359" y="59"/>
                        <a:pt x="357" y="60"/>
                        <a:pt x="356" y="61"/>
                      </a:cubicBezTo>
                      <a:cubicBezTo>
                        <a:pt x="351" y="65"/>
                        <a:pt x="351" y="65"/>
                        <a:pt x="351" y="65"/>
                      </a:cubicBezTo>
                      <a:cubicBezTo>
                        <a:pt x="350" y="66"/>
                        <a:pt x="348" y="67"/>
                        <a:pt x="347" y="69"/>
                      </a:cubicBezTo>
                      <a:cubicBezTo>
                        <a:pt x="343" y="73"/>
                        <a:pt x="343" y="73"/>
                        <a:pt x="343" y="73"/>
                      </a:cubicBezTo>
                      <a:cubicBezTo>
                        <a:pt x="336" y="79"/>
                        <a:pt x="336" y="79"/>
                        <a:pt x="336" y="79"/>
                      </a:cubicBezTo>
                      <a:cubicBezTo>
                        <a:pt x="331" y="71"/>
                        <a:pt x="331" y="71"/>
                        <a:pt x="331" y="71"/>
                      </a:cubicBezTo>
                      <a:cubicBezTo>
                        <a:pt x="327" y="66"/>
                        <a:pt x="324" y="61"/>
                        <a:pt x="319" y="57"/>
                      </a:cubicBezTo>
                      <a:cubicBezTo>
                        <a:pt x="315" y="52"/>
                        <a:pt x="311" y="48"/>
                        <a:pt x="306" y="44"/>
                      </a:cubicBezTo>
                      <a:cubicBezTo>
                        <a:pt x="302" y="40"/>
                        <a:pt x="297" y="37"/>
                        <a:pt x="292" y="34"/>
                      </a:cubicBezTo>
                      <a:cubicBezTo>
                        <a:pt x="289" y="32"/>
                        <a:pt x="286" y="31"/>
                        <a:pt x="284" y="29"/>
                      </a:cubicBezTo>
                      <a:cubicBezTo>
                        <a:pt x="281" y="28"/>
                        <a:pt x="278" y="27"/>
                        <a:pt x="276" y="26"/>
                      </a:cubicBezTo>
                      <a:cubicBezTo>
                        <a:pt x="270" y="24"/>
                        <a:pt x="264" y="22"/>
                        <a:pt x="259" y="20"/>
                      </a:cubicBezTo>
                      <a:cubicBezTo>
                        <a:pt x="253" y="19"/>
                        <a:pt x="247" y="18"/>
                        <a:pt x="241" y="18"/>
                      </a:cubicBezTo>
                      <a:cubicBezTo>
                        <a:pt x="237" y="18"/>
                        <a:pt x="237" y="18"/>
                        <a:pt x="237" y="18"/>
                      </a:cubicBezTo>
                      <a:cubicBezTo>
                        <a:pt x="232" y="18"/>
                        <a:pt x="232" y="18"/>
                        <a:pt x="232" y="18"/>
                      </a:cubicBezTo>
                      <a:cubicBezTo>
                        <a:pt x="229" y="18"/>
                        <a:pt x="225" y="18"/>
                        <a:pt x="223" y="19"/>
                      </a:cubicBezTo>
                      <a:cubicBezTo>
                        <a:pt x="220" y="19"/>
                        <a:pt x="217" y="20"/>
                        <a:pt x="214" y="20"/>
                      </a:cubicBezTo>
                      <a:cubicBezTo>
                        <a:pt x="205" y="22"/>
                        <a:pt x="205" y="22"/>
                        <a:pt x="205" y="22"/>
                      </a:cubicBezTo>
                      <a:cubicBezTo>
                        <a:pt x="200" y="24"/>
                        <a:pt x="194" y="26"/>
                        <a:pt x="188" y="29"/>
                      </a:cubicBezTo>
                      <a:cubicBezTo>
                        <a:pt x="186" y="30"/>
                        <a:pt x="183" y="32"/>
                        <a:pt x="180" y="33"/>
                      </a:cubicBezTo>
                      <a:cubicBezTo>
                        <a:pt x="178" y="35"/>
                        <a:pt x="175" y="36"/>
                        <a:pt x="173" y="38"/>
                      </a:cubicBezTo>
                      <a:cubicBezTo>
                        <a:pt x="170" y="40"/>
                        <a:pt x="168" y="41"/>
                        <a:pt x="165" y="44"/>
                      </a:cubicBezTo>
                      <a:cubicBezTo>
                        <a:pt x="158" y="50"/>
                        <a:pt x="158" y="50"/>
                        <a:pt x="158" y="50"/>
                      </a:cubicBezTo>
                      <a:cubicBezTo>
                        <a:pt x="152" y="56"/>
                        <a:pt x="152" y="56"/>
                        <a:pt x="152" y="56"/>
                      </a:cubicBezTo>
                      <a:cubicBezTo>
                        <a:pt x="150" y="58"/>
                        <a:pt x="148" y="61"/>
                        <a:pt x="146" y="63"/>
                      </a:cubicBezTo>
                      <a:cubicBezTo>
                        <a:pt x="144" y="66"/>
                        <a:pt x="142" y="68"/>
                        <a:pt x="141" y="71"/>
                      </a:cubicBezTo>
                      <a:cubicBezTo>
                        <a:pt x="139" y="73"/>
                        <a:pt x="137" y="76"/>
                        <a:pt x="136" y="79"/>
                      </a:cubicBezTo>
                      <a:cubicBezTo>
                        <a:pt x="134" y="81"/>
                        <a:pt x="133" y="84"/>
                        <a:pt x="131" y="87"/>
                      </a:cubicBezTo>
                      <a:cubicBezTo>
                        <a:pt x="127" y="96"/>
                        <a:pt x="127" y="96"/>
                        <a:pt x="127" y="96"/>
                      </a:cubicBezTo>
                      <a:cubicBezTo>
                        <a:pt x="125" y="101"/>
                        <a:pt x="123" y="107"/>
                        <a:pt x="122" y="113"/>
                      </a:cubicBezTo>
                      <a:cubicBezTo>
                        <a:pt x="120" y="119"/>
                        <a:pt x="119" y="126"/>
                        <a:pt x="118" y="132"/>
                      </a:cubicBezTo>
                      <a:cubicBezTo>
                        <a:pt x="118" y="134"/>
                        <a:pt x="118" y="134"/>
                        <a:pt x="118" y="134"/>
                      </a:cubicBezTo>
                      <a:cubicBezTo>
                        <a:pt x="116" y="135"/>
                        <a:pt x="116" y="135"/>
                        <a:pt x="116" y="135"/>
                      </a:cubicBezTo>
                      <a:cubicBezTo>
                        <a:pt x="111" y="138"/>
                        <a:pt x="111" y="138"/>
                        <a:pt x="111" y="138"/>
                      </a:cubicBezTo>
                      <a:cubicBezTo>
                        <a:pt x="106" y="141"/>
                        <a:pt x="106" y="141"/>
                        <a:pt x="106" y="141"/>
                      </a:cubicBezTo>
                      <a:cubicBezTo>
                        <a:pt x="102" y="144"/>
                        <a:pt x="102" y="144"/>
                        <a:pt x="102" y="144"/>
                      </a:cubicBezTo>
                      <a:cubicBezTo>
                        <a:pt x="97" y="148"/>
                        <a:pt x="97" y="148"/>
                        <a:pt x="97" y="148"/>
                      </a:cubicBezTo>
                      <a:cubicBezTo>
                        <a:pt x="95" y="151"/>
                        <a:pt x="95" y="151"/>
                        <a:pt x="95" y="151"/>
                      </a:cubicBezTo>
                      <a:cubicBezTo>
                        <a:pt x="93" y="148"/>
                        <a:pt x="93" y="148"/>
                        <a:pt x="93" y="148"/>
                      </a:cubicBezTo>
                      <a:cubicBezTo>
                        <a:pt x="89" y="145"/>
                        <a:pt x="85" y="142"/>
                        <a:pt x="81" y="140"/>
                      </a:cubicBezTo>
                      <a:cubicBezTo>
                        <a:pt x="77" y="137"/>
                        <a:pt x="72" y="136"/>
                        <a:pt x="67" y="135"/>
                      </a:cubicBezTo>
                      <a:cubicBezTo>
                        <a:pt x="64" y="134"/>
                        <a:pt x="64" y="134"/>
                        <a:pt x="64" y="134"/>
                      </a:cubicBezTo>
                      <a:cubicBezTo>
                        <a:pt x="60" y="134"/>
                        <a:pt x="60" y="134"/>
                        <a:pt x="60" y="134"/>
                      </a:cubicBezTo>
                      <a:cubicBezTo>
                        <a:pt x="59" y="134"/>
                        <a:pt x="59" y="134"/>
                        <a:pt x="59" y="134"/>
                      </a:cubicBezTo>
                      <a:cubicBezTo>
                        <a:pt x="59" y="134"/>
                        <a:pt x="58" y="134"/>
                        <a:pt x="59" y="134"/>
                      </a:cubicBezTo>
                      <a:cubicBezTo>
                        <a:pt x="58" y="134"/>
                        <a:pt x="58" y="134"/>
                        <a:pt x="58" y="134"/>
                      </a:cubicBezTo>
                      <a:cubicBezTo>
                        <a:pt x="56" y="134"/>
                        <a:pt x="56" y="134"/>
                        <a:pt x="56" y="134"/>
                      </a:cubicBezTo>
                      <a:cubicBezTo>
                        <a:pt x="55" y="134"/>
                        <a:pt x="54" y="134"/>
                        <a:pt x="52" y="134"/>
                      </a:cubicBezTo>
                      <a:cubicBezTo>
                        <a:pt x="48" y="135"/>
                        <a:pt x="43" y="136"/>
                        <a:pt x="38" y="138"/>
                      </a:cubicBezTo>
                      <a:cubicBezTo>
                        <a:pt x="34" y="140"/>
                        <a:pt x="30" y="143"/>
                        <a:pt x="26" y="146"/>
                      </a:cubicBezTo>
                      <a:cubicBezTo>
                        <a:pt x="23" y="150"/>
                        <a:pt x="19" y="153"/>
                        <a:pt x="17" y="158"/>
                      </a:cubicBezTo>
                      <a:cubicBezTo>
                        <a:pt x="15" y="160"/>
                        <a:pt x="14" y="162"/>
                        <a:pt x="13" y="164"/>
                      </a:cubicBezTo>
                      <a:cubicBezTo>
                        <a:pt x="12" y="166"/>
                        <a:pt x="11" y="169"/>
                        <a:pt x="10" y="171"/>
                      </a:cubicBezTo>
                      <a:cubicBezTo>
                        <a:pt x="9" y="176"/>
                        <a:pt x="8" y="180"/>
                        <a:pt x="7" y="185"/>
                      </a:cubicBezTo>
                      <a:cubicBezTo>
                        <a:pt x="7" y="188"/>
                        <a:pt x="7" y="190"/>
                        <a:pt x="7" y="193"/>
                      </a:cubicBezTo>
                      <a:cubicBezTo>
                        <a:pt x="7" y="195"/>
                        <a:pt x="7" y="198"/>
                        <a:pt x="8" y="200"/>
                      </a:cubicBezTo>
                      <a:cubicBezTo>
                        <a:pt x="9" y="205"/>
                        <a:pt x="10" y="210"/>
                        <a:pt x="12" y="214"/>
                      </a:cubicBezTo>
                      <a:cubicBezTo>
                        <a:pt x="14" y="219"/>
                        <a:pt x="16" y="223"/>
                        <a:pt x="19" y="227"/>
                      </a:cubicBezTo>
                      <a:cubicBezTo>
                        <a:pt x="22" y="231"/>
                        <a:pt x="25" y="234"/>
                        <a:pt x="29" y="237"/>
                      </a:cubicBezTo>
                      <a:cubicBezTo>
                        <a:pt x="31" y="238"/>
                        <a:pt x="33" y="240"/>
                        <a:pt x="35" y="241"/>
                      </a:cubicBezTo>
                      <a:cubicBezTo>
                        <a:pt x="37" y="242"/>
                        <a:pt x="39" y="243"/>
                        <a:pt x="41" y="244"/>
                      </a:cubicBezTo>
                      <a:cubicBezTo>
                        <a:pt x="46" y="246"/>
                        <a:pt x="50" y="246"/>
                        <a:pt x="55" y="247"/>
                      </a:cubicBezTo>
                      <a:cubicBezTo>
                        <a:pt x="58" y="247"/>
                        <a:pt x="58" y="247"/>
                        <a:pt x="58" y="247"/>
                      </a:cubicBezTo>
                      <a:cubicBezTo>
                        <a:pt x="62" y="246"/>
                        <a:pt x="62" y="246"/>
                        <a:pt x="62" y="246"/>
                      </a:cubicBezTo>
                      <a:cubicBezTo>
                        <a:pt x="63" y="246"/>
                        <a:pt x="64" y="246"/>
                        <a:pt x="65" y="246"/>
                      </a:cubicBezTo>
                      <a:cubicBezTo>
                        <a:pt x="69" y="245"/>
                        <a:pt x="69" y="245"/>
                        <a:pt x="69" y="245"/>
                      </a:cubicBezTo>
                      <a:cubicBezTo>
                        <a:pt x="71" y="245"/>
                        <a:pt x="73" y="244"/>
                        <a:pt x="75" y="243"/>
                      </a:cubicBezTo>
                      <a:cubicBezTo>
                        <a:pt x="77" y="242"/>
                        <a:pt x="79" y="241"/>
                        <a:pt x="81" y="240"/>
                      </a:cubicBezTo>
                      <a:cubicBezTo>
                        <a:pt x="86" y="237"/>
                        <a:pt x="86" y="237"/>
                        <a:pt x="86" y="237"/>
                      </a:cubicBezTo>
                      <a:cubicBezTo>
                        <a:pt x="90" y="242"/>
                        <a:pt x="90" y="242"/>
                        <a:pt x="90" y="242"/>
                      </a:cubicBezTo>
                      <a:cubicBezTo>
                        <a:pt x="94" y="247"/>
                        <a:pt x="94" y="247"/>
                        <a:pt x="94" y="247"/>
                      </a:cubicBezTo>
                      <a:cubicBezTo>
                        <a:pt x="95" y="249"/>
                        <a:pt x="97" y="251"/>
                        <a:pt x="98" y="252"/>
                      </a:cubicBezTo>
                      <a:cubicBezTo>
                        <a:pt x="100" y="255"/>
                        <a:pt x="100" y="255"/>
                        <a:pt x="100" y="255"/>
                      </a:cubicBezTo>
                      <a:cubicBezTo>
                        <a:pt x="101" y="255"/>
                        <a:pt x="102" y="256"/>
                        <a:pt x="103" y="257"/>
                      </a:cubicBezTo>
                      <a:cubicBezTo>
                        <a:pt x="104" y="258"/>
                        <a:pt x="106" y="260"/>
                        <a:pt x="108" y="261"/>
                      </a:cubicBezTo>
                      <a:cubicBezTo>
                        <a:pt x="113" y="264"/>
                        <a:pt x="113" y="264"/>
                        <a:pt x="113" y="264"/>
                      </a:cubicBezTo>
                      <a:cubicBezTo>
                        <a:pt x="119" y="267"/>
                        <a:pt x="119" y="267"/>
                        <a:pt x="119" y="267"/>
                      </a:cubicBezTo>
                      <a:cubicBezTo>
                        <a:pt x="120" y="268"/>
                        <a:pt x="123" y="268"/>
                        <a:pt x="124" y="269"/>
                      </a:cubicBezTo>
                      <a:cubicBezTo>
                        <a:pt x="127" y="270"/>
                        <a:pt x="127" y="270"/>
                        <a:pt x="127" y="270"/>
                      </a:cubicBezTo>
                      <a:cubicBezTo>
                        <a:pt x="130" y="271"/>
                        <a:pt x="130" y="271"/>
                        <a:pt x="130" y="271"/>
                      </a:cubicBezTo>
                      <a:cubicBezTo>
                        <a:pt x="133" y="271"/>
                        <a:pt x="135" y="272"/>
                        <a:pt x="137" y="272"/>
                      </a:cubicBezTo>
                      <a:cubicBezTo>
                        <a:pt x="143" y="272"/>
                        <a:pt x="143" y="272"/>
                        <a:pt x="143" y="272"/>
                      </a:cubicBezTo>
                      <a:cubicBezTo>
                        <a:pt x="144" y="272"/>
                        <a:pt x="148" y="272"/>
                        <a:pt x="149" y="272"/>
                      </a:cubicBezTo>
                      <a:cubicBezTo>
                        <a:pt x="152" y="271"/>
                        <a:pt x="152" y="271"/>
                        <a:pt x="152" y="271"/>
                      </a:cubicBezTo>
                      <a:cubicBezTo>
                        <a:pt x="153" y="271"/>
                        <a:pt x="154" y="271"/>
                        <a:pt x="155" y="270"/>
                      </a:cubicBezTo>
                      <a:cubicBezTo>
                        <a:pt x="157" y="270"/>
                        <a:pt x="159" y="269"/>
                        <a:pt x="161" y="269"/>
                      </a:cubicBezTo>
                      <a:cubicBezTo>
                        <a:pt x="163" y="268"/>
                        <a:pt x="165" y="267"/>
                        <a:pt x="166" y="266"/>
                      </a:cubicBezTo>
                      <a:cubicBezTo>
                        <a:pt x="169" y="265"/>
                        <a:pt x="169" y="265"/>
                        <a:pt x="169" y="265"/>
                      </a:cubicBezTo>
                      <a:cubicBezTo>
                        <a:pt x="172" y="263"/>
                        <a:pt x="172" y="263"/>
                        <a:pt x="172" y="263"/>
                      </a:cubicBezTo>
                      <a:cubicBezTo>
                        <a:pt x="174" y="262"/>
                        <a:pt x="175" y="261"/>
                        <a:pt x="177" y="260"/>
                      </a:cubicBezTo>
                      <a:cubicBezTo>
                        <a:pt x="182" y="257"/>
                        <a:pt x="182" y="257"/>
                        <a:pt x="182" y="257"/>
                      </a:cubicBezTo>
                      <a:cubicBezTo>
                        <a:pt x="187" y="259"/>
                        <a:pt x="187" y="259"/>
                        <a:pt x="187" y="259"/>
                      </a:cubicBezTo>
                      <a:cubicBezTo>
                        <a:pt x="195" y="263"/>
                        <a:pt x="195" y="263"/>
                        <a:pt x="195" y="263"/>
                      </a:cubicBezTo>
                      <a:cubicBezTo>
                        <a:pt x="198" y="265"/>
                        <a:pt x="201" y="265"/>
                        <a:pt x="204" y="266"/>
                      </a:cubicBezTo>
                      <a:cubicBezTo>
                        <a:pt x="207" y="267"/>
                        <a:pt x="210" y="268"/>
                        <a:pt x="213" y="269"/>
                      </a:cubicBezTo>
                      <a:cubicBezTo>
                        <a:pt x="223" y="271"/>
                        <a:pt x="223" y="271"/>
                        <a:pt x="223" y="271"/>
                      </a:cubicBezTo>
                      <a:cubicBezTo>
                        <a:pt x="226" y="271"/>
                        <a:pt x="229" y="271"/>
                        <a:pt x="232" y="271"/>
                      </a:cubicBezTo>
                      <a:cubicBezTo>
                        <a:pt x="234" y="271"/>
                        <a:pt x="234" y="271"/>
                        <a:pt x="234" y="271"/>
                      </a:cubicBezTo>
                      <a:cubicBezTo>
                        <a:pt x="236" y="271"/>
                        <a:pt x="236" y="271"/>
                        <a:pt x="236" y="271"/>
                      </a:cubicBezTo>
                      <a:cubicBezTo>
                        <a:pt x="236" y="271"/>
                        <a:pt x="236" y="271"/>
                        <a:pt x="236" y="271"/>
                      </a:cubicBezTo>
                      <a:cubicBezTo>
                        <a:pt x="236" y="271"/>
                        <a:pt x="236" y="271"/>
                        <a:pt x="236" y="271"/>
                      </a:cubicBezTo>
                      <a:cubicBezTo>
                        <a:pt x="237" y="271"/>
                        <a:pt x="237" y="271"/>
                        <a:pt x="237" y="271"/>
                      </a:cubicBezTo>
                      <a:cubicBezTo>
                        <a:pt x="237" y="271"/>
                        <a:pt x="237" y="271"/>
                        <a:pt x="237" y="271"/>
                      </a:cubicBezTo>
                      <a:cubicBezTo>
                        <a:pt x="235" y="271"/>
                        <a:pt x="236" y="271"/>
                        <a:pt x="236" y="271"/>
                      </a:cubicBezTo>
                      <a:cubicBezTo>
                        <a:pt x="236" y="271"/>
                        <a:pt x="236" y="271"/>
                        <a:pt x="236" y="271"/>
                      </a:cubicBezTo>
                      <a:cubicBezTo>
                        <a:pt x="241" y="271"/>
                        <a:pt x="241" y="271"/>
                        <a:pt x="241" y="271"/>
                      </a:cubicBezTo>
                      <a:cubicBezTo>
                        <a:pt x="246" y="271"/>
                        <a:pt x="246" y="271"/>
                        <a:pt x="246" y="271"/>
                      </a:cubicBezTo>
                      <a:cubicBezTo>
                        <a:pt x="248" y="270"/>
                        <a:pt x="250" y="270"/>
                        <a:pt x="251" y="270"/>
                      </a:cubicBezTo>
                      <a:cubicBezTo>
                        <a:pt x="260" y="268"/>
                        <a:pt x="260" y="268"/>
                        <a:pt x="260" y="268"/>
                      </a:cubicBezTo>
                      <a:cubicBezTo>
                        <a:pt x="263" y="268"/>
                        <a:pt x="266" y="266"/>
                        <a:pt x="269" y="266"/>
                      </a:cubicBezTo>
                      <a:cubicBezTo>
                        <a:pt x="270" y="265"/>
                        <a:pt x="272" y="265"/>
                        <a:pt x="273" y="264"/>
                      </a:cubicBezTo>
                      <a:cubicBezTo>
                        <a:pt x="278" y="262"/>
                        <a:pt x="278" y="262"/>
                        <a:pt x="278" y="262"/>
                      </a:cubicBezTo>
                      <a:cubicBezTo>
                        <a:pt x="282" y="260"/>
                        <a:pt x="282" y="260"/>
                        <a:pt x="282" y="260"/>
                      </a:cubicBezTo>
                      <a:cubicBezTo>
                        <a:pt x="284" y="259"/>
                        <a:pt x="284" y="259"/>
                        <a:pt x="284" y="259"/>
                      </a:cubicBezTo>
                      <a:cubicBezTo>
                        <a:pt x="286" y="258"/>
                        <a:pt x="286" y="258"/>
                        <a:pt x="286" y="258"/>
                      </a:cubicBezTo>
                      <a:cubicBezTo>
                        <a:pt x="294" y="253"/>
                        <a:pt x="294" y="253"/>
                        <a:pt x="294" y="253"/>
                      </a:cubicBezTo>
                      <a:cubicBezTo>
                        <a:pt x="297" y="251"/>
                        <a:pt x="299" y="249"/>
                        <a:pt x="302" y="247"/>
                      </a:cubicBezTo>
                      <a:cubicBezTo>
                        <a:pt x="304" y="246"/>
                        <a:pt x="306" y="243"/>
                        <a:pt x="309" y="241"/>
                      </a:cubicBezTo>
                      <a:cubicBezTo>
                        <a:pt x="311" y="239"/>
                        <a:pt x="313" y="237"/>
                        <a:pt x="315" y="234"/>
                      </a:cubicBezTo>
                      <a:cubicBezTo>
                        <a:pt x="321" y="227"/>
                        <a:pt x="321" y="227"/>
                        <a:pt x="321" y="227"/>
                      </a:cubicBezTo>
                      <a:cubicBezTo>
                        <a:pt x="329" y="218"/>
                        <a:pt x="329" y="218"/>
                        <a:pt x="329" y="218"/>
                      </a:cubicBezTo>
                      <a:cubicBezTo>
                        <a:pt x="338" y="227"/>
                        <a:pt x="338" y="227"/>
                        <a:pt x="338" y="227"/>
                      </a:cubicBezTo>
                      <a:cubicBezTo>
                        <a:pt x="340" y="230"/>
                        <a:pt x="343" y="232"/>
                        <a:pt x="345" y="235"/>
                      </a:cubicBezTo>
                      <a:cubicBezTo>
                        <a:pt x="348" y="237"/>
                        <a:pt x="351" y="240"/>
                        <a:pt x="354" y="242"/>
                      </a:cubicBezTo>
                      <a:cubicBezTo>
                        <a:pt x="358" y="245"/>
                        <a:pt x="358" y="245"/>
                        <a:pt x="358" y="245"/>
                      </a:cubicBezTo>
                      <a:cubicBezTo>
                        <a:pt x="360" y="247"/>
                        <a:pt x="360" y="247"/>
                        <a:pt x="360" y="247"/>
                      </a:cubicBezTo>
                      <a:cubicBezTo>
                        <a:pt x="363" y="248"/>
                        <a:pt x="363" y="248"/>
                        <a:pt x="363" y="248"/>
                      </a:cubicBezTo>
                      <a:cubicBezTo>
                        <a:pt x="366" y="250"/>
                        <a:pt x="369" y="252"/>
                        <a:pt x="372" y="253"/>
                      </a:cubicBezTo>
                      <a:cubicBezTo>
                        <a:pt x="377" y="255"/>
                        <a:pt x="377" y="255"/>
                        <a:pt x="377" y="255"/>
                      </a:cubicBezTo>
                      <a:cubicBezTo>
                        <a:pt x="379" y="256"/>
                        <a:pt x="381" y="256"/>
                        <a:pt x="382" y="257"/>
                      </a:cubicBezTo>
                      <a:cubicBezTo>
                        <a:pt x="387" y="258"/>
                        <a:pt x="387" y="258"/>
                        <a:pt x="387" y="258"/>
                      </a:cubicBezTo>
                      <a:cubicBezTo>
                        <a:pt x="393" y="259"/>
                        <a:pt x="393" y="259"/>
                        <a:pt x="393" y="259"/>
                      </a:cubicBezTo>
                      <a:cubicBezTo>
                        <a:pt x="395" y="260"/>
                        <a:pt x="396" y="260"/>
                        <a:pt x="398" y="260"/>
                      </a:cubicBezTo>
                      <a:cubicBezTo>
                        <a:pt x="403" y="261"/>
                        <a:pt x="403" y="261"/>
                        <a:pt x="403" y="261"/>
                      </a:cubicBezTo>
                      <a:cubicBezTo>
                        <a:pt x="406" y="261"/>
                        <a:pt x="406" y="261"/>
                        <a:pt x="406" y="261"/>
                      </a:cubicBezTo>
                      <a:cubicBezTo>
                        <a:pt x="407" y="261"/>
                        <a:pt x="407" y="261"/>
                        <a:pt x="407" y="261"/>
                      </a:cubicBezTo>
                      <a:cubicBezTo>
                        <a:pt x="407" y="261"/>
                        <a:pt x="407" y="261"/>
                        <a:pt x="407" y="261"/>
                      </a:cubicBezTo>
                      <a:cubicBezTo>
                        <a:pt x="407" y="261"/>
                        <a:pt x="407" y="261"/>
                        <a:pt x="407" y="261"/>
                      </a:cubicBezTo>
                      <a:cubicBezTo>
                        <a:pt x="407" y="261"/>
                        <a:pt x="407" y="261"/>
                        <a:pt x="407" y="261"/>
                      </a:cubicBezTo>
                      <a:cubicBezTo>
                        <a:pt x="407" y="261"/>
                        <a:pt x="407" y="261"/>
                        <a:pt x="407" y="261"/>
                      </a:cubicBezTo>
                      <a:cubicBezTo>
                        <a:pt x="407" y="261"/>
                        <a:pt x="407" y="261"/>
                        <a:pt x="407" y="261"/>
                      </a:cubicBezTo>
                      <a:cubicBezTo>
                        <a:pt x="409" y="261"/>
                        <a:pt x="409" y="261"/>
                        <a:pt x="409" y="261"/>
                      </a:cubicBezTo>
                      <a:cubicBezTo>
                        <a:pt x="411" y="261"/>
                        <a:pt x="413" y="261"/>
                        <a:pt x="414" y="261"/>
                      </a:cubicBezTo>
                      <a:cubicBezTo>
                        <a:pt x="416" y="260"/>
                        <a:pt x="418" y="260"/>
                        <a:pt x="420" y="260"/>
                      </a:cubicBezTo>
                      <a:cubicBezTo>
                        <a:pt x="425" y="259"/>
                        <a:pt x="425" y="259"/>
                        <a:pt x="425" y="259"/>
                      </a:cubicBezTo>
                      <a:cubicBezTo>
                        <a:pt x="430" y="258"/>
                        <a:pt x="430" y="258"/>
                        <a:pt x="430" y="258"/>
                      </a:cubicBezTo>
                      <a:cubicBezTo>
                        <a:pt x="435" y="256"/>
                        <a:pt x="435" y="256"/>
                        <a:pt x="435" y="256"/>
                      </a:cubicBezTo>
                      <a:cubicBezTo>
                        <a:pt x="439" y="255"/>
                        <a:pt x="442" y="254"/>
                        <a:pt x="445" y="252"/>
                      </a:cubicBezTo>
                      <a:cubicBezTo>
                        <a:pt x="449" y="251"/>
                        <a:pt x="452" y="249"/>
                        <a:pt x="455" y="247"/>
                      </a:cubicBezTo>
                      <a:cubicBezTo>
                        <a:pt x="456" y="246"/>
                        <a:pt x="458" y="245"/>
                        <a:pt x="459" y="244"/>
                      </a:cubicBezTo>
                      <a:cubicBezTo>
                        <a:pt x="461" y="243"/>
                        <a:pt x="462" y="242"/>
                        <a:pt x="464" y="241"/>
                      </a:cubicBezTo>
                      <a:cubicBezTo>
                        <a:pt x="465" y="240"/>
                        <a:pt x="467" y="239"/>
                        <a:pt x="468" y="237"/>
                      </a:cubicBezTo>
                      <a:cubicBezTo>
                        <a:pt x="470" y="236"/>
                        <a:pt x="471" y="235"/>
                        <a:pt x="472" y="234"/>
                      </a:cubicBezTo>
                      <a:cubicBezTo>
                        <a:pt x="475" y="231"/>
                        <a:pt x="477" y="228"/>
                        <a:pt x="480" y="225"/>
                      </a:cubicBezTo>
                      <a:cubicBezTo>
                        <a:pt x="482" y="223"/>
                        <a:pt x="484" y="220"/>
                        <a:pt x="486" y="217"/>
                      </a:cubicBezTo>
                      <a:cubicBezTo>
                        <a:pt x="492" y="208"/>
                        <a:pt x="492" y="208"/>
                        <a:pt x="492" y="208"/>
                      </a:cubicBezTo>
                      <a:cubicBezTo>
                        <a:pt x="499" y="214"/>
                        <a:pt x="499" y="214"/>
                        <a:pt x="499" y="214"/>
                      </a:cubicBezTo>
                      <a:cubicBezTo>
                        <a:pt x="503" y="217"/>
                        <a:pt x="506" y="220"/>
                        <a:pt x="510" y="222"/>
                      </a:cubicBezTo>
                      <a:cubicBezTo>
                        <a:pt x="514" y="224"/>
                        <a:pt x="519" y="225"/>
                        <a:pt x="523" y="226"/>
                      </a:cubicBezTo>
                      <a:cubicBezTo>
                        <a:pt x="526" y="227"/>
                        <a:pt x="526" y="227"/>
                        <a:pt x="526" y="227"/>
                      </a:cubicBezTo>
                      <a:cubicBezTo>
                        <a:pt x="527" y="227"/>
                        <a:pt x="528" y="227"/>
                        <a:pt x="530" y="227"/>
                      </a:cubicBezTo>
                      <a:cubicBezTo>
                        <a:pt x="530" y="227"/>
                        <a:pt x="530" y="227"/>
                        <a:pt x="530" y="227"/>
                      </a:cubicBezTo>
                      <a:cubicBezTo>
                        <a:pt x="531" y="227"/>
                        <a:pt x="531" y="227"/>
                        <a:pt x="531" y="227"/>
                      </a:cubicBezTo>
                      <a:cubicBezTo>
                        <a:pt x="531" y="228"/>
                        <a:pt x="531" y="228"/>
                        <a:pt x="531" y="228"/>
                      </a:cubicBezTo>
                      <a:cubicBezTo>
                        <a:pt x="531" y="227"/>
                        <a:pt x="531" y="228"/>
                        <a:pt x="531" y="228"/>
                      </a:cubicBezTo>
                      <a:cubicBezTo>
                        <a:pt x="531" y="228"/>
                        <a:pt x="531" y="228"/>
                        <a:pt x="531" y="228"/>
                      </a:cubicBezTo>
                      <a:cubicBezTo>
                        <a:pt x="531" y="228"/>
                        <a:pt x="531" y="228"/>
                        <a:pt x="531" y="228"/>
                      </a:cubicBezTo>
                      <a:cubicBezTo>
                        <a:pt x="533" y="227"/>
                        <a:pt x="533" y="227"/>
                        <a:pt x="533" y="227"/>
                      </a:cubicBezTo>
                      <a:cubicBezTo>
                        <a:pt x="537" y="227"/>
                        <a:pt x="537" y="227"/>
                        <a:pt x="537" y="227"/>
                      </a:cubicBezTo>
                      <a:cubicBezTo>
                        <a:pt x="539" y="227"/>
                        <a:pt x="541" y="227"/>
                        <a:pt x="543" y="227"/>
                      </a:cubicBezTo>
                      <a:cubicBezTo>
                        <a:pt x="545" y="226"/>
                        <a:pt x="548" y="226"/>
                        <a:pt x="550" y="225"/>
                      </a:cubicBezTo>
                      <a:cubicBezTo>
                        <a:pt x="554" y="223"/>
                        <a:pt x="558" y="221"/>
                        <a:pt x="562" y="219"/>
                      </a:cubicBezTo>
                      <a:cubicBezTo>
                        <a:pt x="566" y="216"/>
                        <a:pt x="570" y="213"/>
                        <a:pt x="573" y="209"/>
                      </a:cubicBezTo>
                      <a:cubicBezTo>
                        <a:pt x="575" y="207"/>
                        <a:pt x="575" y="207"/>
                        <a:pt x="575" y="207"/>
                      </a:cubicBezTo>
                      <a:cubicBezTo>
                        <a:pt x="578" y="204"/>
                        <a:pt x="578" y="204"/>
                        <a:pt x="578" y="204"/>
                      </a:cubicBezTo>
                      <a:cubicBezTo>
                        <a:pt x="579" y="202"/>
                        <a:pt x="580" y="200"/>
                        <a:pt x="582" y="198"/>
                      </a:cubicBezTo>
                      <a:cubicBezTo>
                        <a:pt x="583" y="196"/>
                        <a:pt x="584" y="193"/>
                        <a:pt x="585" y="191"/>
                      </a:cubicBezTo>
                      <a:cubicBezTo>
                        <a:pt x="586" y="189"/>
                        <a:pt x="587" y="187"/>
                        <a:pt x="588" y="184"/>
                      </a:cubicBezTo>
                      <a:cubicBezTo>
                        <a:pt x="589" y="180"/>
                        <a:pt x="590" y="175"/>
                        <a:pt x="590" y="170"/>
                      </a:cubicBezTo>
                      <a:cubicBezTo>
                        <a:pt x="591" y="166"/>
                        <a:pt x="591" y="166"/>
                        <a:pt x="591" y="166"/>
                      </a:cubicBezTo>
                      <a:cubicBezTo>
                        <a:pt x="591" y="165"/>
                        <a:pt x="591" y="164"/>
                        <a:pt x="591" y="162"/>
                      </a:cubicBezTo>
                      <a:cubicBezTo>
                        <a:pt x="591" y="158"/>
                        <a:pt x="591" y="158"/>
                        <a:pt x="591" y="158"/>
                      </a:cubicBezTo>
                      <a:cubicBezTo>
                        <a:pt x="590" y="155"/>
                        <a:pt x="590" y="155"/>
                        <a:pt x="590" y="155"/>
                      </a:cubicBezTo>
                      <a:cubicBezTo>
                        <a:pt x="590" y="150"/>
                        <a:pt x="589" y="145"/>
                        <a:pt x="587" y="140"/>
                      </a:cubicBezTo>
                      <a:cubicBezTo>
                        <a:pt x="586" y="138"/>
                        <a:pt x="585" y="136"/>
                        <a:pt x="584" y="133"/>
                      </a:cubicBezTo>
                      <a:cubicBezTo>
                        <a:pt x="583" y="131"/>
                        <a:pt x="582" y="129"/>
                        <a:pt x="581" y="127"/>
                      </a:cubicBezTo>
                      <a:cubicBezTo>
                        <a:pt x="580" y="124"/>
                        <a:pt x="578" y="122"/>
                        <a:pt x="577" y="120"/>
                      </a:cubicBezTo>
                      <a:cubicBezTo>
                        <a:pt x="574" y="117"/>
                        <a:pt x="574" y="117"/>
                        <a:pt x="574" y="117"/>
                      </a:cubicBezTo>
                      <a:cubicBezTo>
                        <a:pt x="572" y="115"/>
                        <a:pt x="572" y="115"/>
                        <a:pt x="572" y="115"/>
                      </a:cubicBezTo>
                      <a:cubicBezTo>
                        <a:pt x="568" y="111"/>
                        <a:pt x="564" y="108"/>
                        <a:pt x="560" y="105"/>
                      </a:cubicBezTo>
                      <a:cubicBezTo>
                        <a:pt x="555" y="103"/>
                        <a:pt x="551" y="100"/>
                        <a:pt x="546" y="99"/>
                      </a:cubicBezTo>
                      <a:cubicBezTo>
                        <a:pt x="541" y="98"/>
                        <a:pt x="536" y="97"/>
                        <a:pt x="531" y="97"/>
                      </a:cubicBezTo>
                      <a:close/>
                      <a:moveTo>
                        <a:pt x="531" y="95"/>
                      </a:moveTo>
                      <a:cubicBezTo>
                        <a:pt x="536" y="95"/>
                        <a:pt x="542" y="95"/>
                        <a:pt x="547" y="97"/>
                      </a:cubicBezTo>
                      <a:cubicBezTo>
                        <a:pt x="552" y="98"/>
                        <a:pt x="557" y="100"/>
                        <a:pt x="561" y="103"/>
                      </a:cubicBezTo>
                      <a:cubicBezTo>
                        <a:pt x="566" y="106"/>
                        <a:pt x="570" y="109"/>
                        <a:pt x="574" y="113"/>
                      </a:cubicBezTo>
                      <a:cubicBezTo>
                        <a:pt x="577" y="115"/>
                        <a:pt x="577" y="115"/>
                        <a:pt x="577" y="115"/>
                      </a:cubicBezTo>
                      <a:cubicBezTo>
                        <a:pt x="579" y="118"/>
                        <a:pt x="579" y="118"/>
                        <a:pt x="579" y="118"/>
                      </a:cubicBezTo>
                      <a:cubicBezTo>
                        <a:pt x="581" y="120"/>
                        <a:pt x="582" y="122"/>
                        <a:pt x="584" y="125"/>
                      </a:cubicBezTo>
                      <a:cubicBezTo>
                        <a:pt x="585" y="127"/>
                        <a:pt x="587" y="129"/>
                        <a:pt x="588" y="131"/>
                      </a:cubicBezTo>
                      <a:cubicBezTo>
                        <a:pt x="589" y="134"/>
                        <a:pt x="590" y="136"/>
                        <a:pt x="591" y="139"/>
                      </a:cubicBezTo>
                      <a:cubicBezTo>
                        <a:pt x="593" y="144"/>
                        <a:pt x="595" y="149"/>
                        <a:pt x="596" y="154"/>
                      </a:cubicBezTo>
                      <a:cubicBezTo>
                        <a:pt x="596" y="158"/>
                        <a:pt x="596" y="158"/>
                        <a:pt x="596" y="158"/>
                      </a:cubicBezTo>
                      <a:cubicBezTo>
                        <a:pt x="597" y="162"/>
                        <a:pt x="597" y="162"/>
                        <a:pt x="597" y="162"/>
                      </a:cubicBezTo>
                      <a:cubicBezTo>
                        <a:pt x="597" y="163"/>
                        <a:pt x="597" y="165"/>
                        <a:pt x="597" y="166"/>
                      </a:cubicBezTo>
                      <a:cubicBezTo>
                        <a:pt x="597" y="170"/>
                        <a:pt x="597" y="170"/>
                        <a:pt x="597" y="170"/>
                      </a:cubicBezTo>
                      <a:cubicBezTo>
                        <a:pt x="597" y="176"/>
                        <a:pt x="596" y="181"/>
                        <a:pt x="595" y="186"/>
                      </a:cubicBezTo>
                      <a:cubicBezTo>
                        <a:pt x="594" y="189"/>
                        <a:pt x="593" y="192"/>
                        <a:pt x="592" y="194"/>
                      </a:cubicBezTo>
                      <a:cubicBezTo>
                        <a:pt x="591" y="197"/>
                        <a:pt x="591" y="199"/>
                        <a:pt x="589" y="202"/>
                      </a:cubicBezTo>
                      <a:cubicBezTo>
                        <a:pt x="588" y="204"/>
                        <a:pt x="587" y="207"/>
                        <a:pt x="585" y="209"/>
                      </a:cubicBezTo>
                      <a:cubicBezTo>
                        <a:pt x="583" y="212"/>
                        <a:pt x="583" y="212"/>
                        <a:pt x="583" y="212"/>
                      </a:cubicBezTo>
                      <a:cubicBezTo>
                        <a:pt x="581" y="216"/>
                        <a:pt x="581" y="216"/>
                        <a:pt x="581" y="216"/>
                      </a:cubicBezTo>
                      <a:cubicBezTo>
                        <a:pt x="577" y="220"/>
                        <a:pt x="573" y="224"/>
                        <a:pt x="569" y="228"/>
                      </a:cubicBezTo>
                      <a:cubicBezTo>
                        <a:pt x="565" y="231"/>
                        <a:pt x="560" y="234"/>
                        <a:pt x="554" y="237"/>
                      </a:cubicBezTo>
                      <a:cubicBezTo>
                        <a:pt x="552" y="238"/>
                        <a:pt x="549" y="239"/>
                        <a:pt x="546" y="239"/>
                      </a:cubicBezTo>
                      <a:cubicBezTo>
                        <a:pt x="544" y="240"/>
                        <a:pt x="540" y="241"/>
                        <a:pt x="538" y="241"/>
                      </a:cubicBezTo>
                      <a:cubicBezTo>
                        <a:pt x="534" y="242"/>
                        <a:pt x="534" y="242"/>
                        <a:pt x="534" y="242"/>
                      </a:cubicBezTo>
                      <a:cubicBezTo>
                        <a:pt x="532" y="242"/>
                        <a:pt x="532" y="242"/>
                        <a:pt x="532" y="242"/>
                      </a:cubicBezTo>
                      <a:cubicBezTo>
                        <a:pt x="531" y="242"/>
                        <a:pt x="531" y="242"/>
                        <a:pt x="531" y="242"/>
                      </a:cubicBezTo>
                      <a:cubicBezTo>
                        <a:pt x="531" y="242"/>
                        <a:pt x="531" y="242"/>
                        <a:pt x="531" y="242"/>
                      </a:cubicBezTo>
                      <a:cubicBezTo>
                        <a:pt x="530" y="242"/>
                        <a:pt x="530" y="242"/>
                        <a:pt x="530" y="242"/>
                      </a:cubicBezTo>
                      <a:cubicBezTo>
                        <a:pt x="529" y="242"/>
                        <a:pt x="529" y="242"/>
                        <a:pt x="529" y="242"/>
                      </a:cubicBezTo>
                      <a:cubicBezTo>
                        <a:pt x="528" y="242"/>
                        <a:pt x="526" y="242"/>
                        <a:pt x="525" y="242"/>
                      </a:cubicBezTo>
                      <a:cubicBezTo>
                        <a:pt x="520" y="241"/>
                        <a:pt x="520" y="241"/>
                        <a:pt x="520" y="241"/>
                      </a:cubicBezTo>
                      <a:cubicBezTo>
                        <a:pt x="515" y="241"/>
                        <a:pt x="509" y="239"/>
                        <a:pt x="503" y="237"/>
                      </a:cubicBezTo>
                      <a:cubicBezTo>
                        <a:pt x="498" y="234"/>
                        <a:pt x="493" y="231"/>
                        <a:pt x="488" y="228"/>
                      </a:cubicBezTo>
                      <a:cubicBezTo>
                        <a:pt x="501" y="226"/>
                        <a:pt x="501" y="226"/>
                        <a:pt x="501" y="226"/>
                      </a:cubicBezTo>
                      <a:cubicBezTo>
                        <a:pt x="499" y="229"/>
                        <a:pt x="497" y="233"/>
                        <a:pt x="494" y="237"/>
                      </a:cubicBezTo>
                      <a:cubicBezTo>
                        <a:pt x="491" y="240"/>
                        <a:pt x="489" y="243"/>
                        <a:pt x="486" y="247"/>
                      </a:cubicBezTo>
                      <a:cubicBezTo>
                        <a:pt x="484" y="248"/>
                        <a:pt x="482" y="250"/>
                        <a:pt x="481" y="251"/>
                      </a:cubicBezTo>
                      <a:cubicBezTo>
                        <a:pt x="479" y="253"/>
                        <a:pt x="478" y="254"/>
                        <a:pt x="476" y="256"/>
                      </a:cubicBezTo>
                      <a:cubicBezTo>
                        <a:pt x="474" y="257"/>
                        <a:pt x="473" y="258"/>
                        <a:pt x="471" y="260"/>
                      </a:cubicBezTo>
                      <a:cubicBezTo>
                        <a:pt x="469" y="261"/>
                        <a:pt x="467" y="262"/>
                        <a:pt x="466" y="264"/>
                      </a:cubicBezTo>
                      <a:cubicBezTo>
                        <a:pt x="462" y="266"/>
                        <a:pt x="458" y="268"/>
                        <a:pt x="454" y="270"/>
                      </a:cubicBezTo>
                      <a:cubicBezTo>
                        <a:pt x="450" y="272"/>
                        <a:pt x="446" y="274"/>
                        <a:pt x="442" y="275"/>
                      </a:cubicBezTo>
                      <a:cubicBezTo>
                        <a:pt x="440" y="276"/>
                        <a:pt x="438" y="277"/>
                        <a:pt x="436" y="278"/>
                      </a:cubicBezTo>
                      <a:cubicBezTo>
                        <a:pt x="429" y="279"/>
                        <a:pt x="429" y="279"/>
                        <a:pt x="429" y="279"/>
                      </a:cubicBezTo>
                      <a:cubicBezTo>
                        <a:pt x="422" y="280"/>
                        <a:pt x="422" y="280"/>
                        <a:pt x="422" y="280"/>
                      </a:cubicBezTo>
                      <a:cubicBezTo>
                        <a:pt x="420" y="281"/>
                        <a:pt x="418" y="281"/>
                        <a:pt x="416" y="281"/>
                      </a:cubicBezTo>
                      <a:cubicBezTo>
                        <a:pt x="413" y="281"/>
                        <a:pt x="411" y="281"/>
                        <a:pt x="409" y="282"/>
                      </a:cubicBezTo>
                      <a:cubicBezTo>
                        <a:pt x="408" y="282"/>
                        <a:pt x="408" y="282"/>
                        <a:pt x="408" y="282"/>
                      </a:cubicBezTo>
                      <a:cubicBezTo>
                        <a:pt x="408" y="282"/>
                        <a:pt x="408" y="282"/>
                        <a:pt x="408" y="282"/>
                      </a:cubicBezTo>
                      <a:cubicBezTo>
                        <a:pt x="407" y="282"/>
                        <a:pt x="407" y="282"/>
                        <a:pt x="407" y="282"/>
                      </a:cubicBezTo>
                      <a:cubicBezTo>
                        <a:pt x="407" y="282"/>
                        <a:pt x="407" y="282"/>
                        <a:pt x="407" y="282"/>
                      </a:cubicBezTo>
                      <a:cubicBezTo>
                        <a:pt x="406" y="282"/>
                        <a:pt x="406" y="282"/>
                        <a:pt x="406" y="282"/>
                      </a:cubicBezTo>
                      <a:cubicBezTo>
                        <a:pt x="402" y="281"/>
                        <a:pt x="402" y="281"/>
                        <a:pt x="402" y="281"/>
                      </a:cubicBezTo>
                      <a:cubicBezTo>
                        <a:pt x="396" y="281"/>
                        <a:pt x="396" y="281"/>
                        <a:pt x="396" y="281"/>
                      </a:cubicBezTo>
                      <a:cubicBezTo>
                        <a:pt x="394" y="281"/>
                        <a:pt x="391" y="280"/>
                        <a:pt x="389" y="280"/>
                      </a:cubicBezTo>
                      <a:cubicBezTo>
                        <a:pt x="383" y="279"/>
                        <a:pt x="383" y="279"/>
                        <a:pt x="383" y="279"/>
                      </a:cubicBezTo>
                      <a:cubicBezTo>
                        <a:pt x="376" y="277"/>
                        <a:pt x="376" y="277"/>
                        <a:pt x="376" y="277"/>
                      </a:cubicBezTo>
                      <a:cubicBezTo>
                        <a:pt x="374" y="276"/>
                        <a:pt x="372" y="276"/>
                        <a:pt x="370" y="275"/>
                      </a:cubicBezTo>
                      <a:cubicBezTo>
                        <a:pt x="364" y="272"/>
                        <a:pt x="364" y="272"/>
                        <a:pt x="364" y="272"/>
                      </a:cubicBezTo>
                      <a:cubicBezTo>
                        <a:pt x="359" y="271"/>
                        <a:pt x="356" y="268"/>
                        <a:pt x="352" y="266"/>
                      </a:cubicBezTo>
                      <a:cubicBezTo>
                        <a:pt x="349" y="265"/>
                        <a:pt x="349" y="265"/>
                        <a:pt x="349" y="265"/>
                      </a:cubicBezTo>
                      <a:cubicBezTo>
                        <a:pt x="346" y="263"/>
                        <a:pt x="346" y="263"/>
                        <a:pt x="346" y="263"/>
                      </a:cubicBezTo>
                      <a:cubicBezTo>
                        <a:pt x="341" y="259"/>
                        <a:pt x="341" y="259"/>
                        <a:pt x="341" y="259"/>
                      </a:cubicBezTo>
                      <a:cubicBezTo>
                        <a:pt x="337" y="256"/>
                        <a:pt x="334" y="253"/>
                        <a:pt x="331" y="250"/>
                      </a:cubicBezTo>
                      <a:cubicBezTo>
                        <a:pt x="328" y="247"/>
                        <a:pt x="325" y="244"/>
                        <a:pt x="322" y="241"/>
                      </a:cubicBezTo>
                      <a:cubicBezTo>
                        <a:pt x="338" y="240"/>
                        <a:pt x="338" y="240"/>
                        <a:pt x="338" y="240"/>
                      </a:cubicBezTo>
                      <a:cubicBezTo>
                        <a:pt x="331" y="249"/>
                        <a:pt x="331" y="249"/>
                        <a:pt x="331" y="249"/>
                      </a:cubicBezTo>
                      <a:cubicBezTo>
                        <a:pt x="329" y="252"/>
                        <a:pt x="326" y="254"/>
                        <a:pt x="323" y="257"/>
                      </a:cubicBezTo>
                      <a:cubicBezTo>
                        <a:pt x="320" y="259"/>
                        <a:pt x="318" y="262"/>
                        <a:pt x="315" y="264"/>
                      </a:cubicBezTo>
                      <a:cubicBezTo>
                        <a:pt x="312" y="266"/>
                        <a:pt x="309" y="268"/>
                        <a:pt x="306" y="270"/>
                      </a:cubicBezTo>
                      <a:cubicBezTo>
                        <a:pt x="296" y="276"/>
                        <a:pt x="296" y="276"/>
                        <a:pt x="296" y="276"/>
                      </a:cubicBezTo>
                      <a:cubicBezTo>
                        <a:pt x="293" y="277"/>
                        <a:pt x="293" y="277"/>
                        <a:pt x="293" y="277"/>
                      </a:cubicBezTo>
                      <a:cubicBezTo>
                        <a:pt x="291" y="278"/>
                        <a:pt x="291" y="278"/>
                        <a:pt x="291" y="278"/>
                      </a:cubicBezTo>
                      <a:cubicBezTo>
                        <a:pt x="286" y="281"/>
                        <a:pt x="286" y="281"/>
                        <a:pt x="286" y="281"/>
                      </a:cubicBezTo>
                      <a:cubicBezTo>
                        <a:pt x="281" y="283"/>
                        <a:pt x="281" y="283"/>
                        <a:pt x="281" y="283"/>
                      </a:cubicBezTo>
                      <a:cubicBezTo>
                        <a:pt x="279" y="284"/>
                        <a:pt x="277" y="284"/>
                        <a:pt x="275" y="285"/>
                      </a:cubicBezTo>
                      <a:cubicBezTo>
                        <a:pt x="272" y="286"/>
                        <a:pt x="268" y="287"/>
                        <a:pt x="264" y="288"/>
                      </a:cubicBezTo>
                      <a:cubicBezTo>
                        <a:pt x="253" y="290"/>
                        <a:pt x="253" y="290"/>
                        <a:pt x="253" y="290"/>
                      </a:cubicBezTo>
                      <a:cubicBezTo>
                        <a:pt x="251" y="290"/>
                        <a:pt x="249" y="290"/>
                        <a:pt x="248" y="290"/>
                      </a:cubicBezTo>
                      <a:cubicBezTo>
                        <a:pt x="242" y="290"/>
                        <a:pt x="242" y="290"/>
                        <a:pt x="242" y="290"/>
                      </a:cubicBezTo>
                      <a:cubicBezTo>
                        <a:pt x="237" y="291"/>
                        <a:pt x="237" y="291"/>
                        <a:pt x="237" y="291"/>
                      </a:cubicBezTo>
                      <a:cubicBezTo>
                        <a:pt x="237" y="291"/>
                        <a:pt x="237" y="291"/>
                        <a:pt x="237" y="291"/>
                      </a:cubicBezTo>
                      <a:cubicBezTo>
                        <a:pt x="237" y="291"/>
                        <a:pt x="237" y="291"/>
                        <a:pt x="237" y="291"/>
                      </a:cubicBezTo>
                      <a:cubicBezTo>
                        <a:pt x="236" y="291"/>
                        <a:pt x="236" y="291"/>
                        <a:pt x="236" y="291"/>
                      </a:cubicBezTo>
                      <a:cubicBezTo>
                        <a:pt x="236" y="291"/>
                        <a:pt x="236" y="291"/>
                        <a:pt x="236" y="291"/>
                      </a:cubicBezTo>
                      <a:cubicBezTo>
                        <a:pt x="235" y="291"/>
                        <a:pt x="235" y="291"/>
                        <a:pt x="235" y="291"/>
                      </a:cubicBezTo>
                      <a:cubicBezTo>
                        <a:pt x="234" y="291"/>
                        <a:pt x="234" y="291"/>
                        <a:pt x="234" y="291"/>
                      </a:cubicBezTo>
                      <a:cubicBezTo>
                        <a:pt x="231" y="290"/>
                        <a:pt x="231" y="290"/>
                        <a:pt x="231" y="290"/>
                      </a:cubicBezTo>
                      <a:cubicBezTo>
                        <a:pt x="227" y="290"/>
                        <a:pt x="224" y="290"/>
                        <a:pt x="220" y="289"/>
                      </a:cubicBezTo>
                      <a:cubicBezTo>
                        <a:pt x="209" y="287"/>
                        <a:pt x="209" y="287"/>
                        <a:pt x="209" y="287"/>
                      </a:cubicBezTo>
                      <a:cubicBezTo>
                        <a:pt x="205" y="287"/>
                        <a:pt x="202" y="285"/>
                        <a:pt x="198" y="284"/>
                      </a:cubicBezTo>
                      <a:cubicBezTo>
                        <a:pt x="195" y="283"/>
                        <a:pt x="191" y="282"/>
                        <a:pt x="188" y="280"/>
                      </a:cubicBezTo>
                      <a:cubicBezTo>
                        <a:pt x="178" y="275"/>
                        <a:pt x="178" y="275"/>
                        <a:pt x="178" y="275"/>
                      </a:cubicBezTo>
                      <a:cubicBezTo>
                        <a:pt x="188" y="274"/>
                        <a:pt x="188" y="274"/>
                        <a:pt x="188" y="274"/>
                      </a:cubicBezTo>
                      <a:cubicBezTo>
                        <a:pt x="186" y="276"/>
                        <a:pt x="184" y="278"/>
                        <a:pt x="181" y="279"/>
                      </a:cubicBezTo>
                      <a:cubicBezTo>
                        <a:pt x="179" y="280"/>
                        <a:pt x="177" y="281"/>
                        <a:pt x="174" y="282"/>
                      </a:cubicBezTo>
                      <a:cubicBezTo>
                        <a:pt x="172" y="284"/>
                        <a:pt x="169" y="284"/>
                        <a:pt x="167" y="285"/>
                      </a:cubicBezTo>
                      <a:cubicBezTo>
                        <a:pt x="164" y="286"/>
                        <a:pt x="161" y="287"/>
                        <a:pt x="159" y="287"/>
                      </a:cubicBezTo>
                      <a:cubicBezTo>
                        <a:pt x="157" y="288"/>
                        <a:pt x="156" y="288"/>
                        <a:pt x="155" y="288"/>
                      </a:cubicBezTo>
                      <a:cubicBezTo>
                        <a:pt x="150" y="289"/>
                        <a:pt x="150" y="289"/>
                        <a:pt x="150" y="289"/>
                      </a:cubicBezTo>
                      <a:cubicBezTo>
                        <a:pt x="147" y="289"/>
                        <a:pt x="146" y="289"/>
                        <a:pt x="143" y="289"/>
                      </a:cubicBezTo>
                      <a:cubicBezTo>
                        <a:pt x="135" y="288"/>
                        <a:pt x="135" y="288"/>
                        <a:pt x="135" y="288"/>
                      </a:cubicBezTo>
                      <a:cubicBezTo>
                        <a:pt x="133" y="288"/>
                        <a:pt x="133" y="288"/>
                        <a:pt x="133" y="288"/>
                      </a:cubicBezTo>
                      <a:cubicBezTo>
                        <a:pt x="131" y="288"/>
                        <a:pt x="131" y="288"/>
                        <a:pt x="131" y="288"/>
                      </a:cubicBezTo>
                      <a:cubicBezTo>
                        <a:pt x="127" y="287"/>
                        <a:pt x="127" y="287"/>
                        <a:pt x="127" y="287"/>
                      </a:cubicBezTo>
                      <a:cubicBezTo>
                        <a:pt x="123" y="286"/>
                        <a:pt x="123" y="286"/>
                        <a:pt x="123" y="286"/>
                      </a:cubicBezTo>
                      <a:cubicBezTo>
                        <a:pt x="119" y="284"/>
                        <a:pt x="119" y="284"/>
                        <a:pt x="119" y="284"/>
                      </a:cubicBezTo>
                      <a:cubicBezTo>
                        <a:pt x="117" y="283"/>
                        <a:pt x="114" y="283"/>
                        <a:pt x="112" y="281"/>
                      </a:cubicBezTo>
                      <a:cubicBezTo>
                        <a:pt x="110" y="280"/>
                        <a:pt x="107" y="279"/>
                        <a:pt x="105" y="277"/>
                      </a:cubicBezTo>
                      <a:cubicBezTo>
                        <a:pt x="99" y="273"/>
                        <a:pt x="99" y="273"/>
                        <a:pt x="99" y="273"/>
                      </a:cubicBezTo>
                      <a:cubicBezTo>
                        <a:pt x="96" y="271"/>
                        <a:pt x="95" y="269"/>
                        <a:pt x="93" y="268"/>
                      </a:cubicBezTo>
                      <a:cubicBezTo>
                        <a:pt x="92" y="267"/>
                        <a:pt x="91" y="266"/>
                        <a:pt x="90" y="265"/>
                      </a:cubicBezTo>
                      <a:cubicBezTo>
                        <a:pt x="87" y="262"/>
                        <a:pt x="87" y="262"/>
                        <a:pt x="87" y="262"/>
                      </a:cubicBezTo>
                      <a:cubicBezTo>
                        <a:pt x="86" y="260"/>
                        <a:pt x="84" y="258"/>
                        <a:pt x="83" y="256"/>
                      </a:cubicBezTo>
                      <a:cubicBezTo>
                        <a:pt x="78" y="249"/>
                        <a:pt x="78" y="249"/>
                        <a:pt x="78" y="249"/>
                      </a:cubicBezTo>
                      <a:cubicBezTo>
                        <a:pt x="88" y="252"/>
                        <a:pt x="88" y="252"/>
                        <a:pt x="88" y="252"/>
                      </a:cubicBezTo>
                      <a:cubicBezTo>
                        <a:pt x="85" y="253"/>
                        <a:pt x="83" y="254"/>
                        <a:pt x="80" y="255"/>
                      </a:cubicBezTo>
                      <a:cubicBezTo>
                        <a:pt x="77" y="256"/>
                        <a:pt x="74" y="257"/>
                        <a:pt x="71" y="258"/>
                      </a:cubicBezTo>
                      <a:cubicBezTo>
                        <a:pt x="67" y="258"/>
                        <a:pt x="67" y="258"/>
                        <a:pt x="67" y="258"/>
                      </a:cubicBezTo>
                      <a:cubicBezTo>
                        <a:pt x="65" y="259"/>
                        <a:pt x="64" y="259"/>
                        <a:pt x="63" y="259"/>
                      </a:cubicBezTo>
                      <a:cubicBezTo>
                        <a:pt x="61" y="259"/>
                        <a:pt x="61" y="259"/>
                        <a:pt x="61" y="259"/>
                      </a:cubicBezTo>
                      <a:cubicBezTo>
                        <a:pt x="60" y="259"/>
                        <a:pt x="60" y="259"/>
                        <a:pt x="60" y="259"/>
                      </a:cubicBezTo>
                      <a:cubicBezTo>
                        <a:pt x="59" y="259"/>
                        <a:pt x="59" y="259"/>
                        <a:pt x="59" y="259"/>
                      </a:cubicBezTo>
                      <a:cubicBezTo>
                        <a:pt x="59" y="259"/>
                        <a:pt x="59" y="259"/>
                        <a:pt x="59" y="259"/>
                      </a:cubicBezTo>
                      <a:cubicBezTo>
                        <a:pt x="58" y="259"/>
                        <a:pt x="58" y="259"/>
                        <a:pt x="58" y="259"/>
                      </a:cubicBezTo>
                      <a:cubicBezTo>
                        <a:pt x="58" y="259"/>
                        <a:pt x="58" y="259"/>
                        <a:pt x="58" y="259"/>
                      </a:cubicBezTo>
                      <a:cubicBezTo>
                        <a:pt x="58" y="259"/>
                        <a:pt x="58" y="259"/>
                        <a:pt x="58" y="259"/>
                      </a:cubicBezTo>
                      <a:cubicBezTo>
                        <a:pt x="54" y="258"/>
                        <a:pt x="54" y="258"/>
                        <a:pt x="54" y="258"/>
                      </a:cubicBezTo>
                      <a:cubicBezTo>
                        <a:pt x="48" y="258"/>
                        <a:pt x="42" y="256"/>
                        <a:pt x="37" y="254"/>
                      </a:cubicBezTo>
                      <a:cubicBezTo>
                        <a:pt x="34" y="253"/>
                        <a:pt x="32" y="251"/>
                        <a:pt x="29" y="250"/>
                      </a:cubicBezTo>
                      <a:cubicBezTo>
                        <a:pt x="27" y="248"/>
                        <a:pt x="25" y="247"/>
                        <a:pt x="23" y="245"/>
                      </a:cubicBezTo>
                      <a:cubicBezTo>
                        <a:pt x="18" y="241"/>
                        <a:pt x="15" y="237"/>
                        <a:pt x="11" y="232"/>
                      </a:cubicBezTo>
                      <a:cubicBezTo>
                        <a:pt x="8" y="228"/>
                        <a:pt x="6" y="222"/>
                        <a:pt x="4" y="217"/>
                      </a:cubicBezTo>
                      <a:cubicBezTo>
                        <a:pt x="2" y="212"/>
                        <a:pt x="1" y="207"/>
                        <a:pt x="0" y="201"/>
                      </a:cubicBezTo>
                      <a:cubicBezTo>
                        <a:pt x="0" y="198"/>
                        <a:pt x="0" y="196"/>
                        <a:pt x="0" y="193"/>
                      </a:cubicBezTo>
                      <a:cubicBezTo>
                        <a:pt x="0" y="190"/>
                        <a:pt x="0" y="187"/>
                        <a:pt x="0" y="185"/>
                      </a:cubicBezTo>
                      <a:cubicBezTo>
                        <a:pt x="1" y="179"/>
                        <a:pt x="2" y="174"/>
                        <a:pt x="4" y="169"/>
                      </a:cubicBezTo>
                      <a:cubicBezTo>
                        <a:pt x="5" y="166"/>
                        <a:pt x="6" y="164"/>
                        <a:pt x="7" y="161"/>
                      </a:cubicBezTo>
                      <a:cubicBezTo>
                        <a:pt x="8" y="159"/>
                        <a:pt x="10" y="156"/>
                        <a:pt x="11" y="154"/>
                      </a:cubicBezTo>
                      <a:cubicBezTo>
                        <a:pt x="14" y="149"/>
                        <a:pt x="18" y="145"/>
                        <a:pt x="22" y="142"/>
                      </a:cubicBezTo>
                      <a:cubicBezTo>
                        <a:pt x="26" y="138"/>
                        <a:pt x="31" y="135"/>
                        <a:pt x="36" y="133"/>
                      </a:cubicBezTo>
                      <a:cubicBezTo>
                        <a:pt x="41" y="130"/>
                        <a:pt x="46" y="129"/>
                        <a:pt x="52" y="128"/>
                      </a:cubicBezTo>
                      <a:cubicBezTo>
                        <a:pt x="57" y="128"/>
                        <a:pt x="63" y="127"/>
                        <a:pt x="68" y="129"/>
                      </a:cubicBezTo>
                      <a:cubicBezTo>
                        <a:pt x="74" y="130"/>
                        <a:pt x="79" y="131"/>
                        <a:pt x="84" y="134"/>
                      </a:cubicBezTo>
                      <a:cubicBezTo>
                        <a:pt x="89" y="137"/>
                        <a:pt x="93" y="140"/>
                        <a:pt x="97" y="144"/>
                      </a:cubicBezTo>
                      <a:cubicBezTo>
                        <a:pt x="93" y="144"/>
                        <a:pt x="93" y="144"/>
                        <a:pt x="93" y="144"/>
                      </a:cubicBezTo>
                      <a:cubicBezTo>
                        <a:pt x="97" y="139"/>
                        <a:pt x="97" y="139"/>
                        <a:pt x="97" y="139"/>
                      </a:cubicBezTo>
                      <a:cubicBezTo>
                        <a:pt x="102" y="135"/>
                        <a:pt x="102" y="135"/>
                        <a:pt x="102" y="135"/>
                      </a:cubicBezTo>
                      <a:cubicBezTo>
                        <a:pt x="107" y="131"/>
                        <a:pt x="107" y="131"/>
                        <a:pt x="107" y="131"/>
                      </a:cubicBezTo>
                      <a:cubicBezTo>
                        <a:pt x="113" y="128"/>
                        <a:pt x="113" y="128"/>
                        <a:pt x="113" y="128"/>
                      </a:cubicBezTo>
                      <a:cubicBezTo>
                        <a:pt x="111" y="131"/>
                        <a:pt x="111" y="131"/>
                        <a:pt x="111" y="131"/>
                      </a:cubicBezTo>
                      <a:cubicBezTo>
                        <a:pt x="111" y="125"/>
                        <a:pt x="112" y="118"/>
                        <a:pt x="113" y="112"/>
                      </a:cubicBezTo>
                      <a:cubicBezTo>
                        <a:pt x="114" y="105"/>
                        <a:pt x="116" y="99"/>
                        <a:pt x="118" y="92"/>
                      </a:cubicBezTo>
                      <a:cubicBezTo>
                        <a:pt x="122" y="83"/>
                        <a:pt x="122" y="83"/>
                        <a:pt x="122" y="83"/>
                      </a:cubicBezTo>
                      <a:cubicBezTo>
                        <a:pt x="123" y="80"/>
                        <a:pt x="125" y="77"/>
                        <a:pt x="126" y="74"/>
                      </a:cubicBezTo>
                      <a:cubicBezTo>
                        <a:pt x="127" y="70"/>
                        <a:pt x="129" y="68"/>
                        <a:pt x="131" y="65"/>
                      </a:cubicBezTo>
                      <a:cubicBezTo>
                        <a:pt x="133" y="62"/>
                        <a:pt x="134" y="59"/>
                        <a:pt x="136" y="56"/>
                      </a:cubicBezTo>
                      <a:cubicBezTo>
                        <a:pt x="138" y="53"/>
                        <a:pt x="140" y="51"/>
                        <a:pt x="142" y="48"/>
                      </a:cubicBezTo>
                      <a:cubicBezTo>
                        <a:pt x="149" y="40"/>
                        <a:pt x="149" y="40"/>
                        <a:pt x="149" y="40"/>
                      </a:cubicBezTo>
                      <a:cubicBezTo>
                        <a:pt x="156" y="33"/>
                        <a:pt x="156" y="33"/>
                        <a:pt x="156" y="33"/>
                      </a:cubicBezTo>
                      <a:cubicBezTo>
                        <a:pt x="159" y="31"/>
                        <a:pt x="161" y="29"/>
                        <a:pt x="164" y="26"/>
                      </a:cubicBezTo>
                      <a:cubicBezTo>
                        <a:pt x="167" y="24"/>
                        <a:pt x="170" y="22"/>
                        <a:pt x="172" y="20"/>
                      </a:cubicBezTo>
                      <a:cubicBezTo>
                        <a:pt x="175" y="18"/>
                        <a:pt x="178" y="17"/>
                        <a:pt x="181" y="15"/>
                      </a:cubicBezTo>
                      <a:cubicBezTo>
                        <a:pt x="187" y="12"/>
                        <a:pt x="194" y="9"/>
                        <a:pt x="200" y="7"/>
                      </a:cubicBezTo>
                      <a:cubicBezTo>
                        <a:pt x="210" y="4"/>
                        <a:pt x="210" y="4"/>
                        <a:pt x="210" y="4"/>
                      </a:cubicBezTo>
                      <a:cubicBezTo>
                        <a:pt x="214" y="3"/>
                        <a:pt x="217" y="2"/>
                        <a:pt x="221" y="2"/>
                      </a:cubicBezTo>
                      <a:cubicBezTo>
                        <a:pt x="225" y="1"/>
                        <a:pt x="228" y="1"/>
                        <a:pt x="231" y="1"/>
                      </a:cubicBezTo>
                      <a:cubicBezTo>
                        <a:pt x="236" y="0"/>
                        <a:pt x="236" y="0"/>
                        <a:pt x="236" y="0"/>
                      </a:cubicBezTo>
                      <a:cubicBezTo>
                        <a:pt x="236" y="0"/>
                        <a:pt x="236" y="0"/>
                        <a:pt x="236" y="0"/>
                      </a:cubicBezTo>
                      <a:cubicBezTo>
                        <a:pt x="237" y="0"/>
                        <a:pt x="237" y="0"/>
                        <a:pt x="237" y="0"/>
                      </a:cubicBezTo>
                      <a:cubicBezTo>
                        <a:pt x="238" y="0"/>
                        <a:pt x="238" y="0"/>
                        <a:pt x="238" y="0"/>
                      </a:cubicBezTo>
                      <a:cubicBezTo>
                        <a:pt x="239" y="0"/>
                        <a:pt x="239" y="0"/>
                        <a:pt x="239" y="0"/>
                      </a:cubicBezTo>
                      <a:cubicBezTo>
                        <a:pt x="242" y="0"/>
                        <a:pt x="242" y="0"/>
                        <a:pt x="242" y="0"/>
                      </a:cubicBezTo>
                      <a:cubicBezTo>
                        <a:pt x="249" y="1"/>
                        <a:pt x="255" y="2"/>
                        <a:pt x="262" y="3"/>
                      </a:cubicBezTo>
                      <a:cubicBezTo>
                        <a:pt x="269" y="5"/>
                        <a:pt x="276" y="7"/>
                        <a:pt x="282" y="9"/>
                      </a:cubicBezTo>
                      <a:cubicBezTo>
                        <a:pt x="286" y="10"/>
                        <a:pt x="289" y="12"/>
                        <a:pt x="292" y="14"/>
                      </a:cubicBezTo>
                      <a:cubicBezTo>
                        <a:pt x="295" y="15"/>
                        <a:pt x="298" y="17"/>
                        <a:pt x="301" y="19"/>
                      </a:cubicBezTo>
                      <a:cubicBezTo>
                        <a:pt x="307" y="22"/>
                        <a:pt x="312" y="27"/>
                        <a:pt x="318" y="31"/>
                      </a:cubicBezTo>
                      <a:cubicBezTo>
                        <a:pt x="323" y="36"/>
                        <a:pt x="328" y="41"/>
                        <a:pt x="332" y="46"/>
                      </a:cubicBezTo>
                      <a:cubicBezTo>
                        <a:pt x="336" y="51"/>
                        <a:pt x="340" y="57"/>
                        <a:pt x="344" y="63"/>
                      </a:cubicBezTo>
                      <a:cubicBezTo>
                        <a:pt x="332" y="62"/>
                        <a:pt x="332" y="62"/>
                        <a:pt x="332" y="62"/>
                      </a:cubicBezTo>
                      <a:cubicBezTo>
                        <a:pt x="335" y="59"/>
                        <a:pt x="339" y="56"/>
                        <a:pt x="342" y="53"/>
                      </a:cubicBezTo>
                      <a:cubicBezTo>
                        <a:pt x="348" y="49"/>
                        <a:pt x="348" y="49"/>
                        <a:pt x="348" y="49"/>
                      </a:cubicBezTo>
                      <a:cubicBezTo>
                        <a:pt x="350" y="48"/>
                        <a:pt x="352" y="47"/>
                        <a:pt x="354" y="46"/>
                      </a:cubicBezTo>
                      <a:cubicBezTo>
                        <a:pt x="357" y="44"/>
                        <a:pt x="362" y="42"/>
                        <a:pt x="366" y="40"/>
                      </a:cubicBezTo>
                      <a:cubicBezTo>
                        <a:pt x="368" y="39"/>
                        <a:pt x="370" y="39"/>
                        <a:pt x="372" y="38"/>
                      </a:cubicBezTo>
                      <a:cubicBezTo>
                        <a:pt x="374" y="37"/>
                        <a:pt x="376" y="37"/>
                        <a:pt x="378" y="36"/>
                      </a:cubicBezTo>
                      <a:cubicBezTo>
                        <a:pt x="383" y="35"/>
                        <a:pt x="387" y="34"/>
                        <a:pt x="391" y="34"/>
                      </a:cubicBezTo>
                      <a:cubicBezTo>
                        <a:pt x="394" y="34"/>
                        <a:pt x="396" y="33"/>
                        <a:pt x="398" y="33"/>
                      </a:cubicBezTo>
                      <a:cubicBezTo>
                        <a:pt x="404" y="33"/>
                        <a:pt x="404" y="33"/>
                        <a:pt x="404" y="33"/>
                      </a:cubicBezTo>
                      <a:cubicBezTo>
                        <a:pt x="406" y="33"/>
                        <a:pt x="406" y="33"/>
                        <a:pt x="406" y="33"/>
                      </a:cubicBezTo>
                      <a:cubicBezTo>
                        <a:pt x="407" y="33"/>
                        <a:pt x="407" y="33"/>
                        <a:pt x="407" y="33"/>
                      </a:cubicBezTo>
                      <a:cubicBezTo>
                        <a:pt x="407" y="33"/>
                        <a:pt x="407" y="33"/>
                        <a:pt x="407" y="33"/>
                      </a:cubicBezTo>
                      <a:cubicBezTo>
                        <a:pt x="408" y="33"/>
                        <a:pt x="408" y="33"/>
                        <a:pt x="408" y="33"/>
                      </a:cubicBezTo>
                      <a:cubicBezTo>
                        <a:pt x="411" y="33"/>
                        <a:pt x="411" y="33"/>
                        <a:pt x="411" y="33"/>
                      </a:cubicBezTo>
                      <a:cubicBezTo>
                        <a:pt x="413" y="34"/>
                        <a:pt x="415" y="34"/>
                        <a:pt x="417" y="34"/>
                      </a:cubicBezTo>
                      <a:cubicBezTo>
                        <a:pt x="420" y="34"/>
                        <a:pt x="422" y="35"/>
                        <a:pt x="424" y="35"/>
                      </a:cubicBezTo>
                      <a:cubicBezTo>
                        <a:pt x="430" y="37"/>
                        <a:pt x="430" y="37"/>
                        <a:pt x="430" y="37"/>
                      </a:cubicBezTo>
                      <a:cubicBezTo>
                        <a:pt x="434" y="38"/>
                        <a:pt x="438" y="39"/>
                        <a:pt x="442" y="41"/>
                      </a:cubicBezTo>
                      <a:cubicBezTo>
                        <a:pt x="444" y="42"/>
                        <a:pt x="446" y="43"/>
                        <a:pt x="448" y="44"/>
                      </a:cubicBezTo>
                      <a:cubicBezTo>
                        <a:pt x="450" y="45"/>
                        <a:pt x="452" y="45"/>
                        <a:pt x="454" y="47"/>
                      </a:cubicBezTo>
                      <a:cubicBezTo>
                        <a:pt x="456" y="48"/>
                        <a:pt x="458" y="49"/>
                        <a:pt x="459" y="50"/>
                      </a:cubicBezTo>
                      <a:cubicBezTo>
                        <a:pt x="465" y="54"/>
                        <a:pt x="465" y="54"/>
                        <a:pt x="465" y="54"/>
                      </a:cubicBezTo>
                      <a:cubicBezTo>
                        <a:pt x="468" y="56"/>
                        <a:pt x="471" y="59"/>
                        <a:pt x="474" y="62"/>
                      </a:cubicBezTo>
                      <a:cubicBezTo>
                        <a:pt x="476" y="63"/>
                        <a:pt x="478" y="65"/>
                        <a:pt x="479" y="66"/>
                      </a:cubicBezTo>
                      <a:cubicBezTo>
                        <a:pt x="480" y="68"/>
                        <a:pt x="482" y="69"/>
                        <a:pt x="483" y="71"/>
                      </a:cubicBezTo>
                      <a:cubicBezTo>
                        <a:pt x="487" y="76"/>
                        <a:pt x="487" y="76"/>
                        <a:pt x="487" y="76"/>
                      </a:cubicBezTo>
                      <a:cubicBezTo>
                        <a:pt x="491" y="81"/>
                        <a:pt x="491" y="81"/>
                        <a:pt x="491" y="81"/>
                      </a:cubicBezTo>
                      <a:cubicBezTo>
                        <a:pt x="492" y="83"/>
                        <a:pt x="493" y="85"/>
                        <a:pt x="494" y="86"/>
                      </a:cubicBezTo>
                      <a:cubicBezTo>
                        <a:pt x="496" y="88"/>
                        <a:pt x="497" y="90"/>
                        <a:pt x="498" y="92"/>
                      </a:cubicBezTo>
                      <a:cubicBezTo>
                        <a:pt x="500" y="96"/>
                        <a:pt x="502" y="99"/>
                        <a:pt x="503" y="103"/>
                      </a:cubicBezTo>
                      <a:cubicBezTo>
                        <a:pt x="502" y="103"/>
                        <a:pt x="502" y="103"/>
                        <a:pt x="502" y="103"/>
                      </a:cubicBezTo>
                      <a:cubicBezTo>
                        <a:pt x="509" y="99"/>
                        <a:pt x="509" y="99"/>
                        <a:pt x="509" y="99"/>
                      </a:cubicBezTo>
                      <a:cubicBezTo>
                        <a:pt x="511" y="98"/>
                        <a:pt x="513" y="98"/>
                        <a:pt x="516" y="97"/>
                      </a:cubicBezTo>
                      <a:cubicBezTo>
                        <a:pt x="518" y="96"/>
                        <a:pt x="521" y="96"/>
                        <a:pt x="523" y="95"/>
                      </a:cubicBezTo>
                      <a:cubicBezTo>
                        <a:pt x="531" y="95"/>
                        <a:pt x="531" y="95"/>
                        <a:pt x="531" y="9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1144" name="组合 1143">
                <a:extLst>
                  <a:ext uri="{FF2B5EF4-FFF2-40B4-BE49-F238E27FC236}">
                    <a16:creationId xmlns:a16="http://schemas.microsoft.com/office/drawing/2014/main" id="{319BD6AF-6CA6-1684-286E-7A096B5D16A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098893" y="4177218"/>
                <a:ext cx="233791" cy="421914"/>
                <a:chOff x="6924675" y="6591829"/>
                <a:chExt cx="885825" cy="1598613"/>
              </a:xfrm>
            </p:grpSpPr>
            <p:sp>
              <p:nvSpPr>
                <p:cNvPr id="1127" name="íṧľiḋe">
                  <a:extLst>
                    <a:ext uri="{FF2B5EF4-FFF2-40B4-BE49-F238E27FC236}">
                      <a16:creationId xmlns:a16="http://schemas.microsoft.com/office/drawing/2014/main" id="{11CE026B-7111-D193-9C47-4C79E23B094A}"/>
                    </a:ext>
                  </a:extLst>
                </p:cNvPr>
                <p:cNvSpPr/>
                <p:nvPr/>
              </p:nvSpPr>
              <p:spPr bwMode="auto">
                <a:xfrm>
                  <a:off x="7383463" y="7466542"/>
                  <a:ext cx="366713" cy="422275"/>
                </a:xfrm>
                <a:custGeom>
                  <a:avLst/>
                  <a:gdLst>
                    <a:gd name="T0" fmla="*/ 0 w 68"/>
                    <a:gd name="T1" fmla="*/ 78 h 78"/>
                    <a:gd name="T2" fmla="*/ 68 w 68"/>
                    <a:gd name="T3" fmla="*/ 0 h 78"/>
                    <a:gd name="T4" fmla="*/ 0 w 68"/>
                    <a:gd name="T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8" h="78">
                      <a:moveTo>
                        <a:pt x="0" y="78"/>
                      </a:moveTo>
                      <a:cubicBezTo>
                        <a:pt x="0" y="78"/>
                        <a:pt x="1" y="9"/>
                        <a:pt x="68" y="0"/>
                      </a:cubicBezTo>
                      <a:cubicBezTo>
                        <a:pt x="68" y="0"/>
                        <a:pt x="57" y="67"/>
                        <a:pt x="0" y="78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8" name="îsḻiḓê">
                  <a:extLst>
                    <a:ext uri="{FF2B5EF4-FFF2-40B4-BE49-F238E27FC236}">
                      <a16:creationId xmlns:a16="http://schemas.microsoft.com/office/drawing/2014/main" id="{19411F67-A2DB-2DAF-C953-404F802DDA67}"/>
                    </a:ext>
                  </a:extLst>
                </p:cNvPr>
                <p:cNvSpPr/>
                <p:nvPr/>
              </p:nvSpPr>
              <p:spPr bwMode="auto">
                <a:xfrm>
                  <a:off x="7027863" y="7601479"/>
                  <a:ext cx="339725" cy="379413"/>
                </a:xfrm>
                <a:custGeom>
                  <a:avLst/>
                  <a:gdLst>
                    <a:gd name="T0" fmla="*/ 63 w 63"/>
                    <a:gd name="T1" fmla="*/ 70 h 70"/>
                    <a:gd name="T2" fmla="*/ 0 w 63"/>
                    <a:gd name="T3" fmla="*/ 0 h 70"/>
                    <a:gd name="T4" fmla="*/ 63 w 63"/>
                    <a:gd name="T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3" h="70">
                      <a:moveTo>
                        <a:pt x="63" y="70"/>
                      </a:moveTo>
                      <a:cubicBezTo>
                        <a:pt x="63" y="70"/>
                        <a:pt x="62" y="6"/>
                        <a:pt x="0" y="0"/>
                      </a:cubicBezTo>
                      <a:cubicBezTo>
                        <a:pt x="0" y="0"/>
                        <a:pt x="6" y="64"/>
                        <a:pt x="63" y="70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9" name="ïṣḻíḑê">
                  <a:extLst>
                    <a:ext uri="{FF2B5EF4-FFF2-40B4-BE49-F238E27FC236}">
                      <a16:creationId xmlns:a16="http://schemas.microsoft.com/office/drawing/2014/main" id="{A8CE6287-E72F-4EBB-3FA2-64207337E992}"/>
                    </a:ext>
                  </a:extLst>
                </p:cNvPr>
                <p:cNvSpPr/>
                <p:nvPr/>
              </p:nvSpPr>
              <p:spPr bwMode="auto">
                <a:xfrm>
                  <a:off x="7329488" y="7056967"/>
                  <a:ext cx="130175" cy="1133475"/>
                </a:xfrm>
                <a:custGeom>
                  <a:avLst/>
                  <a:gdLst>
                    <a:gd name="T0" fmla="*/ 7 w 24"/>
                    <a:gd name="T1" fmla="*/ 0 h 210"/>
                    <a:gd name="T2" fmla="*/ 0 w 24"/>
                    <a:gd name="T3" fmla="*/ 21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4" h="210">
                      <a:moveTo>
                        <a:pt x="7" y="0"/>
                      </a:moveTo>
                      <a:cubicBezTo>
                        <a:pt x="7" y="0"/>
                        <a:pt x="24" y="106"/>
                        <a:pt x="0" y="210"/>
                      </a:cubicBezTo>
                    </a:path>
                  </a:pathLst>
                </a:custGeom>
                <a:noFill/>
                <a:ln w="22225" cap="flat">
                  <a:solidFill>
                    <a:srgbClr val="61678B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30" name="íšḷiḓé">
                  <a:extLst>
                    <a:ext uri="{FF2B5EF4-FFF2-40B4-BE49-F238E27FC236}">
                      <a16:creationId xmlns:a16="http://schemas.microsoft.com/office/drawing/2014/main" id="{FCA09A89-4833-92EE-7F94-929CE1308FC5}"/>
                    </a:ext>
                  </a:extLst>
                </p:cNvPr>
                <p:cNvSpPr/>
                <p:nvPr/>
              </p:nvSpPr>
              <p:spPr bwMode="auto">
                <a:xfrm>
                  <a:off x="6924675" y="6591829"/>
                  <a:ext cx="885825" cy="881063"/>
                </a:xfrm>
                <a:custGeom>
                  <a:avLst/>
                  <a:gdLst>
                    <a:gd name="T0" fmla="*/ 158 w 164"/>
                    <a:gd name="T1" fmla="*/ 104 h 163"/>
                    <a:gd name="T2" fmla="*/ 132 w 164"/>
                    <a:gd name="T3" fmla="*/ 77 h 163"/>
                    <a:gd name="T4" fmla="*/ 129 w 164"/>
                    <a:gd name="T5" fmla="*/ 77 h 163"/>
                    <a:gd name="T6" fmla="*/ 132 w 164"/>
                    <a:gd name="T7" fmla="*/ 76 h 163"/>
                    <a:gd name="T8" fmla="*/ 152 w 164"/>
                    <a:gd name="T9" fmla="*/ 44 h 163"/>
                    <a:gd name="T10" fmla="*/ 114 w 164"/>
                    <a:gd name="T11" fmla="*/ 43 h 163"/>
                    <a:gd name="T12" fmla="*/ 112 w 164"/>
                    <a:gd name="T13" fmla="*/ 45 h 163"/>
                    <a:gd name="T14" fmla="*/ 113 w 164"/>
                    <a:gd name="T15" fmla="*/ 43 h 163"/>
                    <a:gd name="T16" fmla="*/ 105 w 164"/>
                    <a:gd name="T17" fmla="*/ 6 h 163"/>
                    <a:gd name="T18" fmla="*/ 78 w 164"/>
                    <a:gd name="T19" fmla="*/ 32 h 163"/>
                    <a:gd name="T20" fmla="*/ 78 w 164"/>
                    <a:gd name="T21" fmla="*/ 34 h 163"/>
                    <a:gd name="T22" fmla="*/ 77 w 164"/>
                    <a:gd name="T23" fmla="*/ 32 h 163"/>
                    <a:gd name="T24" fmla="*/ 45 w 164"/>
                    <a:gd name="T25" fmla="*/ 12 h 163"/>
                    <a:gd name="T26" fmla="*/ 44 w 164"/>
                    <a:gd name="T27" fmla="*/ 49 h 163"/>
                    <a:gd name="T28" fmla="*/ 46 w 164"/>
                    <a:gd name="T29" fmla="*/ 51 h 163"/>
                    <a:gd name="T30" fmla="*/ 43 w 164"/>
                    <a:gd name="T31" fmla="*/ 50 h 163"/>
                    <a:gd name="T32" fmla="*/ 6 w 164"/>
                    <a:gd name="T33" fmla="*/ 58 h 163"/>
                    <a:gd name="T34" fmla="*/ 32 w 164"/>
                    <a:gd name="T35" fmla="*/ 86 h 163"/>
                    <a:gd name="T36" fmla="*/ 35 w 164"/>
                    <a:gd name="T37" fmla="*/ 86 h 163"/>
                    <a:gd name="T38" fmla="*/ 33 w 164"/>
                    <a:gd name="T39" fmla="*/ 87 h 163"/>
                    <a:gd name="T40" fmla="*/ 12 w 164"/>
                    <a:gd name="T41" fmla="*/ 118 h 163"/>
                    <a:gd name="T42" fmla="*/ 50 w 164"/>
                    <a:gd name="T43" fmla="*/ 120 h 163"/>
                    <a:gd name="T44" fmla="*/ 52 w 164"/>
                    <a:gd name="T45" fmla="*/ 118 h 163"/>
                    <a:gd name="T46" fmla="*/ 51 w 164"/>
                    <a:gd name="T47" fmla="*/ 120 h 163"/>
                    <a:gd name="T48" fmla="*/ 59 w 164"/>
                    <a:gd name="T49" fmla="*/ 157 h 163"/>
                    <a:gd name="T50" fmla="*/ 86 w 164"/>
                    <a:gd name="T51" fmla="*/ 131 h 163"/>
                    <a:gd name="T52" fmla="*/ 87 w 164"/>
                    <a:gd name="T53" fmla="*/ 128 h 163"/>
                    <a:gd name="T54" fmla="*/ 87 w 164"/>
                    <a:gd name="T55" fmla="*/ 131 h 163"/>
                    <a:gd name="T56" fmla="*/ 119 w 164"/>
                    <a:gd name="T57" fmla="*/ 151 h 163"/>
                    <a:gd name="T58" fmla="*/ 120 w 164"/>
                    <a:gd name="T59" fmla="*/ 113 h 163"/>
                    <a:gd name="T60" fmla="*/ 119 w 164"/>
                    <a:gd name="T61" fmla="*/ 111 h 163"/>
                    <a:gd name="T62" fmla="*/ 121 w 164"/>
                    <a:gd name="T63" fmla="*/ 113 h 163"/>
                    <a:gd name="T64" fmla="*/ 158 w 164"/>
                    <a:gd name="T65" fmla="*/ 104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64" h="163">
                      <a:moveTo>
                        <a:pt x="158" y="104"/>
                      </a:moveTo>
                      <a:cubicBezTo>
                        <a:pt x="164" y="85"/>
                        <a:pt x="145" y="78"/>
                        <a:pt x="132" y="77"/>
                      </a:cubicBezTo>
                      <a:cubicBezTo>
                        <a:pt x="131" y="77"/>
                        <a:pt x="130" y="77"/>
                        <a:pt x="129" y="77"/>
                      </a:cubicBezTo>
                      <a:cubicBezTo>
                        <a:pt x="130" y="77"/>
                        <a:pt x="131" y="76"/>
                        <a:pt x="132" y="76"/>
                      </a:cubicBezTo>
                      <a:cubicBezTo>
                        <a:pt x="145" y="72"/>
                        <a:pt x="162" y="63"/>
                        <a:pt x="152" y="44"/>
                      </a:cubicBezTo>
                      <a:cubicBezTo>
                        <a:pt x="142" y="26"/>
                        <a:pt x="125" y="34"/>
                        <a:pt x="114" y="43"/>
                      </a:cubicBezTo>
                      <a:cubicBezTo>
                        <a:pt x="113" y="44"/>
                        <a:pt x="113" y="44"/>
                        <a:pt x="112" y="45"/>
                      </a:cubicBezTo>
                      <a:cubicBezTo>
                        <a:pt x="113" y="44"/>
                        <a:pt x="113" y="43"/>
                        <a:pt x="113" y="43"/>
                      </a:cubicBezTo>
                      <a:cubicBezTo>
                        <a:pt x="120" y="31"/>
                        <a:pt x="125" y="12"/>
                        <a:pt x="105" y="6"/>
                      </a:cubicBezTo>
                      <a:cubicBezTo>
                        <a:pt x="85" y="0"/>
                        <a:pt x="79" y="18"/>
                        <a:pt x="78" y="32"/>
                      </a:cubicBezTo>
                      <a:cubicBezTo>
                        <a:pt x="78" y="33"/>
                        <a:pt x="78" y="33"/>
                        <a:pt x="78" y="34"/>
                      </a:cubicBezTo>
                      <a:cubicBezTo>
                        <a:pt x="77" y="33"/>
                        <a:pt x="77" y="33"/>
                        <a:pt x="77" y="32"/>
                      </a:cubicBezTo>
                      <a:cubicBezTo>
                        <a:pt x="73" y="19"/>
                        <a:pt x="63" y="2"/>
                        <a:pt x="45" y="12"/>
                      </a:cubicBezTo>
                      <a:cubicBezTo>
                        <a:pt x="27" y="21"/>
                        <a:pt x="35" y="39"/>
                        <a:pt x="44" y="49"/>
                      </a:cubicBezTo>
                      <a:cubicBezTo>
                        <a:pt x="44" y="50"/>
                        <a:pt x="45" y="51"/>
                        <a:pt x="46" y="51"/>
                      </a:cubicBezTo>
                      <a:cubicBezTo>
                        <a:pt x="45" y="51"/>
                        <a:pt x="44" y="50"/>
                        <a:pt x="43" y="50"/>
                      </a:cubicBezTo>
                      <a:cubicBezTo>
                        <a:pt x="31" y="43"/>
                        <a:pt x="13" y="38"/>
                        <a:pt x="6" y="58"/>
                      </a:cubicBezTo>
                      <a:cubicBezTo>
                        <a:pt x="0" y="78"/>
                        <a:pt x="19" y="85"/>
                        <a:pt x="32" y="86"/>
                      </a:cubicBezTo>
                      <a:cubicBezTo>
                        <a:pt x="33" y="86"/>
                        <a:pt x="34" y="86"/>
                        <a:pt x="35" y="86"/>
                      </a:cubicBezTo>
                      <a:cubicBezTo>
                        <a:pt x="34" y="86"/>
                        <a:pt x="33" y="86"/>
                        <a:pt x="33" y="87"/>
                      </a:cubicBezTo>
                      <a:cubicBezTo>
                        <a:pt x="19" y="90"/>
                        <a:pt x="2" y="100"/>
                        <a:pt x="12" y="118"/>
                      </a:cubicBezTo>
                      <a:cubicBezTo>
                        <a:pt x="22" y="137"/>
                        <a:pt x="39" y="128"/>
                        <a:pt x="50" y="120"/>
                      </a:cubicBezTo>
                      <a:cubicBezTo>
                        <a:pt x="51" y="119"/>
                        <a:pt x="51" y="118"/>
                        <a:pt x="52" y="118"/>
                      </a:cubicBezTo>
                      <a:cubicBezTo>
                        <a:pt x="51" y="119"/>
                        <a:pt x="51" y="119"/>
                        <a:pt x="51" y="120"/>
                      </a:cubicBezTo>
                      <a:cubicBezTo>
                        <a:pt x="44" y="132"/>
                        <a:pt x="39" y="151"/>
                        <a:pt x="59" y="157"/>
                      </a:cubicBezTo>
                      <a:cubicBezTo>
                        <a:pt x="79" y="163"/>
                        <a:pt x="85" y="145"/>
                        <a:pt x="86" y="131"/>
                      </a:cubicBezTo>
                      <a:cubicBezTo>
                        <a:pt x="86" y="130"/>
                        <a:pt x="87" y="129"/>
                        <a:pt x="87" y="128"/>
                      </a:cubicBezTo>
                      <a:cubicBezTo>
                        <a:pt x="87" y="129"/>
                        <a:pt x="87" y="130"/>
                        <a:pt x="87" y="131"/>
                      </a:cubicBezTo>
                      <a:cubicBezTo>
                        <a:pt x="91" y="144"/>
                        <a:pt x="101" y="161"/>
                        <a:pt x="119" y="151"/>
                      </a:cubicBezTo>
                      <a:cubicBezTo>
                        <a:pt x="138" y="141"/>
                        <a:pt x="129" y="124"/>
                        <a:pt x="120" y="113"/>
                      </a:cubicBezTo>
                      <a:cubicBezTo>
                        <a:pt x="120" y="113"/>
                        <a:pt x="119" y="112"/>
                        <a:pt x="119" y="111"/>
                      </a:cubicBezTo>
                      <a:cubicBezTo>
                        <a:pt x="119" y="112"/>
                        <a:pt x="120" y="112"/>
                        <a:pt x="121" y="113"/>
                      </a:cubicBezTo>
                      <a:cubicBezTo>
                        <a:pt x="133" y="119"/>
                        <a:pt x="151" y="124"/>
                        <a:pt x="158" y="104"/>
                      </a:cubicBezTo>
                      <a:close/>
                    </a:path>
                  </a:pathLst>
                </a:custGeom>
                <a:solidFill>
                  <a:srgbClr val="EC36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31" name="iSḻïḍé">
                  <a:extLst>
                    <a:ext uri="{FF2B5EF4-FFF2-40B4-BE49-F238E27FC236}">
                      <a16:creationId xmlns:a16="http://schemas.microsoft.com/office/drawing/2014/main" id="{5B457765-DDB0-6C51-2D88-6A28E643971A}"/>
                    </a:ext>
                  </a:extLst>
                </p:cNvPr>
                <p:cNvSpPr/>
                <p:nvPr/>
              </p:nvSpPr>
              <p:spPr bwMode="auto">
                <a:xfrm>
                  <a:off x="7043738" y="6706129"/>
                  <a:ext cx="647700" cy="652463"/>
                </a:xfrm>
                <a:custGeom>
                  <a:avLst/>
                  <a:gdLst>
                    <a:gd name="T0" fmla="*/ 116 w 120"/>
                    <a:gd name="T1" fmla="*/ 77 h 121"/>
                    <a:gd name="T2" fmla="*/ 97 w 120"/>
                    <a:gd name="T3" fmla="*/ 57 h 121"/>
                    <a:gd name="T4" fmla="*/ 95 w 120"/>
                    <a:gd name="T5" fmla="*/ 57 h 121"/>
                    <a:gd name="T6" fmla="*/ 97 w 120"/>
                    <a:gd name="T7" fmla="*/ 57 h 121"/>
                    <a:gd name="T8" fmla="*/ 112 w 120"/>
                    <a:gd name="T9" fmla="*/ 33 h 121"/>
                    <a:gd name="T10" fmla="*/ 84 w 120"/>
                    <a:gd name="T11" fmla="*/ 32 h 121"/>
                    <a:gd name="T12" fmla="*/ 82 w 120"/>
                    <a:gd name="T13" fmla="*/ 33 h 121"/>
                    <a:gd name="T14" fmla="*/ 83 w 120"/>
                    <a:gd name="T15" fmla="*/ 32 h 121"/>
                    <a:gd name="T16" fmla="*/ 77 w 120"/>
                    <a:gd name="T17" fmla="*/ 5 h 121"/>
                    <a:gd name="T18" fmla="*/ 57 w 120"/>
                    <a:gd name="T19" fmla="*/ 24 h 121"/>
                    <a:gd name="T20" fmla="*/ 57 w 120"/>
                    <a:gd name="T21" fmla="*/ 26 h 121"/>
                    <a:gd name="T22" fmla="*/ 56 w 120"/>
                    <a:gd name="T23" fmla="*/ 24 h 121"/>
                    <a:gd name="T24" fmla="*/ 33 w 120"/>
                    <a:gd name="T25" fmla="*/ 9 h 121"/>
                    <a:gd name="T26" fmla="*/ 32 w 120"/>
                    <a:gd name="T27" fmla="*/ 37 h 121"/>
                    <a:gd name="T28" fmla="*/ 33 w 120"/>
                    <a:gd name="T29" fmla="*/ 38 h 121"/>
                    <a:gd name="T30" fmla="*/ 31 w 120"/>
                    <a:gd name="T31" fmla="*/ 37 h 121"/>
                    <a:gd name="T32" fmla="*/ 4 w 120"/>
                    <a:gd name="T33" fmla="*/ 43 h 121"/>
                    <a:gd name="T34" fmla="*/ 23 w 120"/>
                    <a:gd name="T35" fmla="*/ 64 h 121"/>
                    <a:gd name="T36" fmla="*/ 25 w 120"/>
                    <a:gd name="T37" fmla="*/ 64 h 121"/>
                    <a:gd name="T38" fmla="*/ 23 w 120"/>
                    <a:gd name="T39" fmla="*/ 64 h 121"/>
                    <a:gd name="T40" fmla="*/ 8 w 120"/>
                    <a:gd name="T41" fmla="*/ 88 h 121"/>
                    <a:gd name="T42" fmla="*/ 36 w 120"/>
                    <a:gd name="T43" fmla="*/ 89 h 121"/>
                    <a:gd name="T44" fmla="*/ 38 w 120"/>
                    <a:gd name="T45" fmla="*/ 87 h 121"/>
                    <a:gd name="T46" fmla="*/ 37 w 120"/>
                    <a:gd name="T47" fmla="*/ 89 h 121"/>
                    <a:gd name="T48" fmla="*/ 43 w 120"/>
                    <a:gd name="T49" fmla="*/ 116 h 121"/>
                    <a:gd name="T50" fmla="*/ 63 w 120"/>
                    <a:gd name="T51" fmla="*/ 97 h 121"/>
                    <a:gd name="T52" fmla="*/ 63 w 120"/>
                    <a:gd name="T53" fmla="*/ 95 h 121"/>
                    <a:gd name="T54" fmla="*/ 64 w 120"/>
                    <a:gd name="T55" fmla="*/ 97 h 121"/>
                    <a:gd name="T56" fmla="*/ 87 w 120"/>
                    <a:gd name="T57" fmla="*/ 112 h 121"/>
                    <a:gd name="T58" fmla="*/ 88 w 120"/>
                    <a:gd name="T59" fmla="*/ 84 h 121"/>
                    <a:gd name="T60" fmla="*/ 87 w 120"/>
                    <a:gd name="T61" fmla="*/ 83 h 121"/>
                    <a:gd name="T62" fmla="*/ 89 w 120"/>
                    <a:gd name="T63" fmla="*/ 84 h 121"/>
                    <a:gd name="T64" fmla="*/ 116 w 120"/>
                    <a:gd name="T65" fmla="*/ 7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20" h="121">
                      <a:moveTo>
                        <a:pt x="116" y="77"/>
                      </a:moveTo>
                      <a:cubicBezTo>
                        <a:pt x="120" y="63"/>
                        <a:pt x="107" y="58"/>
                        <a:pt x="97" y="57"/>
                      </a:cubicBezTo>
                      <a:cubicBezTo>
                        <a:pt x="96" y="57"/>
                        <a:pt x="95" y="57"/>
                        <a:pt x="95" y="57"/>
                      </a:cubicBezTo>
                      <a:cubicBezTo>
                        <a:pt x="95" y="57"/>
                        <a:pt x="96" y="57"/>
                        <a:pt x="97" y="57"/>
                      </a:cubicBezTo>
                      <a:cubicBezTo>
                        <a:pt x="106" y="54"/>
                        <a:pt x="119" y="47"/>
                        <a:pt x="112" y="33"/>
                      </a:cubicBezTo>
                      <a:cubicBezTo>
                        <a:pt x="104" y="19"/>
                        <a:pt x="91" y="26"/>
                        <a:pt x="84" y="32"/>
                      </a:cubicBezTo>
                      <a:cubicBezTo>
                        <a:pt x="83" y="33"/>
                        <a:pt x="83" y="33"/>
                        <a:pt x="82" y="33"/>
                      </a:cubicBezTo>
                      <a:cubicBezTo>
                        <a:pt x="83" y="33"/>
                        <a:pt x="83" y="32"/>
                        <a:pt x="83" y="32"/>
                      </a:cubicBezTo>
                      <a:cubicBezTo>
                        <a:pt x="88" y="23"/>
                        <a:pt x="92" y="9"/>
                        <a:pt x="77" y="5"/>
                      </a:cubicBezTo>
                      <a:cubicBezTo>
                        <a:pt x="62" y="0"/>
                        <a:pt x="58" y="14"/>
                        <a:pt x="57" y="24"/>
                      </a:cubicBezTo>
                      <a:cubicBezTo>
                        <a:pt x="57" y="24"/>
                        <a:pt x="57" y="25"/>
                        <a:pt x="57" y="26"/>
                      </a:cubicBezTo>
                      <a:cubicBezTo>
                        <a:pt x="57" y="25"/>
                        <a:pt x="56" y="24"/>
                        <a:pt x="56" y="24"/>
                      </a:cubicBezTo>
                      <a:cubicBezTo>
                        <a:pt x="53" y="14"/>
                        <a:pt x="46" y="2"/>
                        <a:pt x="33" y="9"/>
                      </a:cubicBezTo>
                      <a:cubicBezTo>
                        <a:pt x="19" y="16"/>
                        <a:pt x="25" y="29"/>
                        <a:pt x="32" y="37"/>
                      </a:cubicBezTo>
                      <a:cubicBezTo>
                        <a:pt x="32" y="37"/>
                        <a:pt x="33" y="38"/>
                        <a:pt x="33" y="38"/>
                      </a:cubicBezTo>
                      <a:cubicBezTo>
                        <a:pt x="33" y="38"/>
                        <a:pt x="32" y="37"/>
                        <a:pt x="31" y="37"/>
                      </a:cubicBezTo>
                      <a:cubicBezTo>
                        <a:pt x="23" y="32"/>
                        <a:pt x="9" y="29"/>
                        <a:pt x="4" y="43"/>
                      </a:cubicBezTo>
                      <a:cubicBezTo>
                        <a:pt x="0" y="58"/>
                        <a:pt x="13" y="63"/>
                        <a:pt x="23" y="64"/>
                      </a:cubicBezTo>
                      <a:cubicBezTo>
                        <a:pt x="24" y="64"/>
                        <a:pt x="25" y="64"/>
                        <a:pt x="25" y="64"/>
                      </a:cubicBezTo>
                      <a:cubicBezTo>
                        <a:pt x="25" y="64"/>
                        <a:pt x="24" y="64"/>
                        <a:pt x="23" y="64"/>
                      </a:cubicBezTo>
                      <a:cubicBezTo>
                        <a:pt x="14" y="67"/>
                        <a:pt x="1" y="74"/>
                        <a:pt x="8" y="88"/>
                      </a:cubicBezTo>
                      <a:cubicBezTo>
                        <a:pt x="16" y="101"/>
                        <a:pt x="29" y="95"/>
                        <a:pt x="36" y="89"/>
                      </a:cubicBezTo>
                      <a:cubicBezTo>
                        <a:pt x="37" y="88"/>
                        <a:pt x="37" y="88"/>
                        <a:pt x="38" y="87"/>
                      </a:cubicBezTo>
                      <a:cubicBezTo>
                        <a:pt x="37" y="88"/>
                        <a:pt x="37" y="88"/>
                        <a:pt x="37" y="89"/>
                      </a:cubicBezTo>
                      <a:cubicBezTo>
                        <a:pt x="32" y="98"/>
                        <a:pt x="28" y="112"/>
                        <a:pt x="43" y="116"/>
                      </a:cubicBezTo>
                      <a:cubicBezTo>
                        <a:pt x="58" y="121"/>
                        <a:pt x="62" y="107"/>
                        <a:pt x="63" y="97"/>
                      </a:cubicBezTo>
                      <a:cubicBezTo>
                        <a:pt x="63" y="96"/>
                        <a:pt x="63" y="96"/>
                        <a:pt x="63" y="95"/>
                      </a:cubicBezTo>
                      <a:cubicBezTo>
                        <a:pt x="64" y="96"/>
                        <a:pt x="64" y="96"/>
                        <a:pt x="64" y="97"/>
                      </a:cubicBezTo>
                      <a:cubicBezTo>
                        <a:pt x="67" y="107"/>
                        <a:pt x="74" y="119"/>
                        <a:pt x="87" y="112"/>
                      </a:cubicBezTo>
                      <a:cubicBezTo>
                        <a:pt x="101" y="105"/>
                        <a:pt x="95" y="92"/>
                        <a:pt x="88" y="84"/>
                      </a:cubicBezTo>
                      <a:cubicBezTo>
                        <a:pt x="88" y="84"/>
                        <a:pt x="87" y="83"/>
                        <a:pt x="87" y="83"/>
                      </a:cubicBezTo>
                      <a:cubicBezTo>
                        <a:pt x="88" y="83"/>
                        <a:pt x="88" y="83"/>
                        <a:pt x="89" y="84"/>
                      </a:cubicBezTo>
                      <a:cubicBezTo>
                        <a:pt x="98" y="89"/>
                        <a:pt x="111" y="92"/>
                        <a:pt x="116" y="77"/>
                      </a:cubicBezTo>
                      <a:close/>
                    </a:path>
                  </a:pathLst>
                </a:custGeom>
                <a:solidFill>
                  <a:srgbClr val="C12A5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32" name="išḷidé">
                  <a:extLst>
                    <a:ext uri="{FF2B5EF4-FFF2-40B4-BE49-F238E27FC236}">
                      <a16:creationId xmlns:a16="http://schemas.microsoft.com/office/drawing/2014/main" id="{24AF3E12-5FBA-1139-09F9-7AEB02CE250E}"/>
                    </a:ext>
                  </a:extLst>
                </p:cNvPr>
                <p:cNvSpPr/>
                <p:nvPr/>
              </p:nvSpPr>
              <p:spPr bwMode="auto">
                <a:xfrm>
                  <a:off x="7232650" y="6895042"/>
                  <a:ext cx="269875" cy="269875"/>
                </a:xfrm>
                <a:custGeom>
                  <a:avLst/>
                  <a:gdLst>
                    <a:gd name="T0" fmla="*/ 46 w 50"/>
                    <a:gd name="T1" fmla="*/ 32 h 50"/>
                    <a:gd name="T2" fmla="*/ 19 w 50"/>
                    <a:gd name="T3" fmla="*/ 47 h 50"/>
                    <a:gd name="T4" fmla="*/ 4 w 50"/>
                    <a:gd name="T5" fmla="*/ 19 h 50"/>
                    <a:gd name="T6" fmla="*/ 32 w 50"/>
                    <a:gd name="T7" fmla="*/ 4 h 50"/>
                    <a:gd name="T8" fmla="*/ 46 w 50"/>
                    <a:gd name="T9" fmla="*/ 3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0">
                      <a:moveTo>
                        <a:pt x="46" y="32"/>
                      </a:moveTo>
                      <a:cubicBezTo>
                        <a:pt x="43" y="44"/>
                        <a:pt x="30" y="50"/>
                        <a:pt x="19" y="47"/>
                      </a:cubicBezTo>
                      <a:cubicBezTo>
                        <a:pt x="7" y="43"/>
                        <a:pt x="0" y="31"/>
                        <a:pt x="4" y="19"/>
                      </a:cubicBezTo>
                      <a:cubicBezTo>
                        <a:pt x="7" y="7"/>
                        <a:pt x="20" y="0"/>
                        <a:pt x="32" y="4"/>
                      </a:cubicBezTo>
                      <a:cubicBezTo>
                        <a:pt x="43" y="8"/>
                        <a:pt x="50" y="20"/>
                        <a:pt x="46" y="32"/>
                      </a:cubicBezTo>
                      <a:close/>
                    </a:path>
                  </a:pathLst>
                </a:custGeom>
                <a:solidFill>
                  <a:srgbClr val="F8B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45" name="组合 1144">
                <a:extLst>
                  <a:ext uri="{FF2B5EF4-FFF2-40B4-BE49-F238E27FC236}">
                    <a16:creationId xmlns:a16="http://schemas.microsoft.com/office/drawing/2014/main" id="{5FE1ED4D-5156-E87C-D878-97E0801643C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549790" y="4150185"/>
                <a:ext cx="200398" cy="361650"/>
                <a:chOff x="6924675" y="6591829"/>
                <a:chExt cx="885825" cy="1598613"/>
              </a:xfrm>
            </p:grpSpPr>
            <p:sp>
              <p:nvSpPr>
                <p:cNvPr id="1146" name="íṧľiḋe">
                  <a:extLst>
                    <a:ext uri="{FF2B5EF4-FFF2-40B4-BE49-F238E27FC236}">
                      <a16:creationId xmlns:a16="http://schemas.microsoft.com/office/drawing/2014/main" id="{118DA215-A0C0-AC35-946E-B85D7D3AFEA7}"/>
                    </a:ext>
                  </a:extLst>
                </p:cNvPr>
                <p:cNvSpPr/>
                <p:nvPr/>
              </p:nvSpPr>
              <p:spPr bwMode="auto">
                <a:xfrm>
                  <a:off x="7383463" y="7466542"/>
                  <a:ext cx="366713" cy="422275"/>
                </a:xfrm>
                <a:custGeom>
                  <a:avLst/>
                  <a:gdLst>
                    <a:gd name="T0" fmla="*/ 0 w 68"/>
                    <a:gd name="T1" fmla="*/ 78 h 78"/>
                    <a:gd name="T2" fmla="*/ 68 w 68"/>
                    <a:gd name="T3" fmla="*/ 0 h 78"/>
                    <a:gd name="T4" fmla="*/ 0 w 68"/>
                    <a:gd name="T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8" h="78">
                      <a:moveTo>
                        <a:pt x="0" y="78"/>
                      </a:moveTo>
                      <a:cubicBezTo>
                        <a:pt x="0" y="78"/>
                        <a:pt x="1" y="9"/>
                        <a:pt x="68" y="0"/>
                      </a:cubicBezTo>
                      <a:cubicBezTo>
                        <a:pt x="68" y="0"/>
                        <a:pt x="57" y="67"/>
                        <a:pt x="0" y="78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47" name="îsḻiḓê">
                  <a:extLst>
                    <a:ext uri="{FF2B5EF4-FFF2-40B4-BE49-F238E27FC236}">
                      <a16:creationId xmlns:a16="http://schemas.microsoft.com/office/drawing/2014/main" id="{AA89AF36-2E17-014E-B10F-89341E08F8AD}"/>
                    </a:ext>
                  </a:extLst>
                </p:cNvPr>
                <p:cNvSpPr/>
                <p:nvPr/>
              </p:nvSpPr>
              <p:spPr bwMode="auto">
                <a:xfrm>
                  <a:off x="7027863" y="7601479"/>
                  <a:ext cx="339725" cy="379413"/>
                </a:xfrm>
                <a:custGeom>
                  <a:avLst/>
                  <a:gdLst>
                    <a:gd name="T0" fmla="*/ 63 w 63"/>
                    <a:gd name="T1" fmla="*/ 70 h 70"/>
                    <a:gd name="T2" fmla="*/ 0 w 63"/>
                    <a:gd name="T3" fmla="*/ 0 h 70"/>
                    <a:gd name="T4" fmla="*/ 63 w 63"/>
                    <a:gd name="T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3" h="70">
                      <a:moveTo>
                        <a:pt x="63" y="70"/>
                      </a:moveTo>
                      <a:cubicBezTo>
                        <a:pt x="63" y="70"/>
                        <a:pt x="62" y="6"/>
                        <a:pt x="0" y="0"/>
                      </a:cubicBezTo>
                      <a:cubicBezTo>
                        <a:pt x="0" y="0"/>
                        <a:pt x="6" y="64"/>
                        <a:pt x="63" y="70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48" name="ïṣḻíḑê">
                  <a:extLst>
                    <a:ext uri="{FF2B5EF4-FFF2-40B4-BE49-F238E27FC236}">
                      <a16:creationId xmlns:a16="http://schemas.microsoft.com/office/drawing/2014/main" id="{1EECD4CC-A4B4-2F2A-1E7C-DB7A607BC919}"/>
                    </a:ext>
                  </a:extLst>
                </p:cNvPr>
                <p:cNvSpPr/>
                <p:nvPr/>
              </p:nvSpPr>
              <p:spPr bwMode="auto">
                <a:xfrm>
                  <a:off x="7329488" y="7056967"/>
                  <a:ext cx="130175" cy="1133475"/>
                </a:xfrm>
                <a:custGeom>
                  <a:avLst/>
                  <a:gdLst>
                    <a:gd name="T0" fmla="*/ 7 w 24"/>
                    <a:gd name="T1" fmla="*/ 0 h 210"/>
                    <a:gd name="T2" fmla="*/ 0 w 24"/>
                    <a:gd name="T3" fmla="*/ 21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4" h="210">
                      <a:moveTo>
                        <a:pt x="7" y="0"/>
                      </a:moveTo>
                      <a:cubicBezTo>
                        <a:pt x="7" y="0"/>
                        <a:pt x="24" y="106"/>
                        <a:pt x="0" y="210"/>
                      </a:cubicBezTo>
                    </a:path>
                  </a:pathLst>
                </a:custGeom>
                <a:noFill/>
                <a:ln w="22225" cap="flat">
                  <a:solidFill>
                    <a:srgbClr val="61678B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49" name="íšḷiḓé">
                  <a:extLst>
                    <a:ext uri="{FF2B5EF4-FFF2-40B4-BE49-F238E27FC236}">
                      <a16:creationId xmlns:a16="http://schemas.microsoft.com/office/drawing/2014/main" id="{41AF8738-6DAB-7ABD-2EEE-905A1312039E}"/>
                    </a:ext>
                  </a:extLst>
                </p:cNvPr>
                <p:cNvSpPr/>
                <p:nvPr/>
              </p:nvSpPr>
              <p:spPr bwMode="auto">
                <a:xfrm>
                  <a:off x="6924675" y="6591829"/>
                  <a:ext cx="885825" cy="881063"/>
                </a:xfrm>
                <a:custGeom>
                  <a:avLst/>
                  <a:gdLst>
                    <a:gd name="T0" fmla="*/ 158 w 164"/>
                    <a:gd name="T1" fmla="*/ 104 h 163"/>
                    <a:gd name="T2" fmla="*/ 132 w 164"/>
                    <a:gd name="T3" fmla="*/ 77 h 163"/>
                    <a:gd name="T4" fmla="*/ 129 w 164"/>
                    <a:gd name="T5" fmla="*/ 77 h 163"/>
                    <a:gd name="T6" fmla="*/ 132 w 164"/>
                    <a:gd name="T7" fmla="*/ 76 h 163"/>
                    <a:gd name="T8" fmla="*/ 152 w 164"/>
                    <a:gd name="T9" fmla="*/ 44 h 163"/>
                    <a:gd name="T10" fmla="*/ 114 w 164"/>
                    <a:gd name="T11" fmla="*/ 43 h 163"/>
                    <a:gd name="T12" fmla="*/ 112 w 164"/>
                    <a:gd name="T13" fmla="*/ 45 h 163"/>
                    <a:gd name="T14" fmla="*/ 113 w 164"/>
                    <a:gd name="T15" fmla="*/ 43 h 163"/>
                    <a:gd name="T16" fmla="*/ 105 w 164"/>
                    <a:gd name="T17" fmla="*/ 6 h 163"/>
                    <a:gd name="T18" fmla="*/ 78 w 164"/>
                    <a:gd name="T19" fmla="*/ 32 h 163"/>
                    <a:gd name="T20" fmla="*/ 78 w 164"/>
                    <a:gd name="T21" fmla="*/ 34 h 163"/>
                    <a:gd name="T22" fmla="*/ 77 w 164"/>
                    <a:gd name="T23" fmla="*/ 32 h 163"/>
                    <a:gd name="T24" fmla="*/ 45 w 164"/>
                    <a:gd name="T25" fmla="*/ 12 h 163"/>
                    <a:gd name="T26" fmla="*/ 44 w 164"/>
                    <a:gd name="T27" fmla="*/ 49 h 163"/>
                    <a:gd name="T28" fmla="*/ 46 w 164"/>
                    <a:gd name="T29" fmla="*/ 51 h 163"/>
                    <a:gd name="T30" fmla="*/ 43 w 164"/>
                    <a:gd name="T31" fmla="*/ 50 h 163"/>
                    <a:gd name="T32" fmla="*/ 6 w 164"/>
                    <a:gd name="T33" fmla="*/ 58 h 163"/>
                    <a:gd name="T34" fmla="*/ 32 w 164"/>
                    <a:gd name="T35" fmla="*/ 86 h 163"/>
                    <a:gd name="T36" fmla="*/ 35 w 164"/>
                    <a:gd name="T37" fmla="*/ 86 h 163"/>
                    <a:gd name="T38" fmla="*/ 33 w 164"/>
                    <a:gd name="T39" fmla="*/ 87 h 163"/>
                    <a:gd name="T40" fmla="*/ 12 w 164"/>
                    <a:gd name="T41" fmla="*/ 118 h 163"/>
                    <a:gd name="T42" fmla="*/ 50 w 164"/>
                    <a:gd name="T43" fmla="*/ 120 h 163"/>
                    <a:gd name="T44" fmla="*/ 52 w 164"/>
                    <a:gd name="T45" fmla="*/ 118 h 163"/>
                    <a:gd name="T46" fmla="*/ 51 w 164"/>
                    <a:gd name="T47" fmla="*/ 120 h 163"/>
                    <a:gd name="T48" fmla="*/ 59 w 164"/>
                    <a:gd name="T49" fmla="*/ 157 h 163"/>
                    <a:gd name="T50" fmla="*/ 86 w 164"/>
                    <a:gd name="T51" fmla="*/ 131 h 163"/>
                    <a:gd name="T52" fmla="*/ 87 w 164"/>
                    <a:gd name="T53" fmla="*/ 128 h 163"/>
                    <a:gd name="T54" fmla="*/ 87 w 164"/>
                    <a:gd name="T55" fmla="*/ 131 h 163"/>
                    <a:gd name="T56" fmla="*/ 119 w 164"/>
                    <a:gd name="T57" fmla="*/ 151 h 163"/>
                    <a:gd name="T58" fmla="*/ 120 w 164"/>
                    <a:gd name="T59" fmla="*/ 113 h 163"/>
                    <a:gd name="T60" fmla="*/ 119 w 164"/>
                    <a:gd name="T61" fmla="*/ 111 h 163"/>
                    <a:gd name="T62" fmla="*/ 121 w 164"/>
                    <a:gd name="T63" fmla="*/ 113 h 163"/>
                    <a:gd name="T64" fmla="*/ 158 w 164"/>
                    <a:gd name="T65" fmla="*/ 104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64" h="163">
                      <a:moveTo>
                        <a:pt x="158" y="104"/>
                      </a:moveTo>
                      <a:cubicBezTo>
                        <a:pt x="164" y="85"/>
                        <a:pt x="145" y="78"/>
                        <a:pt x="132" y="77"/>
                      </a:cubicBezTo>
                      <a:cubicBezTo>
                        <a:pt x="131" y="77"/>
                        <a:pt x="130" y="77"/>
                        <a:pt x="129" y="77"/>
                      </a:cubicBezTo>
                      <a:cubicBezTo>
                        <a:pt x="130" y="77"/>
                        <a:pt x="131" y="76"/>
                        <a:pt x="132" y="76"/>
                      </a:cubicBezTo>
                      <a:cubicBezTo>
                        <a:pt x="145" y="72"/>
                        <a:pt x="162" y="63"/>
                        <a:pt x="152" y="44"/>
                      </a:cubicBezTo>
                      <a:cubicBezTo>
                        <a:pt x="142" y="26"/>
                        <a:pt x="125" y="34"/>
                        <a:pt x="114" y="43"/>
                      </a:cubicBezTo>
                      <a:cubicBezTo>
                        <a:pt x="113" y="44"/>
                        <a:pt x="113" y="44"/>
                        <a:pt x="112" y="45"/>
                      </a:cubicBezTo>
                      <a:cubicBezTo>
                        <a:pt x="113" y="44"/>
                        <a:pt x="113" y="43"/>
                        <a:pt x="113" y="43"/>
                      </a:cubicBezTo>
                      <a:cubicBezTo>
                        <a:pt x="120" y="31"/>
                        <a:pt x="125" y="12"/>
                        <a:pt x="105" y="6"/>
                      </a:cubicBezTo>
                      <a:cubicBezTo>
                        <a:pt x="85" y="0"/>
                        <a:pt x="79" y="18"/>
                        <a:pt x="78" y="32"/>
                      </a:cubicBezTo>
                      <a:cubicBezTo>
                        <a:pt x="78" y="33"/>
                        <a:pt x="78" y="33"/>
                        <a:pt x="78" y="34"/>
                      </a:cubicBezTo>
                      <a:cubicBezTo>
                        <a:pt x="77" y="33"/>
                        <a:pt x="77" y="33"/>
                        <a:pt x="77" y="32"/>
                      </a:cubicBezTo>
                      <a:cubicBezTo>
                        <a:pt x="73" y="19"/>
                        <a:pt x="63" y="2"/>
                        <a:pt x="45" y="12"/>
                      </a:cubicBezTo>
                      <a:cubicBezTo>
                        <a:pt x="27" y="21"/>
                        <a:pt x="35" y="39"/>
                        <a:pt x="44" y="49"/>
                      </a:cubicBezTo>
                      <a:cubicBezTo>
                        <a:pt x="44" y="50"/>
                        <a:pt x="45" y="51"/>
                        <a:pt x="46" y="51"/>
                      </a:cubicBezTo>
                      <a:cubicBezTo>
                        <a:pt x="45" y="51"/>
                        <a:pt x="44" y="50"/>
                        <a:pt x="43" y="50"/>
                      </a:cubicBezTo>
                      <a:cubicBezTo>
                        <a:pt x="31" y="43"/>
                        <a:pt x="13" y="38"/>
                        <a:pt x="6" y="58"/>
                      </a:cubicBezTo>
                      <a:cubicBezTo>
                        <a:pt x="0" y="78"/>
                        <a:pt x="19" y="85"/>
                        <a:pt x="32" y="86"/>
                      </a:cubicBezTo>
                      <a:cubicBezTo>
                        <a:pt x="33" y="86"/>
                        <a:pt x="34" y="86"/>
                        <a:pt x="35" y="86"/>
                      </a:cubicBezTo>
                      <a:cubicBezTo>
                        <a:pt x="34" y="86"/>
                        <a:pt x="33" y="86"/>
                        <a:pt x="33" y="87"/>
                      </a:cubicBezTo>
                      <a:cubicBezTo>
                        <a:pt x="19" y="90"/>
                        <a:pt x="2" y="100"/>
                        <a:pt x="12" y="118"/>
                      </a:cubicBezTo>
                      <a:cubicBezTo>
                        <a:pt x="22" y="137"/>
                        <a:pt x="39" y="128"/>
                        <a:pt x="50" y="120"/>
                      </a:cubicBezTo>
                      <a:cubicBezTo>
                        <a:pt x="51" y="119"/>
                        <a:pt x="51" y="118"/>
                        <a:pt x="52" y="118"/>
                      </a:cubicBezTo>
                      <a:cubicBezTo>
                        <a:pt x="51" y="119"/>
                        <a:pt x="51" y="119"/>
                        <a:pt x="51" y="120"/>
                      </a:cubicBezTo>
                      <a:cubicBezTo>
                        <a:pt x="44" y="132"/>
                        <a:pt x="39" y="151"/>
                        <a:pt x="59" y="157"/>
                      </a:cubicBezTo>
                      <a:cubicBezTo>
                        <a:pt x="79" y="163"/>
                        <a:pt x="85" y="145"/>
                        <a:pt x="86" y="131"/>
                      </a:cubicBezTo>
                      <a:cubicBezTo>
                        <a:pt x="86" y="130"/>
                        <a:pt x="87" y="129"/>
                        <a:pt x="87" y="128"/>
                      </a:cubicBezTo>
                      <a:cubicBezTo>
                        <a:pt x="87" y="129"/>
                        <a:pt x="87" y="130"/>
                        <a:pt x="87" y="131"/>
                      </a:cubicBezTo>
                      <a:cubicBezTo>
                        <a:pt x="91" y="144"/>
                        <a:pt x="101" y="161"/>
                        <a:pt x="119" y="151"/>
                      </a:cubicBezTo>
                      <a:cubicBezTo>
                        <a:pt x="138" y="141"/>
                        <a:pt x="129" y="124"/>
                        <a:pt x="120" y="113"/>
                      </a:cubicBezTo>
                      <a:cubicBezTo>
                        <a:pt x="120" y="113"/>
                        <a:pt x="119" y="112"/>
                        <a:pt x="119" y="111"/>
                      </a:cubicBezTo>
                      <a:cubicBezTo>
                        <a:pt x="119" y="112"/>
                        <a:pt x="120" y="112"/>
                        <a:pt x="121" y="113"/>
                      </a:cubicBezTo>
                      <a:cubicBezTo>
                        <a:pt x="133" y="119"/>
                        <a:pt x="151" y="124"/>
                        <a:pt x="158" y="104"/>
                      </a:cubicBezTo>
                      <a:close/>
                    </a:path>
                  </a:pathLst>
                </a:custGeom>
                <a:solidFill>
                  <a:srgbClr val="EC36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0" name="iSḻïḍé">
                  <a:extLst>
                    <a:ext uri="{FF2B5EF4-FFF2-40B4-BE49-F238E27FC236}">
                      <a16:creationId xmlns:a16="http://schemas.microsoft.com/office/drawing/2014/main" id="{F54CAAD5-EF54-5C65-A963-4835F6768E46}"/>
                    </a:ext>
                  </a:extLst>
                </p:cNvPr>
                <p:cNvSpPr/>
                <p:nvPr/>
              </p:nvSpPr>
              <p:spPr bwMode="auto">
                <a:xfrm>
                  <a:off x="7043738" y="6706129"/>
                  <a:ext cx="647700" cy="652463"/>
                </a:xfrm>
                <a:custGeom>
                  <a:avLst/>
                  <a:gdLst>
                    <a:gd name="T0" fmla="*/ 116 w 120"/>
                    <a:gd name="T1" fmla="*/ 77 h 121"/>
                    <a:gd name="T2" fmla="*/ 97 w 120"/>
                    <a:gd name="T3" fmla="*/ 57 h 121"/>
                    <a:gd name="T4" fmla="*/ 95 w 120"/>
                    <a:gd name="T5" fmla="*/ 57 h 121"/>
                    <a:gd name="T6" fmla="*/ 97 w 120"/>
                    <a:gd name="T7" fmla="*/ 57 h 121"/>
                    <a:gd name="T8" fmla="*/ 112 w 120"/>
                    <a:gd name="T9" fmla="*/ 33 h 121"/>
                    <a:gd name="T10" fmla="*/ 84 w 120"/>
                    <a:gd name="T11" fmla="*/ 32 h 121"/>
                    <a:gd name="T12" fmla="*/ 82 w 120"/>
                    <a:gd name="T13" fmla="*/ 33 h 121"/>
                    <a:gd name="T14" fmla="*/ 83 w 120"/>
                    <a:gd name="T15" fmla="*/ 32 h 121"/>
                    <a:gd name="T16" fmla="*/ 77 w 120"/>
                    <a:gd name="T17" fmla="*/ 5 h 121"/>
                    <a:gd name="T18" fmla="*/ 57 w 120"/>
                    <a:gd name="T19" fmla="*/ 24 h 121"/>
                    <a:gd name="T20" fmla="*/ 57 w 120"/>
                    <a:gd name="T21" fmla="*/ 26 h 121"/>
                    <a:gd name="T22" fmla="*/ 56 w 120"/>
                    <a:gd name="T23" fmla="*/ 24 h 121"/>
                    <a:gd name="T24" fmla="*/ 33 w 120"/>
                    <a:gd name="T25" fmla="*/ 9 h 121"/>
                    <a:gd name="T26" fmla="*/ 32 w 120"/>
                    <a:gd name="T27" fmla="*/ 37 h 121"/>
                    <a:gd name="T28" fmla="*/ 33 w 120"/>
                    <a:gd name="T29" fmla="*/ 38 h 121"/>
                    <a:gd name="T30" fmla="*/ 31 w 120"/>
                    <a:gd name="T31" fmla="*/ 37 h 121"/>
                    <a:gd name="T32" fmla="*/ 4 w 120"/>
                    <a:gd name="T33" fmla="*/ 43 h 121"/>
                    <a:gd name="T34" fmla="*/ 23 w 120"/>
                    <a:gd name="T35" fmla="*/ 64 h 121"/>
                    <a:gd name="T36" fmla="*/ 25 w 120"/>
                    <a:gd name="T37" fmla="*/ 64 h 121"/>
                    <a:gd name="T38" fmla="*/ 23 w 120"/>
                    <a:gd name="T39" fmla="*/ 64 h 121"/>
                    <a:gd name="T40" fmla="*/ 8 w 120"/>
                    <a:gd name="T41" fmla="*/ 88 h 121"/>
                    <a:gd name="T42" fmla="*/ 36 w 120"/>
                    <a:gd name="T43" fmla="*/ 89 h 121"/>
                    <a:gd name="T44" fmla="*/ 38 w 120"/>
                    <a:gd name="T45" fmla="*/ 87 h 121"/>
                    <a:gd name="T46" fmla="*/ 37 w 120"/>
                    <a:gd name="T47" fmla="*/ 89 h 121"/>
                    <a:gd name="T48" fmla="*/ 43 w 120"/>
                    <a:gd name="T49" fmla="*/ 116 h 121"/>
                    <a:gd name="T50" fmla="*/ 63 w 120"/>
                    <a:gd name="T51" fmla="*/ 97 h 121"/>
                    <a:gd name="T52" fmla="*/ 63 w 120"/>
                    <a:gd name="T53" fmla="*/ 95 h 121"/>
                    <a:gd name="T54" fmla="*/ 64 w 120"/>
                    <a:gd name="T55" fmla="*/ 97 h 121"/>
                    <a:gd name="T56" fmla="*/ 87 w 120"/>
                    <a:gd name="T57" fmla="*/ 112 h 121"/>
                    <a:gd name="T58" fmla="*/ 88 w 120"/>
                    <a:gd name="T59" fmla="*/ 84 h 121"/>
                    <a:gd name="T60" fmla="*/ 87 w 120"/>
                    <a:gd name="T61" fmla="*/ 83 h 121"/>
                    <a:gd name="T62" fmla="*/ 89 w 120"/>
                    <a:gd name="T63" fmla="*/ 84 h 121"/>
                    <a:gd name="T64" fmla="*/ 116 w 120"/>
                    <a:gd name="T65" fmla="*/ 7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20" h="121">
                      <a:moveTo>
                        <a:pt x="116" y="77"/>
                      </a:moveTo>
                      <a:cubicBezTo>
                        <a:pt x="120" y="63"/>
                        <a:pt x="107" y="58"/>
                        <a:pt x="97" y="57"/>
                      </a:cubicBezTo>
                      <a:cubicBezTo>
                        <a:pt x="96" y="57"/>
                        <a:pt x="95" y="57"/>
                        <a:pt x="95" y="57"/>
                      </a:cubicBezTo>
                      <a:cubicBezTo>
                        <a:pt x="95" y="57"/>
                        <a:pt x="96" y="57"/>
                        <a:pt x="97" y="57"/>
                      </a:cubicBezTo>
                      <a:cubicBezTo>
                        <a:pt x="106" y="54"/>
                        <a:pt x="119" y="47"/>
                        <a:pt x="112" y="33"/>
                      </a:cubicBezTo>
                      <a:cubicBezTo>
                        <a:pt x="104" y="19"/>
                        <a:pt x="91" y="26"/>
                        <a:pt x="84" y="32"/>
                      </a:cubicBezTo>
                      <a:cubicBezTo>
                        <a:pt x="83" y="33"/>
                        <a:pt x="83" y="33"/>
                        <a:pt x="82" y="33"/>
                      </a:cubicBezTo>
                      <a:cubicBezTo>
                        <a:pt x="83" y="33"/>
                        <a:pt x="83" y="32"/>
                        <a:pt x="83" y="32"/>
                      </a:cubicBezTo>
                      <a:cubicBezTo>
                        <a:pt x="88" y="23"/>
                        <a:pt x="92" y="9"/>
                        <a:pt x="77" y="5"/>
                      </a:cubicBezTo>
                      <a:cubicBezTo>
                        <a:pt x="62" y="0"/>
                        <a:pt x="58" y="14"/>
                        <a:pt x="57" y="24"/>
                      </a:cubicBezTo>
                      <a:cubicBezTo>
                        <a:pt x="57" y="24"/>
                        <a:pt x="57" y="25"/>
                        <a:pt x="57" y="26"/>
                      </a:cubicBezTo>
                      <a:cubicBezTo>
                        <a:pt x="57" y="25"/>
                        <a:pt x="56" y="24"/>
                        <a:pt x="56" y="24"/>
                      </a:cubicBezTo>
                      <a:cubicBezTo>
                        <a:pt x="53" y="14"/>
                        <a:pt x="46" y="2"/>
                        <a:pt x="33" y="9"/>
                      </a:cubicBezTo>
                      <a:cubicBezTo>
                        <a:pt x="19" y="16"/>
                        <a:pt x="25" y="29"/>
                        <a:pt x="32" y="37"/>
                      </a:cubicBezTo>
                      <a:cubicBezTo>
                        <a:pt x="32" y="37"/>
                        <a:pt x="33" y="38"/>
                        <a:pt x="33" y="38"/>
                      </a:cubicBezTo>
                      <a:cubicBezTo>
                        <a:pt x="33" y="38"/>
                        <a:pt x="32" y="37"/>
                        <a:pt x="31" y="37"/>
                      </a:cubicBezTo>
                      <a:cubicBezTo>
                        <a:pt x="23" y="32"/>
                        <a:pt x="9" y="29"/>
                        <a:pt x="4" y="43"/>
                      </a:cubicBezTo>
                      <a:cubicBezTo>
                        <a:pt x="0" y="58"/>
                        <a:pt x="13" y="63"/>
                        <a:pt x="23" y="64"/>
                      </a:cubicBezTo>
                      <a:cubicBezTo>
                        <a:pt x="24" y="64"/>
                        <a:pt x="25" y="64"/>
                        <a:pt x="25" y="64"/>
                      </a:cubicBezTo>
                      <a:cubicBezTo>
                        <a:pt x="25" y="64"/>
                        <a:pt x="24" y="64"/>
                        <a:pt x="23" y="64"/>
                      </a:cubicBezTo>
                      <a:cubicBezTo>
                        <a:pt x="14" y="67"/>
                        <a:pt x="1" y="74"/>
                        <a:pt x="8" y="88"/>
                      </a:cubicBezTo>
                      <a:cubicBezTo>
                        <a:pt x="16" y="101"/>
                        <a:pt x="29" y="95"/>
                        <a:pt x="36" y="89"/>
                      </a:cubicBezTo>
                      <a:cubicBezTo>
                        <a:pt x="37" y="88"/>
                        <a:pt x="37" y="88"/>
                        <a:pt x="38" y="87"/>
                      </a:cubicBezTo>
                      <a:cubicBezTo>
                        <a:pt x="37" y="88"/>
                        <a:pt x="37" y="88"/>
                        <a:pt x="37" y="89"/>
                      </a:cubicBezTo>
                      <a:cubicBezTo>
                        <a:pt x="32" y="98"/>
                        <a:pt x="28" y="112"/>
                        <a:pt x="43" y="116"/>
                      </a:cubicBezTo>
                      <a:cubicBezTo>
                        <a:pt x="58" y="121"/>
                        <a:pt x="62" y="107"/>
                        <a:pt x="63" y="97"/>
                      </a:cubicBezTo>
                      <a:cubicBezTo>
                        <a:pt x="63" y="96"/>
                        <a:pt x="63" y="96"/>
                        <a:pt x="63" y="95"/>
                      </a:cubicBezTo>
                      <a:cubicBezTo>
                        <a:pt x="64" y="96"/>
                        <a:pt x="64" y="96"/>
                        <a:pt x="64" y="97"/>
                      </a:cubicBezTo>
                      <a:cubicBezTo>
                        <a:pt x="67" y="107"/>
                        <a:pt x="74" y="119"/>
                        <a:pt x="87" y="112"/>
                      </a:cubicBezTo>
                      <a:cubicBezTo>
                        <a:pt x="101" y="105"/>
                        <a:pt x="95" y="92"/>
                        <a:pt x="88" y="84"/>
                      </a:cubicBezTo>
                      <a:cubicBezTo>
                        <a:pt x="88" y="84"/>
                        <a:pt x="87" y="83"/>
                        <a:pt x="87" y="83"/>
                      </a:cubicBezTo>
                      <a:cubicBezTo>
                        <a:pt x="88" y="83"/>
                        <a:pt x="88" y="83"/>
                        <a:pt x="89" y="84"/>
                      </a:cubicBezTo>
                      <a:cubicBezTo>
                        <a:pt x="98" y="89"/>
                        <a:pt x="111" y="92"/>
                        <a:pt x="116" y="77"/>
                      </a:cubicBezTo>
                      <a:close/>
                    </a:path>
                  </a:pathLst>
                </a:custGeom>
                <a:solidFill>
                  <a:srgbClr val="C12A5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1" name="išḷidé">
                  <a:extLst>
                    <a:ext uri="{FF2B5EF4-FFF2-40B4-BE49-F238E27FC236}">
                      <a16:creationId xmlns:a16="http://schemas.microsoft.com/office/drawing/2014/main" id="{41216A3B-E802-97CF-67F3-7CB7AC075179}"/>
                    </a:ext>
                  </a:extLst>
                </p:cNvPr>
                <p:cNvSpPr/>
                <p:nvPr/>
              </p:nvSpPr>
              <p:spPr bwMode="auto">
                <a:xfrm>
                  <a:off x="7232650" y="6895042"/>
                  <a:ext cx="269875" cy="269875"/>
                </a:xfrm>
                <a:custGeom>
                  <a:avLst/>
                  <a:gdLst>
                    <a:gd name="T0" fmla="*/ 46 w 50"/>
                    <a:gd name="T1" fmla="*/ 32 h 50"/>
                    <a:gd name="T2" fmla="*/ 19 w 50"/>
                    <a:gd name="T3" fmla="*/ 47 h 50"/>
                    <a:gd name="T4" fmla="*/ 4 w 50"/>
                    <a:gd name="T5" fmla="*/ 19 h 50"/>
                    <a:gd name="T6" fmla="*/ 32 w 50"/>
                    <a:gd name="T7" fmla="*/ 4 h 50"/>
                    <a:gd name="T8" fmla="*/ 46 w 50"/>
                    <a:gd name="T9" fmla="*/ 3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0">
                      <a:moveTo>
                        <a:pt x="46" y="32"/>
                      </a:moveTo>
                      <a:cubicBezTo>
                        <a:pt x="43" y="44"/>
                        <a:pt x="30" y="50"/>
                        <a:pt x="19" y="47"/>
                      </a:cubicBezTo>
                      <a:cubicBezTo>
                        <a:pt x="7" y="43"/>
                        <a:pt x="0" y="31"/>
                        <a:pt x="4" y="19"/>
                      </a:cubicBezTo>
                      <a:cubicBezTo>
                        <a:pt x="7" y="7"/>
                        <a:pt x="20" y="0"/>
                        <a:pt x="32" y="4"/>
                      </a:cubicBezTo>
                      <a:cubicBezTo>
                        <a:pt x="43" y="8"/>
                        <a:pt x="50" y="20"/>
                        <a:pt x="46" y="32"/>
                      </a:cubicBezTo>
                      <a:close/>
                    </a:path>
                  </a:pathLst>
                </a:custGeom>
                <a:solidFill>
                  <a:srgbClr val="F8B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52" name="组合 1151">
                <a:extLst>
                  <a:ext uri="{FF2B5EF4-FFF2-40B4-BE49-F238E27FC236}">
                    <a16:creationId xmlns:a16="http://schemas.microsoft.com/office/drawing/2014/main" id="{1564238F-A550-FC1F-7AB6-5C02C4CEEA9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826080" y="4081590"/>
                <a:ext cx="200398" cy="361650"/>
                <a:chOff x="6924675" y="6591829"/>
                <a:chExt cx="885825" cy="1598613"/>
              </a:xfrm>
            </p:grpSpPr>
            <p:sp>
              <p:nvSpPr>
                <p:cNvPr id="1153" name="íṧľiḋe">
                  <a:extLst>
                    <a:ext uri="{FF2B5EF4-FFF2-40B4-BE49-F238E27FC236}">
                      <a16:creationId xmlns:a16="http://schemas.microsoft.com/office/drawing/2014/main" id="{30EC5C1C-C2E5-F5EF-8778-BA0FCE979C52}"/>
                    </a:ext>
                  </a:extLst>
                </p:cNvPr>
                <p:cNvSpPr/>
                <p:nvPr/>
              </p:nvSpPr>
              <p:spPr bwMode="auto">
                <a:xfrm>
                  <a:off x="7383463" y="7466542"/>
                  <a:ext cx="366713" cy="422275"/>
                </a:xfrm>
                <a:custGeom>
                  <a:avLst/>
                  <a:gdLst>
                    <a:gd name="T0" fmla="*/ 0 w 68"/>
                    <a:gd name="T1" fmla="*/ 78 h 78"/>
                    <a:gd name="T2" fmla="*/ 68 w 68"/>
                    <a:gd name="T3" fmla="*/ 0 h 78"/>
                    <a:gd name="T4" fmla="*/ 0 w 68"/>
                    <a:gd name="T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8" h="78">
                      <a:moveTo>
                        <a:pt x="0" y="78"/>
                      </a:moveTo>
                      <a:cubicBezTo>
                        <a:pt x="0" y="78"/>
                        <a:pt x="1" y="9"/>
                        <a:pt x="68" y="0"/>
                      </a:cubicBezTo>
                      <a:cubicBezTo>
                        <a:pt x="68" y="0"/>
                        <a:pt x="57" y="67"/>
                        <a:pt x="0" y="78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4" name="îsḻiḓê">
                  <a:extLst>
                    <a:ext uri="{FF2B5EF4-FFF2-40B4-BE49-F238E27FC236}">
                      <a16:creationId xmlns:a16="http://schemas.microsoft.com/office/drawing/2014/main" id="{B1B8559A-4C66-73E9-7504-8175AE5E050E}"/>
                    </a:ext>
                  </a:extLst>
                </p:cNvPr>
                <p:cNvSpPr/>
                <p:nvPr/>
              </p:nvSpPr>
              <p:spPr bwMode="auto">
                <a:xfrm>
                  <a:off x="7027863" y="7601479"/>
                  <a:ext cx="339725" cy="379413"/>
                </a:xfrm>
                <a:custGeom>
                  <a:avLst/>
                  <a:gdLst>
                    <a:gd name="T0" fmla="*/ 63 w 63"/>
                    <a:gd name="T1" fmla="*/ 70 h 70"/>
                    <a:gd name="T2" fmla="*/ 0 w 63"/>
                    <a:gd name="T3" fmla="*/ 0 h 70"/>
                    <a:gd name="T4" fmla="*/ 63 w 63"/>
                    <a:gd name="T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3" h="70">
                      <a:moveTo>
                        <a:pt x="63" y="70"/>
                      </a:moveTo>
                      <a:cubicBezTo>
                        <a:pt x="63" y="70"/>
                        <a:pt x="62" y="6"/>
                        <a:pt x="0" y="0"/>
                      </a:cubicBezTo>
                      <a:cubicBezTo>
                        <a:pt x="0" y="0"/>
                        <a:pt x="6" y="64"/>
                        <a:pt x="63" y="70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5" name="ïṣḻíḑê">
                  <a:extLst>
                    <a:ext uri="{FF2B5EF4-FFF2-40B4-BE49-F238E27FC236}">
                      <a16:creationId xmlns:a16="http://schemas.microsoft.com/office/drawing/2014/main" id="{46CBA51C-74E8-08C6-E007-8D2854868A40}"/>
                    </a:ext>
                  </a:extLst>
                </p:cNvPr>
                <p:cNvSpPr/>
                <p:nvPr/>
              </p:nvSpPr>
              <p:spPr bwMode="auto">
                <a:xfrm>
                  <a:off x="7329488" y="7056967"/>
                  <a:ext cx="130175" cy="1133475"/>
                </a:xfrm>
                <a:custGeom>
                  <a:avLst/>
                  <a:gdLst>
                    <a:gd name="T0" fmla="*/ 7 w 24"/>
                    <a:gd name="T1" fmla="*/ 0 h 210"/>
                    <a:gd name="T2" fmla="*/ 0 w 24"/>
                    <a:gd name="T3" fmla="*/ 21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4" h="210">
                      <a:moveTo>
                        <a:pt x="7" y="0"/>
                      </a:moveTo>
                      <a:cubicBezTo>
                        <a:pt x="7" y="0"/>
                        <a:pt x="24" y="106"/>
                        <a:pt x="0" y="210"/>
                      </a:cubicBezTo>
                    </a:path>
                  </a:pathLst>
                </a:custGeom>
                <a:noFill/>
                <a:ln w="22225" cap="flat">
                  <a:solidFill>
                    <a:srgbClr val="61678B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6" name="íšḷiḓé">
                  <a:extLst>
                    <a:ext uri="{FF2B5EF4-FFF2-40B4-BE49-F238E27FC236}">
                      <a16:creationId xmlns:a16="http://schemas.microsoft.com/office/drawing/2014/main" id="{E9BAED04-7585-835A-606A-08CAE946AB03}"/>
                    </a:ext>
                  </a:extLst>
                </p:cNvPr>
                <p:cNvSpPr/>
                <p:nvPr/>
              </p:nvSpPr>
              <p:spPr bwMode="auto">
                <a:xfrm>
                  <a:off x="6924675" y="6591829"/>
                  <a:ext cx="885825" cy="881063"/>
                </a:xfrm>
                <a:custGeom>
                  <a:avLst/>
                  <a:gdLst>
                    <a:gd name="T0" fmla="*/ 158 w 164"/>
                    <a:gd name="T1" fmla="*/ 104 h 163"/>
                    <a:gd name="T2" fmla="*/ 132 w 164"/>
                    <a:gd name="T3" fmla="*/ 77 h 163"/>
                    <a:gd name="T4" fmla="*/ 129 w 164"/>
                    <a:gd name="T5" fmla="*/ 77 h 163"/>
                    <a:gd name="T6" fmla="*/ 132 w 164"/>
                    <a:gd name="T7" fmla="*/ 76 h 163"/>
                    <a:gd name="T8" fmla="*/ 152 w 164"/>
                    <a:gd name="T9" fmla="*/ 44 h 163"/>
                    <a:gd name="T10" fmla="*/ 114 w 164"/>
                    <a:gd name="T11" fmla="*/ 43 h 163"/>
                    <a:gd name="T12" fmla="*/ 112 w 164"/>
                    <a:gd name="T13" fmla="*/ 45 h 163"/>
                    <a:gd name="T14" fmla="*/ 113 w 164"/>
                    <a:gd name="T15" fmla="*/ 43 h 163"/>
                    <a:gd name="T16" fmla="*/ 105 w 164"/>
                    <a:gd name="T17" fmla="*/ 6 h 163"/>
                    <a:gd name="T18" fmla="*/ 78 w 164"/>
                    <a:gd name="T19" fmla="*/ 32 h 163"/>
                    <a:gd name="T20" fmla="*/ 78 w 164"/>
                    <a:gd name="T21" fmla="*/ 34 h 163"/>
                    <a:gd name="T22" fmla="*/ 77 w 164"/>
                    <a:gd name="T23" fmla="*/ 32 h 163"/>
                    <a:gd name="T24" fmla="*/ 45 w 164"/>
                    <a:gd name="T25" fmla="*/ 12 h 163"/>
                    <a:gd name="T26" fmla="*/ 44 w 164"/>
                    <a:gd name="T27" fmla="*/ 49 h 163"/>
                    <a:gd name="T28" fmla="*/ 46 w 164"/>
                    <a:gd name="T29" fmla="*/ 51 h 163"/>
                    <a:gd name="T30" fmla="*/ 43 w 164"/>
                    <a:gd name="T31" fmla="*/ 50 h 163"/>
                    <a:gd name="T32" fmla="*/ 6 w 164"/>
                    <a:gd name="T33" fmla="*/ 58 h 163"/>
                    <a:gd name="T34" fmla="*/ 32 w 164"/>
                    <a:gd name="T35" fmla="*/ 86 h 163"/>
                    <a:gd name="T36" fmla="*/ 35 w 164"/>
                    <a:gd name="T37" fmla="*/ 86 h 163"/>
                    <a:gd name="T38" fmla="*/ 33 w 164"/>
                    <a:gd name="T39" fmla="*/ 87 h 163"/>
                    <a:gd name="T40" fmla="*/ 12 w 164"/>
                    <a:gd name="T41" fmla="*/ 118 h 163"/>
                    <a:gd name="T42" fmla="*/ 50 w 164"/>
                    <a:gd name="T43" fmla="*/ 120 h 163"/>
                    <a:gd name="T44" fmla="*/ 52 w 164"/>
                    <a:gd name="T45" fmla="*/ 118 h 163"/>
                    <a:gd name="T46" fmla="*/ 51 w 164"/>
                    <a:gd name="T47" fmla="*/ 120 h 163"/>
                    <a:gd name="T48" fmla="*/ 59 w 164"/>
                    <a:gd name="T49" fmla="*/ 157 h 163"/>
                    <a:gd name="T50" fmla="*/ 86 w 164"/>
                    <a:gd name="T51" fmla="*/ 131 h 163"/>
                    <a:gd name="T52" fmla="*/ 87 w 164"/>
                    <a:gd name="T53" fmla="*/ 128 h 163"/>
                    <a:gd name="T54" fmla="*/ 87 w 164"/>
                    <a:gd name="T55" fmla="*/ 131 h 163"/>
                    <a:gd name="T56" fmla="*/ 119 w 164"/>
                    <a:gd name="T57" fmla="*/ 151 h 163"/>
                    <a:gd name="T58" fmla="*/ 120 w 164"/>
                    <a:gd name="T59" fmla="*/ 113 h 163"/>
                    <a:gd name="T60" fmla="*/ 119 w 164"/>
                    <a:gd name="T61" fmla="*/ 111 h 163"/>
                    <a:gd name="T62" fmla="*/ 121 w 164"/>
                    <a:gd name="T63" fmla="*/ 113 h 163"/>
                    <a:gd name="T64" fmla="*/ 158 w 164"/>
                    <a:gd name="T65" fmla="*/ 104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64" h="163">
                      <a:moveTo>
                        <a:pt x="158" y="104"/>
                      </a:moveTo>
                      <a:cubicBezTo>
                        <a:pt x="164" y="85"/>
                        <a:pt x="145" y="78"/>
                        <a:pt x="132" y="77"/>
                      </a:cubicBezTo>
                      <a:cubicBezTo>
                        <a:pt x="131" y="77"/>
                        <a:pt x="130" y="77"/>
                        <a:pt x="129" y="77"/>
                      </a:cubicBezTo>
                      <a:cubicBezTo>
                        <a:pt x="130" y="77"/>
                        <a:pt x="131" y="76"/>
                        <a:pt x="132" y="76"/>
                      </a:cubicBezTo>
                      <a:cubicBezTo>
                        <a:pt x="145" y="72"/>
                        <a:pt x="162" y="63"/>
                        <a:pt x="152" y="44"/>
                      </a:cubicBezTo>
                      <a:cubicBezTo>
                        <a:pt x="142" y="26"/>
                        <a:pt x="125" y="34"/>
                        <a:pt x="114" y="43"/>
                      </a:cubicBezTo>
                      <a:cubicBezTo>
                        <a:pt x="113" y="44"/>
                        <a:pt x="113" y="44"/>
                        <a:pt x="112" y="45"/>
                      </a:cubicBezTo>
                      <a:cubicBezTo>
                        <a:pt x="113" y="44"/>
                        <a:pt x="113" y="43"/>
                        <a:pt x="113" y="43"/>
                      </a:cubicBezTo>
                      <a:cubicBezTo>
                        <a:pt x="120" y="31"/>
                        <a:pt x="125" y="12"/>
                        <a:pt x="105" y="6"/>
                      </a:cubicBezTo>
                      <a:cubicBezTo>
                        <a:pt x="85" y="0"/>
                        <a:pt x="79" y="18"/>
                        <a:pt x="78" y="32"/>
                      </a:cubicBezTo>
                      <a:cubicBezTo>
                        <a:pt x="78" y="33"/>
                        <a:pt x="78" y="33"/>
                        <a:pt x="78" y="34"/>
                      </a:cubicBezTo>
                      <a:cubicBezTo>
                        <a:pt x="77" y="33"/>
                        <a:pt x="77" y="33"/>
                        <a:pt x="77" y="32"/>
                      </a:cubicBezTo>
                      <a:cubicBezTo>
                        <a:pt x="73" y="19"/>
                        <a:pt x="63" y="2"/>
                        <a:pt x="45" y="12"/>
                      </a:cubicBezTo>
                      <a:cubicBezTo>
                        <a:pt x="27" y="21"/>
                        <a:pt x="35" y="39"/>
                        <a:pt x="44" y="49"/>
                      </a:cubicBezTo>
                      <a:cubicBezTo>
                        <a:pt x="44" y="50"/>
                        <a:pt x="45" y="51"/>
                        <a:pt x="46" y="51"/>
                      </a:cubicBezTo>
                      <a:cubicBezTo>
                        <a:pt x="45" y="51"/>
                        <a:pt x="44" y="50"/>
                        <a:pt x="43" y="50"/>
                      </a:cubicBezTo>
                      <a:cubicBezTo>
                        <a:pt x="31" y="43"/>
                        <a:pt x="13" y="38"/>
                        <a:pt x="6" y="58"/>
                      </a:cubicBezTo>
                      <a:cubicBezTo>
                        <a:pt x="0" y="78"/>
                        <a:pt x="19" y="85"/>
                        <a:pt x="32" y="86"/>
                      </a:cubicBezTo>
                      <a:cubicBezTo>
                        <a:pt x="33" y="86"/>
                        <a:pt x="34" y="86"/>
                        <a:pt x="35" y="86"/>
                      </a:cubicBezTo>
                      <a:cubicBezTo>
                        <a:pt x="34" y="86"/>
                        <a:pt x="33" y="86"/>
                        <a:pt x="33" y="87"/>
                      </a:cubicBezTo>
                      <a:cubicBezTo>
                        <a:pt x="19" y="90"/>
                        <a:pt x="2" y="100"/>
                        <a:pt x="12" y="118"/>
                      </a:cubicBezTo>
                      <a:cubicBezTo>
                        <a:pt x="22" y="137"/>
                        <a:pt x="39" y="128"/>
                        <a:pt x="50" y="120"/>
                      </a:cubicBezTo>
                      <a:cubicBezTo>
                        <a:pt x="51" y="119"/>
                        <a:pt x="51" y="118"/>
                        <a:pt x="52" y="118"/>
                      </a:cubicBezTo>
                      <a:cubicBezTo>
                        <a:pt x="51" y="119"/>
                        <a:pt x="51" y="119"/>
                        <a:pt x="51" y="120"/>
                      </a:cubicBezTo>
                      <a:cubicBezTo>
                        <a:pt x="44" y="132"/>
                        <a:pt x="39" y="151"/>
                        <a:pt x="59" y="157"/>
                      </a:cubicBezTo>
                      <a:cubicBezTo>
                        <a:pt x="79" y="163"/>
                        <a:pt x="85" y="145"/>
                        <a:pt x="86" y="131"/>
                      </a:cubicBezTo>
                      <a:cubicBezTo>
                        <a:pt x="86" y="130"/>
                        <a:pt x="87" y="129"/>
                        <a:pt x="87" y="128"/>
                      </a:cubicBezTo>
                      <a:cubicBezTo>
                        <a:pt x="87" y="129"/>
                        <a:pt x="87" y="130"/>
                        <a:pt x="87" y="131"/>
                      </a:cubicBezTo>
                      <a:cubicBezTo>
                        <a:pt x="91" y="144"/>
                        <a:pt x="101" y="161"/>
                        <a:pt x="119" y="151"/>
                      </a:cubicBezTo>
                      <a:cubicBezTo>
                        <a:pt x="138" y="141"/>
                        <a:pt x="129" y="124"/>
                        <a:pt x="120" y="113"/>
                      </a:cubicBezTo>
                      <a:cubicBezTo>
                        <a:pt x="120" y="113"/>
                        <a:pt x="119" y="112"/>
                        <a:pt x="119" y="111"/>
                      </a:cubicBezTo>
                      <a:cubicBezTo>
                        <a:pt x="119" y="112"/>
                        <a:pt x="120" y="112"/>
                        <a:pt x="121" y="113"/>
                      </a:cubicBezTo>
                      <a:cubicBezTo>
                        <a:pt x="133" y="119"/>
                        <a:pt x="151" y="124"/>
                        <a:pt x="158" y="104"/>
                      </a:cubicBezTo>
                      <a:close/>
                    </a:path>
                  </a:pathLst>
                </a:custGeom>
                <a:solidFill>
                  <a:srgbClr val="EC36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7" name="iSḻïḍé">
                  <a:extLst>
                    <a:ext uri="{FF2B5EF4-FFF2-40B4-BE49-F238E27FC236}">
                      <a16:creationId xmlns:a16="http://schemas.microsoft.com/office/drawing/2014/main" id="{8092F700-4B39-4B2B-DB00-A2A1E5037EB5}"/>
                    </a:ext>
                  </a:extLst>
                </p:cNvPr>
                <p:cNvSpPr/>
                <p:nvPr/>
              </p:nvSpPr>
              <p:spPr bwMode="auto">
                <a:xfrm>
                  <a:off x="7043738" y="6706129"/>
                  <a:ext cx="647700" cy="652463"/>
                </a:xfrm>
                <a:custGeom>
                  <a:avLst/>
                  <a:gdLst>
                    <a:gd name="T0" fmla="*/ 116 w 120"/>
                    <a:gd name="T1" fmla="*/ 77 h 121"/>
                    <a:gd name="T2" fmla="*/ 97 w 120"/>
                    <a:gd name="T3" fmla="*/ 57 h 121"/>
                    <a:gd name="T4" fmla="*/ 95 w 120"/>
                    <a:gd name="T5" fmla="*/ 57 h 121"/>
                    <a:gd name="T6" fmla="*/ 97 w 120"/>
                    <a:gd name="T7" fmla="*/ 57 h 121"/>
                    <a:gd name="T8" fmla="*/ 112 w 120"/>
                    <a:gd name="T9" fmla="*/ 33 h 121"/>
                    <a:gd name="T10" fmla="*/ 84 w 120"/>
                    <a:gd name="T11" fmla="*/ 32 h 121"/>
                    <a:gd name="T12" fmla="*/ 82 w 120"/>
                    <a:gd name="T13" fmla="*/ 33 h 121"/>
                    <a:gd name="T14" fmla="*/ 83 w 120"/>
                    <a:gd name="T15" fmla="*/ 32 h 121"/>
                    <a:gd name="T16" fmla="*/ 77 w 120"/>
                    <a:gd name="T17" fmla="*/ 5 h 121"/>
                    <a:gd name="T18" fmla="*/ 57 w 120"/>
                    <a:gd name="T19" fmla="*/ 24 h 121"/>
                    <a:gd name="T20" fmla="*/ 57 w 120"/>
                    <a:gd name="T21" fmla="*/ 26 h 121"/>
                    <a:gd name="T22" fmla="*/ 56 w 120"/>
                    <a:gd name="T23" fmla="*/ 24 h 121"/>
                    <a:gd name="T24" fmla="*/ 33 w 120"/>
                    <a:gd name="T25" fmla="*/ 9 h 121"/>
                    <a:gd name="T26" fmla="*/ 32 w 120"/>
                    <a:gd name="T27" fmla="*/ 37 h 121"/>
                    <a:gd name="T28" fmla="*/ 33 w 120"/>
                    <a:gd name="T29" fmla="*/ 38 h 121"/>
                    <a:gd name="T30" fmla="*/ 31 w 120"/>
                    <a:gd name="T31" fmla="*/ 37 h 121"/>
                    <a:gd name="T32" fmla="*/ 4 w 120"/>
                    <a:gd name="T33" fmla="*/ 43 h 121"/>
                    <a:gd name="T34" fmla="*/ 23 w 120"/>
                    <a:gd name="T35" fmla="*/ 64 h 121"/>
                    <a:gd name="T36" fmla="*/ 25 w 120"/>
                    <a:gd name="T37" fmla="*/ 64 h 121"/>
                    <a:gd name="T38" fmla="*/ 23 w 120"/>
                    <a:gd name="T39" fmla="*/ 64 h 121"/>
                    <a:gd name="T40" fmla="*/ 8 w 120"/>
                    <a:gd name="T41" fmla="*/ 88 h 121"/>
                    <a:gd name="T42" fmla="*/ 36 w 120"/>
                    <a:gd name="T43" fmla="*/ 89 h 121"/>
                    <a:gd name="T44" fmla="*/ 38 w 120"/>
                    <a:gd name="T45" fmla="*/ 87 h 121"/>
                    <a:gd name="T46" fmla="*/ 37 w 120"/>
                    <a:gd name="T47" fmla="*/ 89 h 121"/>
                    <a:gd name="T48" fmla="*/ 43 w 120"/>
                    <a:gd name="T49" fmla="*/ 116 h 121"/>
                    <a:gd name="T50" fmla="*/ 63 w 120"/>
                    <a:gd name="T51" fmla="*/ 97 h 121"/>
                    <a:gd name="T52" fmla="*/ 63 w 120"/>
                    <a:gd name="T53" fmla="*/ 95 h 121"/>
                    <a:gd name="T54" fmla="*/ 64 w 120"/>
                    <a:gd name="T55" fmla="*/ 97 h 121"/>
                    <a:gd name="T56" fmla="*/ 87 w 120"/>
                    <a:gd name="T57" fmla="*/ 112 h 121"/>
                    <a:gd name="T58" fmla="*/ 88 w 120"/>
                    <a:gd name="T59" fmla="*/ 84 h 121"/>
                    <a:gd name="T60" fmla="*/ 87 w 120"/>
                    <a:gd name="T61" fmla="*/ 83 h 121"/>
                    <a:gd name="T62" fmla="*/ 89 w 120"/>
                    <a:gd name="T63" fmla="*/ 84 h 121"/>
                    <a:gd name="T64" fmla="*/ 116 w 120"/>
                    <a:gd name="T65" fmla="*/ 7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20" h="121">
                      <a:moveTo>
                        <a:pt x="116" y="77"/>
                      </a:moveTo>
                      <a:cubicBezTo>
                        <a:pt x="120" y="63"/>
                        <a:pt x="107" y="58"/>
                        <a:pt x="97" y="57"/>
                      </a:cubicBezTo>
                      <a:cubicBezTo>
                        <a:pt x="96" y="57"/>
                        <a:pt x="95" y="57"/>
                        <a:pt x="95" y="57"/>
                      </a:cubicBezTo>
                      <a:cubicBezTo>
                        <a:pt x="95" y="57"/>
                        <a:pt x="96" y="57"/>
                        <a:pt x="97" y="57"/>
                      </a:cubicBezTo>
                      <a:cubicBezTo>
                        <a:pt x="106" y="54"/>
                        <a:pt x="119" y="47"/>
                        <a:pt x="112" y="33"/>
                      </a:cubicBezTo>
                      <a:cubicBezTo>
                        <a:pt x="104" y="19"/>
                        <a:pt x="91" y="26"/>
                        <a:pt x="84" y="32"/>
                      </a:cubicBezTo>
                      <a:cubicBezTo>
                        <a:pt x="83" y="33"/>
                        <a:pt x="83" y="33"/>
                        <a:pt x="82" y="33"/>
                      </a:cubicBezTo>
                      <a:cubicBezTo>
                        <a:pt x="83" y="33"/>
                        <a:pt x="83" y="32"/>
                        <a:pt x="83" y="32"/>
                      </a:cubicBezTo>
                      <a:cubicBezTo>
                        <a:pt x="88" y="23"/>
                        <a:pt x="92" y="9"/>
                        <a:pt x="77" y="5"/>
                      </a:cubicBezTo>
                      <a:cubicBezTo>
                        <a:pt x="62" y="0"/>
                        <a:pt x="58" y="14"/>
                        <a:pt x="57" y="24"/>
                      </a:cubicBezTo>
                      <a:cubicBezTo>
                        <a:pt x="57" y="24"/>
                        <a:pt x="57" y="25"/>
                        <a:pt x="57" y="26"/>
                      </a:cubicBezTo>
                      <a:cubicBezTo>
                        <a:pt x="57" y="25"/>
                        <a:pt x="56" y="24"/>
                        <a:pt x="56" y="24"/>
                      </a:cubicBezTo>
                      <a:cubicBezTo>
                        <a:pt x="53" y="14"/>
                        <a:pt x="46" y="2"/>
                        <a:pt x="33" y="9"/>
                      </a:cubicBezTo>
                      <a:cubicBezTo>
                        <a:pt x="19" y="16"/>
                        <a:pt x="25" y="29"/>
                        <a:pt x="32" y="37"/>
                      </a:cubicBezTo>
                      <a:cubicBezTo>
                        <a:pt x="32" y="37"/>
                        <a:pt x="33" y="38"/>
                        <a:pt x="33" y="38"/>
                      </a:cubicBezTo>
                      <a:cubicBezTo>
                        <a:pt x="33" y="38"/>
                        <a:pt x="32" y="37"/>
                        <a:pt x="31" y="37"/>
                      </a:cubicBezTo>
                      <a:cubicBezTo>
                        <a:pt x="23" y="32"/>
                        <a:pt x="9" y="29"/>
                        <a:pt x="4" y="43"/>
                      </a:cubicBezTo>
                      <a:cubicBezTo>
                        <a:pt x="0" y="58"/>
                        <a:pt x="13" y="63"/>
                        <a:pt x="23" y="64"/>
                      </a:cubicBezTo>
                      <a:cubicBezTo>
                        <a:pt x="24" y="64"/>
                        <a:pt x="25" y="64"/>
                        <a:pt x="25" y="64"/>
                      </a:cubicBezTo>
                      <a:cubicBezTo>
                        <a:pt x="25" y="64"/>
                        <a:pt x="24" y="64"/>
                        <a:pt x="23" y="64"/>
                      </a:cubicBezTo>
                      <a:cubicBezTo>
                        <a:pt x="14" y="67"/>
                        <a:pt x="1" y="74"/>
                        <a:pt x="8" y="88"/>
                      </a:cubicBezTo>
                      <a:cubicBezTo>
                        <a:pt x="16" y="101"/>
                        <a:pt x="29" y="95"/>
                        <a:pt x="36" y="89"/>
                      </a:cubicBezTo>
                      <a:cubicBezTo>
                        <a:pt x="37" y="88"/>
                        <a:pt x="37" y="88"/>
                        <a:pt x="38" y="87"/>
                      </a:cubicBezTo>
                      <a:cubicBezTo>
                        <a:pt x="37" y="88"/>
                        <a:pt x="37" y="88"/>
                        <a:pt x="37" y="89"/>
                      </a:cubicBezTo>
                      <a:cubicBezTo>
                        <a:pt x="32" y="98"/>
                        <a:pt x="28" y="112"/>
                        <a:pt x="43" y="116"/>
                      </a:cubicBezTo>
                      <a:cubicBezTo>
                        <a:pt x="58" y="121"/>
                        <a:pt x="62" y="107"/>
                        <a:pt x="63" y="97"/>
                      </a:cubicBezTo>
                      <a:cubicBezTo>
                        <a:pt x="63" y="96"/>
                        <a:pt x="63" y="96"/>
                        <a:pt x="63" y="95"/>
                      </a:cubicBezTo>
                      <a:cubicBezTo>
                        <a:pt x="64" y="96"/>
                        <a:pt x="64" y="96"/>
                        <a:pt x="64" y="97"/>
                      </a:cubicBezTo>
                      <a:cubicBezTo>
                        <a:pt x="67" y="107"/>
                        <a:pt x="74" y="119"/>
                        <a:pt x="87" y="112"/>
                      </a:cubicBezTo>
                      <a:cubicBezTo>
                        <a:pt x="101" y="105"/>
                        <a:pt x="95" y="92"/>
                        <a:pt x="88" y="84"/>
                      </a:cubicBezTo>
                      <a:cubicBezTo>
                        <a:pt x="88" y="84"/>
                        <a:pt x="87" y="83"/>
                        <a:pt x="87" y="83"/>
                      </a:cubicBezTo>
                      <a:cubicBezTo>
                        <a:pt x="88" y="83"/>
                        <a:pt x="88" y="83"/>
                        <a:pt x="89" y="84"/>
                      </a:cubicBezTo>
                      <a:cubicBezTo>
                        <a:pt x="98" y="89"/>
                        <a:pt x="111" y="92"/>
                        <a:pt x="116" y="77"/>
                      </a:cubicBezTo>
                      <a:close/>
                    </a:path>
                  </a:pathLst>
                </a:custGeom>
                <a:solidFill>
                  <a:srgbClr val="C12A5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8" name="išḷidé">
                  <a:extLst>
                    <a:ext uri="{FF2B5EF4-FFF2-40B4-BE49-F238E27FC236}">
                      <a16:creationId xmlns:a16="http://schemas.microsoft.com/office/drawing/2014/main" id="{9A15D41D-9F01-B703-5BBE-CC25DED70A66}"/>
                    </a:ext>
                  </a:extLst>
                </p:cNvPr>
                <p:cNvSpPr/>
                <p:nvPr/>
              </p:nvSpPr>
              <p:spPr bwMode="auto">
                <a:xfrm>
                  <a:off x="7232650" y="6895042"/>
                  <a:ext cx="269875" cy="269875"/>
                </a:xfrm>
                <a:custGeom>
                  <a:avLst/>
                  <a:gdLst>
                    <a:gd name="T0" fmla="*/ 46 w 50"/>
                    <a:gd name="T1" fmla="*/ 32 h 50"/>
                    <a:gd name="T2" fmla="*/ 19 w 50"/>
                    <a:gd name="T3" fmla="*/ 47 h 50"/>
                    <a:gd name="T4" fmla="*/ 4 w 50"/>
                    <a:gd name="T5" fmla="*/ 19 h 50"/>
                    <a:gd name="T6" fmla="*/ 32 w 50"/>
                    <a:gd name="T7" fmla="*/ 4 h 50"/>
                    <a:gd name="T8" fmla="*/ 46 w 50"/>
                    <a:gd name="T9" fmla="*/ 3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0">
                      <a:moveTo>
                        <a:pt x="46" y="32"/>
                      </a:moveTo>
                      <a:cubicBezTo>
                        <a:pt x="43" y="44"/>
                        <a:pt x="30" y="50"/>
                        <a:pt x="19" y="47"/>
                      </a:cubicBezTo>
                      <a:cubicBezTo>
                        <a:pt x="7" y="43"/>
                        <a:pt x="0" y="31"/>
                        <a:pt x="4" y="19"/>
                      </a:cubicBezTo>
                      <a:cubicBezTo>
                        <a:pt x="7" y="7"/>
                        <a:pt x="20" y="0"/>
                        <a:pt x="32" y="4"/>
                      </a:cubicBezTo>
                      <a:cubicBezTo>
                        <a:pt x="43" y="8"/>
                        <a:pt x="50" y="20"/>
                        <a:pt x="46" y="32"/>
                      </a:cubicBezTo>
                      <a:close/>
                    </a:path>
                  </a:pathLst>
                </a:custGeom>
                <a:solidFill>
                  <a:srgbClr val="F8B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59" name="组合 1158">
                <a:extLst>
                  <a:ext uri="{FF2B5EF4-FFF2-40B4-BE49-F238E27FC236}">
                    <a16:creationId xmlns:a16="http://schemas.microsoft.com/office/drawing/2014/main" id="{D8722D26-B69A-BD00-60AA-780EE8ED78D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37954" y="4186817"/>
                <a:ext cx="200398" cy="361650"/>
                <a:chOff x="6924675" y="6591829"/>
                <a:chExt cx="885825" cy="1598613"/>
              </a:xfrm>
            </p:grpSpPr>
            <p:sp>
              <p:nvSpPr>
                <p:cNvPr id="1160" name="íṧľiḋe">
                  <a:extLst>
                    <a:ext uri="{FF2B5EF4-FFF2-40B4-BE49-F238E27FC236}">
                      <a16:creationId xmlns:a16="http://schemas.microsoft.com/office/drawing/2014/main" id="{09DC6727-A1F1-90C6-A2DE-8479EA81DAEB}"/>
                    </a:ext>
                  </a:extLst>
                </p:cNvPr>
                <p:cNvSpPr/>
                <p:nvPr/>
              </p:nvSpPr>
              <p:spPr bwMode="auto">
                <a:xfrm>
                  <a:off x="7383463" y="7466542"/>
                  <a:ext cx="366713" cy="422275"/>
                </a:xfrm>
                <a:custGeom>
                  <a:avLst/>
                  <a:gdLst>
                    <a:gd name="T0" fmla="*/ 0 w 68"/>
                    <a:gd name="T1" fmla="*/ 78 h 78"/>
                    <a:gd name="T2" fmla="*/ 68 w 68"/>
                    <a:gd name="T3" fmla="*/ 0 h 78"/>
                    <a:gd name="T4" fmla="*/ 0 w 68"/>
                    <a:gd name="T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8" h="78">
                      <a:moveTo>
                        <a:pt x="0" y="78"/>
                      </a:moveTo>
                      <a:cubicBezTo>
                        <a:pt x="0" y="78"/>
                        <a:pt x="1" y="9"/>
                        <a:pt x="68" y="0"/>
                      </a:cubicBezTo>
                      <a:cubicBezTo>
                        <a:pt x="68" y="0"/>
                        <a:pt x="57" y="67"/>
                        <a:pt x="0" y="78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1" name="îsḻiḓê">
                  <a:extLst>
                    <a:ext uri="{FF2B5EF4-FFF2-40B4-BE49-F238E27FC236}">
                      <a16:creationId xmlns:a16="http://schemas.microsoft.com/office/drawing/2014/main" id="{A00AE7F7-912B-C332-174F-557E4CDAC909}"/>
                    </a:ext>
                  </a:extLst>
                </p:cNvPr>
                <p:cNvSpPr/>
                <p:nvPr/>
              </p:nvSpPr>
              <p:spPr bwMode="auto">
                <a:xfrm>
                  <a:off x="7027863" y="7601479"/>
                  <a:ext cx="339725" cy="379413"/>
                </a:xfrm>
                <a:custGeom>
                  <a:avLst/>
                  <a:gdLst>
                    <a:gd name="T0" fmla="*/ 63 w 63"/>
                    <a:gd name="T1" fmla="*/ 70 h 70"/>
                    <a:gd name="T2" fmla="*/ 0 w 63"/>
                    <a:gd name="T3" fmla="*/ 0 h 70"/>
                    <a:gd name="T4" fmla="*/ 63 w 63"/>
                    <a:gd name="T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3" h="70">
                      <a:moveTo>
                        <a:pt x="63" y="70"/>
                      </a:moveTo>
                      <a:cubicBezTo>
                        <a:pt x="63" y="70"/>
                        <a:pt x="62" y="6"/>
                        <a:pt x="0" y="0"/>
                      </a:cubicBezTo>
                      <a:cubicBezTo>
                        <a:pt x="0" y="0"/>
                        <a:pt x="6" y="64"/>
                        <a:pt x="63" y="70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2" name="ïṣḻíḑê">
                  <a:extLst>
                    <a:ext uri="{FF2B5EF4-FFF2-40B4-BE49-F238E27FC236}">
                      <a16:creationId xmlns:a16="http://schemas.microsoft.com/office/drawing/2014/main" id="{CD1E7E6B-968B-E81D-3BAC-D83CF3E70EFC}"/>
                    </a:ext>
                  </a:extLst>
                </p:cNvPr>
                <p:cNvSpPr/>
                <p:nvPr/>
              </p:nvSpPr>
              <p:spPr bwMode="auto">
                <a:xfrm>
                  <a:off x="7329488" y="7056967"/>
                  <a:ext cx="130175" cy="1133475"/>
                </a:xfrm>
                <a:custGeom>
                  <a:avLst/>
                  <a:gdLst>
                    <a:gd name="T0" fmla="*/ 7 w 24"/>
                    <a:gd name="T1" fmla="*/ 0 h 210"/>
                    <a:gd name="T2" fmla="*/ 0 w 24"/>
                    <a:gd name="T3" fmla="*/ 21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4" h="210">
                      <a:moveTo>
                        <a:pt x="7" y="0"/>
                      </a:moveTo>
                      <a:cubicBezTo>
                        <a:pt x="7" y="0"/>
                        <a:pt x="24" y="106"/>
                        <a:pt x="0" y="210"/>
                      </a:cubicBezTo>
                    </a:path>
                  </a:pathLst>
                </a:custGeom>
                <a:noFill/>
                <a:ln w="22225" cap="flat">
                  <a:solidFill>
                    <a:srgbClr val="61678B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3" name="íšḷiḓé">
                  <a:extLst>
                    <a:ext uri="{FF2B5EF4-FFF2-40B4-BE49-F238E27FC236}">
                      <a16:creationId xmlns:a16="http://schemas.microsoft.com/office/drawing/2014/main" id="{26538DE3-6261-69BD-DEFA-DAD46C72070F}"/>
                    </a:ext>
                  </a:extLst>
                </p:cNvPr>
                <p:cNvSpPr/>
                <p:nvPr/>
              </p:nvSpPr>
              <p:spPr bwMode="auto">
                <a:xfrm>
                  <a:off x="6924675" y="6591829"/>
                  <a:ext cx="885825" cy="881063"/>
                </a:xfrm>
                <a:custGeom>
                  <a:avLst/>
                  <a:gdLst>
                    <a:gd name="T0" fmla="*/ 158 w 164"/>
                    <a:gd name="T1" fmla="*/ 104 h 163"/>
                    <a:gd name="T2" fmla="*/ 132 w 164"/>
                    <a:gd name="T3" fmla="*/ 77 h 163"/>
                    <a:gd name="T4" fmla="*/ 129 w 164"/>
                    <a:gd name="T5" fmla="*/ 77 h 163"/>
                    <a:gd name="T6" fmla="*/ 132 w 164"/>
                    <a:gd name="T7" fmla="*/ 76 h 163"/>
                    <a:gd name="T8" fmla="*/ 152 w 164"/>
                    <a:gd name="T9" fmla="*/ 44 h 163"/>
                    <a:gd name="T10" fmla="*/ 114 w 164"/>
                    <a:gd name="T11" fmla="*/ 43 h 163"/>
                    <a:gd name="T12" fmla="*/ 112 w 164"/>
                    <a:gd name="T13" fmla="*/ 45 h 163"/>
                    <a:gd name="T14" fmla="*/ 113 w 164"/>
                    <a:gd name="T15" fmla="*/ 43 h 163"/>
                    <a:gd name="T16" fmla="*/ 105 w 164"/>
                    <a:gd name="T17" fmla="*/ 6 h 163"/>
                    <a:gd name="T18" fmla="*/ 78 w 164"/>
                    <a:gd name="T19" fmla="*/ 32 h 163"/>
                    <a:gd name="T20" fmla="*/ 78 w 164"/>
                    <a:gd name="T21" fmla="*/ 34 h 163"/>
                    <a:gd name="T22" fmla="*/ 77 w 164"/>
                    <a:gd name="T23" fmla="*/ 32 h 163"/>
                    <a:gd name="T24" fmla="*/ 45 w 164"/>
                    <a:gd name="T25" fmla="*/ 12 h 163"/>
                    <a:gd name="T26" fmla="*/ 44 w 164"/>
                    <a:gd name="T27" fmla="*/ 49 h 163"/>
                    <a:gd name="T28" fmla="*/ 46 w 164"/>
                    <a:gd name="T29" fmla="*/ 51 h 163"/>
                    <a:gd name="T30" fmla="*/ 43 w 164"/>
                    <a:gd name="T31" fmla="*/ 50 h 163"/>
                    <a:gd name="T32" fmla="*/ 6 w 164"/>
                    <a:gd name="T33" fmla="*/ 58 h 163"/>
                    <a:gd name="T34" fmla="*/ 32 w 164"/>
                    <a:gd name="T35" fmla="*/ 86 h 163"/>
                    <a:gd name="T36" fmla="*/ 35 w 164"/>
                    <a:gd name="T37" fmla="*/ 86 h 163"/>
                    <a:gd name="T38" fmla="*/ 33 w 164"/>
                    <a:gd name="T39" fmla="*/ 87 h 163"/>
                    <a:gd name="T40" fmla="*/ 12 w 164"/>
                    <a:gd name="T41" fmla="*/ 118 h 163"/>
                    <a:gd name="T42" fmla="*/ 50 w 164"/>
                    <a:gd name="T43" fmla="*/ 120 h 163"/>
                    <a:gd name="T44" fmla="*/ 52 w 164"/>
                    <a:gd name="T45" fmla="*/ 118 h 163"/>
                    <a:gd name="T46" fmla="*/ 51 w 164"/>
                    <a:gd name="T47" fmla="*/ 120 h 163"/>
                    <a:gd name="T48" fmla="*/ 59 w 164"/>
                    <a:gd name="T49" fmla="*/ 157 h 163"/>
                    <a:gd name="T50" fmla="*/ 86 w 164"/>
                    <a:gd name="T51" fmla="*/ 131 h 163"/>
                    <a:gd name="T52" fmla="*/ 87 w 164"/>
                    <a:gd name="T53" fmla="*/ 128 h 163"/>
                    <a:gd name="T54" fmla="*/ 87 w 164"/>
                    <a:gd name="T55" fmla="*/ 131 h 163"/>
                    <a:gd name="T56" fmla="*/ 119 w 164"/>
                    <a:gd name="T57" fmla="*/ 151 h 163"/>
                    <a:gd name="T58" fmla="*/ 120 w 164"/>
                    <a:gd name="T59" fmla="*/ 113 h 163"/>
                    <a:gd name="T60" fmla="*/ 119 w 164"/>
                    <a:gd name="T61" fmla="*/ 111 h 163"/>
                    <a:gd name="T62" fmla="*/ 121 w 164"/>
                    <a:gd name="T63" fmla="*/ 113 h 163"/>
                    <a:gd name="T64" fmla="*/ 158 w 164"/>
                    <a:gd name="T65" fmla="*/ 104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64" h="163">
                      <a:moveTo>
                        <a:pt x="158" y="104"/>
                      </a:moveTo>
                      <a:cubicBezTo>
                        <a:pt x="164" y="85"/>
                        <a:pt x="145" y="78"/>
                        <a:pt x="132" y="77"/>
                      </a:cubicBezTo>
                      <a:cubicBezTo>
                        <a:pt x="131" y="77"/>
                        <a:pt x="130" y="77"/>
                        <a:pt x="129" y="77"/>
                      </a:cubicBezTo>
                      <a:cubicBezTo>
                        <a:pt x="130" y="77"/>
                        <a:pt x="131" y="76"/>
                        <a:pt x="132" y="76"/>
                      </a:cubicBezTo>
                      <a:cubicBezTo>
                        <a:pt x="145" y="72"/>
                        <a:pt x="162" y="63"/>
                        <a:pt x="152" y="44"/>
                      </a:cubicBezTo>
                      <a:cubicBezTo>
                        <a:pt x="142" y="26"/>
                        <a:pt x="125" y="34"/>
                        <a:pt x="114" y="43"/>
                      </a:cubicBezTo>
                      <a:cubicBezTo>
                        <a:pt x="113" y="44"/>
                        <a:pt x="113" y="44"/>
                        <a:pt x="112" y="45"/>
                      </a:cubicBezTo>
                      <a:cubicBezTo>
                        <a:pt x="113" y="44"/>
                        <a:pt x="113" y="43"/>
                        <a:pt x="113" y="43"/>
                      </a:cubicBezTo>
                      <a:cubicBezTo>
                        <a:pt x="120" y="31"/>
                        <a:pt x="125" y="12"/>
                        <a:pt x="105" y="6"/>
                      </a:cubicBezTo>
                      <a:cubicBezTo>
                        <a:pt x="85" y="0"/>
                        <a:pt x="79" y="18"/>
                        <a:pt x="78" y="32"/>
                      </a:cubicBezTo>
                      <a:cubicBezTo>
                        <a:pt x="78" y="33"/>
                        <a:pt x="78" y="33"/>
                        <a:pt x="78" y="34"/>
                      </a:cubicBezTo>
                      <a:cubicBezTo>
                        <a:pt x="77" y="33"/>
                        <a:pt x="77" y="33"/>
                        <a:pt x="77" y="32"/>
                      </a:cubicBezTo>
                      <a:cubicBezTo>
                        <a:pt x="73" y="19"/>
                        <a:pt x="63" y="2"/>
                        <a:pt x="45" y="12"/>
                      </a:cubicBezTo>
                      <a:cubicBezTo>
                        <a:pt x="27" y="21"/>
                        <a:pt x="35" y="39"/>
                        <a:pt x="44" y="49"/>
                      </a:cubicBezTo>
                      <a:cubicBezTo>
                        <a:pt x="44" y="50"/>
                        <a:pt x="45" y="51"/>
                        <a:pt x="46" y="51"/>
                      </a:cubicBezTo>
                      <a:cubicBezTo>
                        <a:pt x="45" y="51"/>
                        <a:pt x="44" y="50"/>
                        <a:pt x="43" y="50"/>
                      </a:cubicBezTo>
                      <a:cubicBezTo>
                        <a:pt x="31" y="43"/>
                        <a:pt x="13" y="38"/>
                        <a:pt x="6" y="58"/>
                      </a:cubicBezTo>
                      <a:cubicBezTo>
                        <a:pt x="0" y="78"/>
                        <a:pt x="19" y="85"/>
                        <a:pt x="32" y="86"/>
                      </a:cubicBezTo>
                      <a:cubicBezTo>
                        <a:pt x="33" y="86"/>
                        <a:pt x="34" y="86"/>
                        <a:pt x="35" y="86"/>
                      </a:cubicBezTo>
                      <a:cubicBezTo>
                        <a:pt x="34" y="86"/>
                        <a:pt x="33" y="86"/>
                        <a:pt x="33" y="87"/>
                      </a:cubicBezTo>
                      <a:cubicBezTo>
                        <a:pt x="19" y="90"/>
                        <a:pt x="2" y="100"/>
                        <a:pt x="12" y="118"/>
                      </a:cubicBezTo>
                      <a:cubicBezTo>
                        <a:pt x="22" y="137"/>
                        <a:pt x="39" y="128"/>
                        <a:pt x="50" y="120"/>
                      </a:cubicBezTo>
                      <a:cubicBezTo>
                        <a:pt x="51" y="119"/>
                        <a:pt x="51" y="118"/>
                        <a:pt x="52" y="118"/>
                      </a:cubicBezTo>
                      <a:cubicBezTo>
                        <a:pt x="51" y="119"/>
                        <a:pt x="51" y="119"/>
                        <a:pt x="51" y="120"/>
                      </a:cubicBezTo>
                      <a:cubicBezTo>
                        <a:pt x="44" y="132"/>
                        <a:pt x="39" y="151"/>
                        <a:pt x="59" y="157"/>
                      </a:cubicBezTo>
                      <a:cubicBezTo>
                        <a:pt x="79" y="163"/>
                        <a:pt x="85" y="145"/>
                        <a:pt x="86" y="131"/>
                      </a:cubicBezTo>
                      <a:cubicBezTo>
                        <a:pt x="86" y="130"/>
                        <a:pt x="87" y="129"/>
                        <a:pt x="87" y="128"/>
                      </a:cubicBezTo>
                      <a:cubicBezTo>
                        <a:pt x="87" y="129"/>
                        <a:pt x="87" y="130"/>
                        <a:pt x="87" y="131"/>
                      </a:cubicBezTo>
                      <a:cubicBezTo>
                        <a:pt x="91" y="144"/>
                        <a:pt x="101" y="161"/>
                        <a:pt x="119" y="151"/>
                      </a:cubicBezTo>
                      <a:cubicBezTo>
                        <a:pt x="138" y="141"/>
                        <a:pt x="129" y="124"/>
                        <a:pt x="120" y="113"/>
                      </a:cubicBezTo>
                      <a:cubicBezTo>
                        <a:pt x="120" y="113"/>
                        <a:pt x="119" y="112"/>
                        <a:pt x="119" y="111"/>
                      </a:cubicBezTo>
                      <a:cubicBezTo>
                        <a:pt x="119" y="112"/>
                        <a:pt x="120" y="112"/>
                        <a:pt x="121" y="113"/>
                      </a:cubicBezTo>
                      <a:cubicBezTo>
                        <a:pt x="133" y="119"/>
                        <a:pt x="151" y="124"/>
                        <a:pt x="158" y="104"/>
                      </a:cubicBezTo>
                      <a:close/>
                    </a:path>
                  </a:pathLst>
                </a:custGeom>
                <a:solidFill>
                  <a:srgbClr val="EC36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4" name="iSḻïḍé">
                  <a:extLst>
                    <a:ext uri="{FF2B5EF4-FFF2-40B4-BE49-F238E27FC236}">
                      <a16:creationId xmlns:a16="http://schemas.microsoft.com/office/drawing/2014/main" id="{CC12C061-72FE-E5C7-BDEA-3A0C6575CBBB}"/>
                    </a:ext>
                  </a:extLst>
                </p:cNvPr>
                <p:cNvSpPr/>
                <p:nvPr/>
              </p:nvSpPr>
              <p:spPr bwMode="auto">
                <a:xfrm>
                  <a:off x="7043738" y="6706129"/>
                  <a:ext cx="647700" cy="652463"/>
                </a:xfrm>
                <a:custGeom>
                  <a:avLst/>
                  <a:gdLst>
                    <a:gd name="T0" fmla="*/ 116 w 120"/>
                    <a:gd name="T1" fmla="*/ 77 h 121"/>
                    <a:gd name="T2" fmla="*/ 97 w 120"/>
                    <a:gd name="T3" fmla="*/ 57 h 121"/>
                    <a:gd name="T4" fmla="*/ 95 w 120"/>
                    <a:gd name="T5" fmla="*/ 57 h 121"/>
                    <a:gd name="T6" fmla="*/ 97 w 120"/>
                    <a:gd name="T7" fmla="*/ 57 h 121"/>
                    <a:gd name="T8" fmla="*/ 112 w 120"/>
                    <a:gd name="T9" fmla="*/ 33 h 121"/>
                    <a:gd name="T10" fmla="*/ 84 w 120"/>
                    <a:gd name="T11" fmla="*/ 32 h 121"/>
                    <a:gd name="T12" fmla="*/ 82 w 120"/>
                    <a:gd name="T13" fmla="*/ 33 h 121"/>
                    <a:gd name="T14" fmla="*/ 83 w 120"/>
                    <a:gd name="T15" fmla="*/ 32 h 121"/>
                    <a:gd name="T16" fmla="*/ 77 w 120"/>
                    <a:gd name="T17" fmla="*/ 5 h 121"/>
                    <a:gd name="T18" fmla="*/ 57 w 120"/>
                    <a:gd name="T19" fmla="*/ 24 h 121"/>
                    <a:gd name="T20" fmla="*/ 57 w 120"/>
                    <a:gd name="T21" fmla="*/ 26 h 121"/>
                    <a:gd name="T22" fmla="*/ 56 w 120"/>
                    <a:gd name="T23" fmla="*/ 24 h 121"/>
                    <a:gd name="T24" fmla="*/ 33 w 120"/>
                    <a:gd name="T25" fmla="*/ 9 h 121"/>
                    <a:gd name="T26" fmla="*/ 32 w 120"/>
                    <a:gd name="T27" fmla="*/ 37 h 121"/>
                    <a:gd name="T28" fmla="*/ 33 w 120"/>
                    <a:gd name="T29" fmla="*/ 38 h 121"/>
                    <a:gd name="T30" fmla="*/ 31 w 120"/>
                    <a:gd name="T31" fmla="*/ 37 h 121"/>
                    <a:gd name="T32" fmla="*/ 4 w 120"/>
                    <a:gd name="T33" fmla="*/ 43 h 121"/>
                    <a:gd name="T34" fmla="*/ 23 w 120"/>
                    <a:gd name="T35" fmla="*/ 64 h 121"/>
                    <a:gd name="T36" fmla="*/ 25 w 120"/>
                    <a:gd name="T37" fmla="*/ 64 h 121"/>
                    <a:gd name="T38" fmla="*/ 23 w 120"/>
                    <a:gd name="T39" fmla="*/ 64 h 121"/>
                    <a:gd name="T40" fmla="*/ 8 w 120"/>
                    <a:gd name="T41" fmla="*/ 88 h 121"/>
                    <a:gd name="T42" fmla="*/ 36 w 120"/>
                    <a:gd name="T43" fmla="*/ 89 h 121"/>
                    <a:gd name="T44" fmla="*/ 38 w 120"/>
                    <a:gd name="T45" fmla="*/ 87 h 121"/>
                    <a:gd name="T46" fmla="*/ 37 w 120"/>
                    <a:gd name="T47" fmla="*/ 89 h 121"/>
                    <a:gd name="T48" fmla="*/ 43 w 120"/>
                    <a:gd name="T49" fmla="*/ 116 h 121"/>
                    <a:gd name="T50" fmla="*/ 63 w 120"/>
                    <a:gd name="T51" fmla="*/ 97 h 121"/>
                    <a:gd name="T52" fmla="*/ 63 w 120"/>
                    <a:gd name="T53" fmla="*/ 95 h 121"/>
                    <a:gd name="T54" fmla="*/ 64 w 120"/>
                    <a:gd name="T55" fmla="*/ 97 h 121"/>
                    <a:gd name="T56" fmla="*/ 87 w 120"/>
                    <a:gd name="T57" fmla="*/ 112 h 121"/>
                    <a:gd name="T58" fmla="*/ 88 w 120"/>
                    <a:gd name="T59" fmla="*/ 84 h 121"/>
                    <a:gd name="T60" fmla="*/ 87 w 120"/>
                    <a:gd name="T61" fmla="*/ 83 h 121"/>
                    <a:gd name="T62" fmla="*/ 89 w 120"/>
                    <a:gd name="T63" fmla="*/ 84 h 121"/>
                    <a:gd name="T64" fmla="*/ 116 w 120"/>
                    <a:gd name="T65" fmla="*/ 7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20" h="121">
                      <a:moveTo>
                        <a:pt x="116" y="77"/>
                      </a:moveTo>
                      <a:cubicBezTo>
                        <a:pt x="120" y="63"/>
                        <a:pt x="107" y="58"/>
                        <a:pt x="97" y="57"/>
                      </a:cubicBezTo>
                      <a:cubicBezTo>
                        <a:pt x="96" y="57"/>
                        <a:pt x="95" y="57"/>
                        <a:pt x="95" y="57"/>
                      </a:cubicBezTo>
                      <a:cubicBezTo>
                        <a:pt x="95" y="57"/>
                        <a:pt x="96" y="57"/>
                        <a:pt x="97" y="57"/>
                      </a:cubicBezTo>
                      <a:cubicBezTo>
                        <a:pt x="106" y="54"/>
                        <a:pt x="119" y="47"/>
                        <a:pt x="112" y="33"/>
                      </a:cubicBezTo>
                      <a:cubicBezTo>
                        <a:pt x="104" y="19"/>
                        <a:pt x="91" y="26"/>
                        <a:pt x="84" y="32"/>
                      </a:cubicBezTo>
                      <a:cubicBezTo>
                        <a:pt x="83" y="33"/>
                        <a:pt x="83" y="33"/>
                        <a:pt x="82" y="33"/>
                      </a:cubicBezTo>
                      <a:cubicBezTo>
                        <a:pt x="83" y="33"/>
                        <a:pt x="83" y="32"/>
                        <a:pt x="83" y="32"/>
                      </a:cubicBezTo>
                      <a:cubicBezTo>
                        <a:pt x="88" y="23"/>
                        <a:pt x="92" y="9"/>
                        <a:pt x="77" y="5"/>
                      </a:cubicBezTo>
                      <a:cubicBezTo>
                        <a:pt x="62" y="0"/>
                        <a:pt x="58" y="14"/>
                        <a:pt x="57" y="24"/>
                      </a:cubicBezTo>
                      <a:cubicBezTo>
                        <a:pt x="57" y="24"/>
                        <a:pt x="57" y="25"/>
                        <a:pt x="57" y="26"/>
                      </a:cubicBezTo>
                      <a:cubicBezTo>
                        <a:pt x="57" y="25"/>
                        <a:pt x="56" y="24"/>
                        <a:pt x="56" y="24"/>
                      </a:cubicBezTo>
                      <a:cubicBezTo>
                        <a:pt x="53" y="14"/>
                        <a:pt x="46" y="2"/>
                        <a:pt x="33" y="9"/>
                      </a:cubicBezTo>
                      <a:cubicBezTo>
                        <a:pt x="19" y="16"/>
                        <a:pt x="25" y="29"/>
                        <a:pt x="32" y="37"/>
                      </a:cubicBezTo>
                      <a:cubicBezTo>
                        <a:pt x="32" y="37"/>
                        <a:pt x="33" y="38"/>
                        <a:pt x="33" y="38"/>
                      </a:cubicBezTo>
                      <a:cubicBezTo>
                        <a:pt x="33" y="38"/>
                        <a:pt x="32" y="37"/>
                        <a:pt x="31" y="37"/>
                      </a:cubicBezTo>
                      <a:cubicBezTo>
                        <a:pt x="23" y="32"/>
                        <a:pt x="9" y="29"/>
                        <a:pt x="4" y="43"/>
                      </a:cubicBezTo>
                      <a:cubicBezTo>
                        <a:pt x="0" y="58"/>
                        <a:pt x="13" y="63"/>
                        <a:pt x="23" y="64"/>
                      </a:cubicBezTo>
                      <a:cubicBezTo>
                        <a:pt x="24" y="64"/>
                        <a:pt x="25" y="64"/>
                        <a:pt x="25" y="64"/>
                      </a:cubicBezTo>
                      <a:cubicBezTo>
                        <a:pt x="25" y="64"/>
                        <a:pt x="24" y="64"/>
                        <a:pt x="23" y="64"/>
                      </a:cubicBezTo>
                      <a:cubicBezTo>
                        <a:pt x="14" y="67"/>
                        <a:pt x="1" y="74"/>
                        <a:pt x="8" y="88"/>
                      </a:cubicBezTo>
                      <a:cubicBezTo>
                        <a:pt x="16" y="101"/>
                        <a:pt x="29" y="95"/>
                        <a:pt x="36" y="89"/>
                      </a:cubicBezTo>
                      <a:cubicBezTo>
                        <a:pt x="37" y="88"/>
                        <a:pt x="37" y="88"/>
                        <a:pt x="38" y="87"/>
                      </a:cubicBezTo>
                      <a:cubicBezTo>
                        <a:pt x="37" y="88"/>
                        <a:pt x="37" y="88"/>
                        <a:pt x="37" y="89"/>
                      </a:cubicBezTo>
                      <a:cubicBezTo>
                        <a:pt x="32" y="98"/>
                        <a:pt x="28" y="112"/>
                        <a:pt x="43" y="116"/>
                      </a:cubicBezTo>
                      <a:cubicBezTo>
                        <a:pt x="58" y="121"/>
                        <a:pt x="62" y="107"/>
                        <a:pt x="63" y="97"/>
                      </a:cubicBezTo>
                      <a:cubicBezTo>
                        <a:pt x="63" y="96"/>
                        <a:pt x="63" y="96"/>
                        <a:pt x="63" y="95"/>
                      </a:cubicBezTo>
                      <a:cubicBezTo>
                        <a:pt x="64" y="96"/>
                        <a:pt x="64" y="96"/>
                        <a:pt x="64" y="97"/>
                      </a:cubicBezTo>
                      <a:cubicBezTo>
                        <a:pt x="67" y="107"/>
                        <a:pt x="74" y="119"/>
                        <a:pt x="87" y="112"/>
                      </a:cubicBezTo>
                      <a:cubicBezTo>
                        <a:pt x="101" y="105"/>
                        <a:pt x="95" y="92"/>
                        <a:pt x="88" y="84"/>
                      </a:cubicBezTo>
                      <a:cubicBezTo>
                        <a:pt x="88" y="84"/>
                        <a:pt x="87" y="83"/>
                        <a:pt x="87" y="83"/>
                      </a:cubicBezTo>
                      <a:cubicBezTo>
                        <a:pt x="88" y="83"/>
                        <a:pt x="88" y="83"/>
                        <a:pt x="89" y="84"/>
                      </a:cubicBezTo>
                      <a:cubicBezTo>
                        <a:pt x="98" y="89"/>
                        <a:pt x="111" y="92"/>
                        <a:pt x="116" y="77"/>
                      </a:cubicBezTo>
                      <a:close/>
                    </a:path>
                  </a:pathLst>
                </a:custGeom>
                <a:solidFill>
                  <a:srgbClr val="C12A5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5" name="išḷidé">
                  <a:extLst>
                    <a:ext uri="{FF2B5EF4-FFF2-40B4-BE49-F238E27FC236}">
                      <a16:creationId xmlns:a16="http://schemas.microsoft.com/office/drawing/2014/main" id="{E5508071-906C-8E8F-BC1B-740A0773EC72}"/>
                    </a:ext>
                  </a:extLst>
                </p:cNvPr>
                <p:cNvSpPr/>
                <p:nvPr/>
              </p:nvSpPr>
              <p:spPr bwMode="auto">
                <a:xfrm>
                  <a:off x="7232650" y="6895042"/>
                  <a:ext cx="269875" cy="269875"/>
                </a:xfrm>
                <a:custGeom>
                  <a:avLst/>
                  <a:gdLst>
                    <a:gd name="T0" fmla="*/ 46 w 50"/>
                    <a:gd name="T1" fmla="*/ 32 h 50"/>
                    <a:gd name="T2" fmla="*/ 19 w 50"/>
                    <a:gd name="T3" fmla="*/ 47 h 50"/>
                    <a:gd name="T4" fmla="*/ 4 w 50"/>
                    <a:gd name="T5" fmla="*/ 19 h 50"/>
                    <a:gd name="T6" fmla="*/ 32 w 50"/>
                    <a:gd name="T7" fmla="*/ 4 h 50"/>
                    <a:gd name="T8" fmla="*/ 46 w 50"/>
                    <a:gd name="T9" fmla="*/ 3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0">
                      <a:moveTo>
                        <a:pt x="46" y="32"/>
                      </a:moveTo>
                      <a:cubicBezTo>
                        <a:pt x="43" y="44"/>
                        <a:pt x="30" y="50"/>
                        <a:pt x="19" y="47"/>
                      </a:cubicBezTo>
                      <a:cubicBezTo>
                        <a:pt x="7" y="43"/>
                        <a:pt x="0" y="31"/>
                        <a:pt x="4" y="19"/>
                      </a:cubicBezTo>
                      <a:cubicBezTo>
                        <a:pt x="7" y="7"/>
                        <a:pt x="20" y="0"/>
                        <a:pt x="32" y="4"/>
                      </a:cubicBezTo>
                      <a:cubicBezTo>
                        <a:pt x="43" y="8"/>
                        <a:pt x="50" y="20"/>
                        <a:pt x="46" y="32"/>
                      </a:cubicBezTo>
                      <a:close/>
                    </a:path>
                  </a:pathLst>
                </a:custGeom>
                <a:solidFill>
                  <a:srgbClr val="F8B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73" name="组合 1172">
                <a:extLst>
                  <a:ext uri="{FF2B5EF4-FFF2-40B4-BE49-F238E27FC236}">
                    <a16:creationId xmlns:a16="http://schemas.microsoft.com/office/drawing/2014/main" id="{5A9C9B0A-8AE9-1384-950A-89D6EA6CBBC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32918" y="3264148"/>
                <a:ext cx="233791" cy="421914"/>
                <a:chOff x="6924675" y="6591829"/>
                <a:chExt cx="885825" cy="1598613"/>
              </a:xfrm>
            </p:grpSpPr>
            <p:sp>
              <p:nvSpPr>
                <p:cNvPr id="1174" name="íṧľiḋe">
                  <a:extLst>
                    <a:ext uri="{FF2B5EF4-FFF2-40B4-BE49-F238E27FC236}">
                      <a16:creationId xmlns:a16="http://schemas.microsoft.com/office/drawing/2014/main" id="{11938B0E-E730-DD3E-C0D4-A446E3B8EF84}"/>
                    </a:ext>
                  </a:extLst>
                </p:cNvPr>
                <p:cNvSpPr/>
                <p:nvPr/>
              </p:nvSpPr>
              <p:spPr bwMode="auto">
                <a:xfrm>
                  <a:off x="7383463" y="7466542"/>
                  <a:ext cx="366713" cy="422275"/>
                </a:xfrm>
                <a:custGeom>
                  <a:avLst/>
                  <a:gdLst>
                    <a:gd name="T0" fmla="*/ 0 w 68"/>
                    <a:gd name="T1" fmla="*/ 78 h 78"/>
                    <a:gd name="T2" fmla="*/ 68 w 68"/>
                    <a:gd name="T3" fmla="*/ 0 h 78"/>
                    <a:gd name="T4" fmla="*/ 0 w 68"/>
                    <a:gd name="T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8" h="78">
                      <a:moveTo>
                        <a:pt x="0" y="78"/>
                      </a:moveTo>
                      <a:cubicBezTo>
                        <a:pt x="0" y="78"/>
                        <a:pt x="1" y="9"/>
                        <a:pt x="68" y="0"/>
                      </a:cubicBezTo>
                      <a:cubicBezTo>
                        <a:pt x="68" y="0"/>
                        <a:pt x="57" y="67"/>
                        <a:pt x="0" y="78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5" name="îsḻiḓê">
                  <a:extLst>
                    <a:ext uri="{FF2B5EF4-FFF2-40B4-BE49-F238E27FC236}">
                      <a16:creationId xmlns:a16="http://schemas.microsoft.com/office/drawing/2014/main" id="{C72633E0-A46E-4324-F5CF-E922489DFDE6}"/>
                    </a:ext>
                  </a:extLst>
                </p:cNvPr>
                <p:cNvSpPr/>
                <p:nvPr/>
              </p:nvSpPr>
              <p:spPr bwMode="auto">
                <a:xfrm>
                  <a:off x="7027863" y="7601479"/>
                  <a:ext cx="339725" cy="379413"/>
                </a:xfrm>
                <a:custGeom>
                  <a:avLst/>
                  <a:gdLst>
                    <a:gd name="T0" fmla="*/ 63 w 63"/>
                    <a:gd name="T1" fmla="*/ 70 h 70"/>
                    <a:gd name="T2" fmla="*/ 0 w 63"/>
                    <a:gd name="T3" fmla="*/ 0 h 70"/>
                    <a:gd name="T4" fmla="*/ 63 w 63"/>
                    <a:gd name="T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3" h="70">
                      <a:moveTo>
                        <a:pt x="63" y="70"/>
                      </a:moveTo>
                      <a:cubicBezTo>
                        <a:pt x="63" y="70"/>
                        <a:pt x="62" y="6"/>
                        <a:pt x="0" y="0"/>
                      </a:cubicBezTo>
                      <a:cubicBezTo>
                        <a:pt x="0" y="0"/>
                        <a:pt x="6" y="64"/>
                        <a:pt x="63" y="70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6" name="ïṣḻíḑê">
                  <a:extLst>
                    <a:ext uri="{FF2B5EF4-FFF2-40B4-BE49-F238E27FC236}">
                      <a16:creationId xmlns:a16="http://schemas.microsoft.com/office/drawing/2014/main" id="{52068E8F-4C39-9C71-6896-84CCED34E82C}"/>
                    </a:ext>
                  </a:extLst>
                </p:cNvPr>
                <p:cNvSpPr/>
                <p:nvPr/>
              </p:nvSpPr>
              <p:spPr bwMode="auto">
                <a:xfrm>
                  <a:off x="7329488" y="7056967"/>
                  <a:ext cx="130175" cy="1133475"/>
                </a:xfrm>
                <a:custGeom>
                  <a:avLst/>
                  <a:gdLst>
                    <a:gd name="T0" fmla="*/ 7 w 24"/>
                    <a:gd name="T1" fmla="*/ 0 h 210"/>
                    <a:gd name="T2" fmla="*/ 0 w 24"/>
                    <a:gd name="T3" fmla="*/ 21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4" h="210">
                      <a:moveTo>
                        <a:pt x="7" y="0"/>
                      </a:moveTo>
                      <a:cubicBezTo>
                        <a:pt x="7" y="0"/>
                        <a:pt x="24" y="106"/>
                        <a:pt x="0" y="210"/>
                      </a:cubicBezTo>
                    </a:path>
                  </a:pathLst>
                </a:custGeom>
                <a:noFill/>
                <a:ln w="22225" cap="flat">
                  <a:solidFill>
                    <a:srgbClr val="61678B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7" name="íšḷiḓé">
                  <a:extLst>
                    <a:ext uri="{FF2B5EF4-FFF2-40B4-BE49-F238E27FC236}">
                      <a16:creationId xmlns:a16="http://schemas.microsoft.com/office/drawing/2014/main" id="{E4025855-4F36-1EAB-3DFF-E58A27CDCA16}"/>
                    </a:ext>
                  </a:extLst>
                </p:cNvPr>
                <p:cNvSpPr/>
                <p:nvPr/>
              </p:nvSpPr>
              <p:spPr bwMode="auto">
                <a:xfrm>
                  <a:off x="6924675" y="6591829"/>
                  <a:ext cx="885825" cy="881063"/>
                </a:xfrm>
                <a:custGeom>
                  <a:avLst/>
                  <a:gdLst>
                    <a:gd name="T0" fmla="*/ 158 w 164"/>
                    <a:gd name="T1" fmla="*/ 104 h 163"/>
                    <a:gd name="T2" fmla="*/ 132 w 164"/>
                    <a:gd name="T3" fmla="*/ 77 h 163"/>
                    <a:gd name="T4" fmla="*/ 129 w 164"/>
                    <a:gd name="T5" fmla="*/ 77 h 163"/>
                    <a:gd name="T6" fmla="*/ 132 w 164"/>
                    <a:gd name="T7" fmla="*/ 76 h 163"/>
                    <a:gd name="T8" fmla="*/ 152 w 164"/>
                    <a:gd name="T9" fmla="*/ 44 h 163"/>
                    <a:gd name="T10" fmla="*/ 114 w 164"/>
                    <a:gd name="T11" fmla="*/ 43 h 163"/>
                    <a:gd name="T12" fmla="*/ 112 w 164"/>
                    <a:gd name="T13" fmla="*/ 45 h 163"/>
                    <a:gd name="T14" fmla="*/ 113 w 164"/>
                    <a:gd name="T15" fmla="*/ 43 h 163"/>
                    <a:gd name="T16" fmla="*/ 105 w 164"/>
                    <a:gd name="T17" fmla="*/ 6 h 163"/>
                    <a:gd name="T18" fmla="*/ 78 w 164"/>
                    <a:gd name="T19" fmla="*/ 32 h 163"/>
                    <a:gd name="T20" fmla="*/ 78 w 164"/>
                    <a:gd name="T21" fmla="*/ 34 h 163"/>
                    <a:gd name="T22" fmla="*/ 77 w 164"/>
                    <a:gd name="T23" fmla="*/ 32 h 163"/>
                    <a:gd name="T24" fmla="*/ 45 w 164"/>
                    <a:gd name="T25" fmla="*/ 12 h 163"/>
                    <a:gd name="T26" fmla="*/ 44 w 164"/>
                    <a:gd name="T27" fmla="*/ 49 h 163"/>
                    <a:gd name="T28" fmla="*/ 46 w 164"/>
                    <a:gd name="T29" fmla="*/ 51 h 163"/>
                    <a:gd name="T30" fmla="*/ 43 w 164"/>
                    <a:gd name="T31" fmla="*/ 50 h 163"/>
                    <a:gd name="T32" fmla="*/ 6 w 164"/>
                    <a:gd name="T33" fmla="*/ 58 h 163"/>
                    <a:gd name="T34" fmla="*/ 32 w 164"/>
                    <a:gd name="T35" fmla="*/ 86 h 163"/>
                    <a:gd name="T36" fmla="*/ 35 w 164"/>
                    <a:gd name="T37" fmla="*/ 86 h 163"/>
                    <a:gd name="T38" fmla="*/ 33 w 164"/>
                    <a:gd name="T39" fmla="*/ 87 h 163"/>
                    <a:gd name="T40" fmla="*/ 12 w 164"/>
                    <a:gd name="T41" fmla="*/ 118 h 163"/>
                    <a:gd name="T42" fmla="*/ 50 w 164"/>
                    <a:gd name="T43" fmla="*/ 120 h 163"/>
                    <a:gd name="T44" fmla="*/ 52 w 164"/>
                    <a:gd name="T45" fmla="*/ 118 h 163"/>
                    <a:gd name="T46" fmla="*/ 51 w 164"/>
                    <a:gd name="T47" fmla="*/ 120 h 163"/>
                    <a:gd name="T48" fmla="*/ 59 w 164"/>
                    <a:gd name="T49" fmla="*/ 157 h 163"/>
                    <a:gd name="T50" fmla="*/ 86 w 164"/>
                    <a:gd name="T51" fmla="*/ 131 h 163"/>
                    <a:gd name="T52" fmla="*/ 87 w 164"/>
                    <a:gd name="T53" fmla="*/ 128 h 163"/>
                    <a:gd name="T54" fmla="*/ 87 w 164"/>
                    <a:gd name="T55" fmla="*/ 131 h 163"/>
                    <a:gd name="T56" fmla="*/ 119 w 164"/>
                    <a:gd name="T57" fmla="*/ 151 h 163"/>
                    <a:gd name="T58" fmla="*/ 120 w 164"/>
                    <a:gd name="T59" fmla="*/ 113 h 163"/>
                    <a:gd name="T60" fmla="*/ 119 w 164"/>
                    <a:gd name="T61" fmla="*/ 111 h 163"/>
                    <a:gd name="T62" fmla="*/ 121 w 164"/>
                    <a:gd name="T63" fmla="*/ 113 h 163"/>
                    <a:gd name="T64" fmla="*/ 158 w 164"/>
                    <a:gd name="T65" fmla="*/ 104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64" h="163">
                      <a:moveTo>
                        <a:pt x="158" y="104"/>
                      </a:moveTo>
                      <a:cubicBezTo>
                        <a:pt x="164" y="85"/>
                        <a:pt x="145" y="78"/>
                        <a:pt x="132" y="77"/>
                      </a:cubicBezTo>
                      <a:cubicBezTo>
                        <a:pt x="131" y="77"/>
                        <a:pt x="130" y="77"/>
                        <a:pt x="129" y="77"/>
                      </a:cubicBezTo>
                      <a:cubicBezTo>
                        <a:pt x="130" y="77"/>
                        <a:pt x="131" y="76"/>
                        <a:pt x="132" y="76"/>
                      </a:cubicBezTo>
                      <a:cubicBezTo>
                        <a:pt x="145" y="72"/>
                        <a:pt x="162" y="63"/>
                        <a:pt x="152" y="44"/>
                      </a:cubicBezTo>
                      <a:cubicBezTo>
                        <a:pt x="142" y="26"/>
                        <a:pt x="125" y="34"/>
                        <a:pt x="114" y="43"/>
                      </a:cubicBezTo>
                      <a:cubicBezTo>
                        <a:pt x="113" y="44"/>
                        <a:pt x="113" y="44"/>
                        <a:pt x="112" y="45"/>
                      </a:cubicBezTo>
                      <a:cubicBezTo>
                        <a:pt x="113" y="44"/>
                        <a:pt x="113" y="43"/>
                        <a:pt x="113" y="43"/>
                      </a:cubicBezTo>
                      <a:cubicBezTo>
                        <a:pt x="120" y="31"/>
                        <a:pt x="125" y="12"/>
                        <a:pt x="105" y="6"/>
                      </a:cubicBezTo>
                      <a:cubicBezTo>
                        <a:pt x="85" y="0"/>
                        <a:pt x="79" y="18"/>
                        <a:pt x="78" y="32"/>
                      </a:cubicBezTo>
                      <a:cubicBezTo>
                        <a:pt x="78" y="33"/>
                        <a:pt x="78" y="33"/>
                        <a:pt x="78" y="34"/>
                      </a:cubicBezTo>
                      <a:cubicBezTo>
                        <a:pt x="77" y="33"/>
                        <a:pt x="77" y="33"/>
                        <a:pt x="77" y="32"/>
                      </a:cubicBezTo>
                      <a:cubicBezTo>
                        <a:pt x="73" y="19"/>
                        <a:pt x="63" y="2"/>
                        <a:pt x="45" y="12"/>
                      </a:cubicBezTo>
                      <a:cubicBezTo>
                        <a:pt x="27" y="21"/>
                        <a:pt x="35" y="39"/>
                        <a:pt x="44" y="49"/>
                      </a:cubicBezTo>
                      <a:cubicBezTo>
                        <a:pt x="44" y="50"/>
                        <a:pt x="45" y="51"/>
                        <a:pt x="46" y="51"/>
                      </a:cubicBezTo>
                      <a:cubicBezTo>
                        <a:pt x="45" y="51"/>
                        <a:pt x="44" y="50"/>
                        <a:pt x="43" y="50"/>
                      </a:cubicBezTo>
                      <a:cubicBezTo>
                        <a:pt x="31" y="43"/>
                        <a:pt x="13" y="38"/>
                        <a:pt x="6" y="58"/>
                      </a:cubicBezTo>
                      <a:cubicBezTo>
                        <a:pt x="0" y="78"/>
                        <a:pt x="19" y="85"/>
                        <a:pt x="32" y="86"/>
                      </a:cubicBezTo>
                      <a:cubicBezTo>
                        <a:pt x="33" y="86"/>
                        <a:pt x="34" y="86"/>
                        <a:pt x="35" y="86"/>
                      </a:cubicBezTo>
                      <a:cubicBezTo>
                        <a:pt x="34" y="86"/>
                        <a:pt x="33" y="86"/>
                        <a:pt x="33" y="87"/>
                      </a:cubicBezTo>
                      <a:cubicBezTo>
                        <a:pt x="19" y="90"/>
                        <a:pt x="2" y="100"/>
                        <a:pt x="12" y="118"/>
                      </a:cubicBezTo>
                      <a:cubicBezTo>
                        <a:pt x="22" y="137"/>
                        <a:pt x="39" y="128"/>
                        <a:pt x="50" y="120"/>
                      </a:cubicBezTo>
                      <a:cubicBezTo>
                        <a:pt x="51" y="119"/>
                        <a:pt x="51" y="118"/>
                        <a:pt x="52" y="118"/>
                      </a:cubicBezTo>
                      <a:cubicBezTo>
                        <a:pt x="51" y="119"/>
                        <a:pt x="51" y="119"/>
                        <a:pt x="51" y="120"/>
                      </a:cubicBezTo>
                      <a:cubicBezTo>
                        <a:pt x="44" y="132"/>
                        <a:pt x="39" y="151"/>
                        <a:pt x="59" y="157"/>
                      </a:cubicBezTo>
                      <a:cubicBezTo>
                        <a:pt x="79" y="163"/>
                        <a:pt x="85" y="145"/>
                        <a:pt x="86" y="131"/>
                      </a:cubicBezTo>
                      <a:cubicBezTo>
                        <a:pt x="86" y="130"/>
                        <a:pt x="87" y="129"/>
                        <a:pt x="87" y="128"/>
                      </a:cubicBezTo>
                      <a:cubicBezTo>
                        <a:pt x="87" y="129"/>
                        <a:pt x="87" y="130"/>
                        <a:pt x="87" y="131"/>
                      </a:cubicBezTo>
                      <a:cubicBezTo>
                        <a:pt x="91" y="144"/>
                        <a:pt x="101" y="161"/>
                        <a:pt x="119" y="151"/>
                      </a:cubicBezTo>
                      <a:cubicBezTo>
                        <a:pt x="138" y="141"/>
                        <a:pt x="129" y="124"/>
                        <a:pt x="120" y="113"/>
                      </a:cubicBezTo>
                      <a:cubicBezTo>
                        <a:pt x="120" y="113"/>
                        <a:pt x="119" y="112"/>
                        <a:pt x="119" y="111"/>
                      </a:cubicBezTo>
                      <a:cubicBezTo>
                        <a:pt x="119" y="112"/>
                        <a:pt x="120" y="112"/>
                        <a:pt x="121" y="113"/>
                      </a:cubicBezTo>
                      <a:cubicBezTo>
                        <a:pt x="133" y="119"/>
                        <a:pt x="151" y="124"/>
                        <a:pt x="158" y="104"/>
                      </a:cubicBezTo>
                      <a:close/>
                    </a:path>
                  </a:pathLst>
                </a:custGeom>
                <a:solidFill>
                  <a:srgbClr val="EC36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8" name="iSḻïḍé">
                  <a:extLst>
                    <a:ext uri="{FF2B5EF4-FFF2-40B4-BE49-F238E27FC236}">
                      <a16:creationId xmlns:a16="http://schemas.microsoft.com/office/drawing/2014/main" id="{A4F6F90B-6219-91C2-8F75-DEBB80DE9252}"/>
                    </a:ext>
                  </a:extLst>
                </p:cNvPr>
                <p:cNvSpPr/>
                <p:nvPr/>
              </p:nvSpPr>
              <p:spPr bwMode="auto">
                <a:xfrm>
                  <a:off x="7043738" y="6706129"/>
                  <a:ext cx="647700" cy="652463"/>
                </a:xfrm>
                <a:custGeom>
                  <a:avLst/>
                  <a:gdLst>
                    <a:gd name="T0" fmla="*/ 116 w 120"/>
                    <a:gd name="T1" fmla="*/ 77 h 121"/>
                    <a:gd name="T2" fmla="*/ 97 w 120"/>
                    <a:gd name="T3" fmla="*/ 57 h 121"/>
                    <a:gd name="T4" fmla="*/ 95 w 120"/>
                    <a:gd name="T5" fmla="*/ 57 h 121"/>
                    <a:gd name="T6" fmla="*/ 97 w 120"/>
                    <a:gd name="T7" fmla="*/ 57 h 121"/>
                    <a:gd name="T8" fmla="*/ 112 w 120"/>
                    <a:gd name="T9" fmla="*/ 33 h 121"/>
                    <a:gd name="T10" fmla="*/ 84 w 120"/>
                    <a:gd name="T11" fmla="*/ 32 h 121"/>
                    <a:gd name="T12" fmla="*/ 82 w 120"/>
                    <a:gd name="T13" fmla="*/ 33 h 121"/>
                    <a:gd name="T14" fmla="*/ 83 w 120"/>
                    <a:gd name="T15" fmla="*/ 32 h 121"/>
                    <a:gd name="T16" fmla="*/ 77 w 120"/>
                    <a:gd name="T17" fmla="*/ 5 h 121"/>
                    <a:gd name="T18" fmla="*/ 57 w 120"/>
                    <a:gd name="T19" fmla="*/ 24 h 121"/>
                    <a:gd name="T20" fmla="*/ 57 w 120"/>
                    <a:gd name="T21" fmla="*/ 26 h 121"/>
                    <a:gd name="T22" fmla="*/ 56 w 120"/>
                    <a:gd name="T23" fmla="*/ 24 h 121"/>
                    <a:gd name="T24" fmla="*/ 33 w 120"/>
                    <a:gd name="T25" fmla="*/ 9 h 121"/>
                    <a:gd name="T26" fmla="*/ 32 w 120"/>
                    <a:gd name="T27" fmla="*/ 37 h 121"/>
                    <a:gd name="T28" fmla="*/ 33 w 120"/>
                    <a:gd name="T29" fmla="*/ 38 h 121"/>
                    <a:gd name="T30" fmla="*/ 31 w 120"/>
                    <a:gd name="T31" fmla="*/ 37 h 121"/>
                    <a:gd name="T32" fmla="*/ 4 w 120"/>
                    <a:gd name="T33" fmla="*/ 43 h 121"/>
                    <a:gd name="T34" fmla="*/ 23 w 120"/>
                    <a:gd name="T35" fmla="*/ 64 h 121"/>
                    <a:gd name="T36" fmla="*/ 25 w 120"/>
                    <a:gd name="T37" fmla="*/ 64 h 121"/>
                    <a:gd name="T38" fmla="*/ 23 w 120"/>
                    <a:gd name="T39" fmla="*/ 64 h 121"/>
                    <a:gd name="T40" fmla="*/ 8 w 120"/>
                    <a:gd name="T41" fmla="*/ 88 h 121"/>
                    <a:gd name="T42" fmla="*/ 36 w 120"/>
                    <a:gd name="T43" fmla="*/ 89 h 121"/>
                    <a:gd name="T44" fmla="*/ 38 w 120"/>
                    <a:gd name="T45" fmla="*/ 87 h 121"/>
                    <a:gd name="T46" fmla="*/ 37 w 120"/>
                    <a:gd name="T47" fmla="*/ 89 h 121"/>
                    <a:gd name="T48" fmla="*/ 43 w 120"/>
                    <a:gd name="T49" fmla="*/ 116 h 121"/>
                    <a:gd name="T50" fmla="*/ 63 w 120"/>
                    <a:gd name="T51" fmla="*/ 97 h 121"/>
                    <a:gd name="T52" fmla="*/ 63 w 120"/>
                    <a:gd name="T53" fmla="*/ 95 h 121"/>
                    <a:gd name="T54" fmla="*/ 64 w 120"/>
                    <a:gd name="T55" fmla="*/ 97 h 121"/>
                    <a:gd name="T56" fmla="*/ 87 w 120"/>
                    <a:gd name="T57" fmla="*/ 112 h 121"/>
                    <a:gd name="T58" fmla="*/ 88 w 120"/>
                    <a:gd name="T59" fmla="*/ 84 h 121"/>
                    <a:gd name="T60" fmla="*/ 87 w 120"/>
                    <a:gd name="T61" fmla="*/ 83 h 121"/>
                    <a:gd name="T62" fmla="*/ 89 w 120"/>
                    <a:gd name="T63" fmla="*/ 84 h 121"/>
                    <a:gd name="T64" fmla="*/ 116 w 120"/>
                    <a:gd name="T65" fmla="*/ 7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20" h="121">
                      <a:moveTo>
                        <a:pt x="116" y="77"/>
                      </a:moveTo>
                      <a:cubicBezTo>
                        <a:pt x="120" y="63"/>
                        <a:pt x="107" y="58"/>
                        <a:pt x="97" y="57"/>
                      </a:cubicBezTo>
                      <a:cubicBezTo>
                        <a:pt x="96" y="57"/>
                        <a:pt x="95" y="57"/>
                        <a:pt x="95" y="57"/>
                      </a:cubicBezTo>
                      <a:cubicBezTo>
                        <a:pt x="95" y="57"/>
                        <a:pt x="96" y="57"/>
                        <a:pt x="97" y="57"/>
                      </a:cubicBezTo>
                      <a:cubicBezTo>
                        <a:pt x="106" y="54"/>
                        <a:pt x="119" y="47"/>
                        <a:pt x="112" y="33"/>
                      </a:cubicBezTo>
                      <a:cubicBezTo>
                        <a:pt x="104" y="19"/>
                        <a:pt x="91" y="26"/>
                        <a:pt x="84" y="32"/>
                      </a:cubicBezTo>
                      <a:cubicBezTo>
                        <a:pt x="83" y="33"/>
                        <a:pt x="83" y="33"/>
                        <a:pt x="82" y="33"/>
                      </a:cubicBezTo>
                      <a:cubicBezTo>
                        <a:pt x="83" y="33"/>
                        <a:pt x="83" y="32"/>
                        <a:pt x="83" y="32"/>
                      </a:cubicBezTo>
                      <a:cubicBezTo>
                        <a:pt x="88" y="23"/>
                        <a:pt x="92" y="9"/>
                        <a:pt x="77" y="5"/>
                      </a:cubicBezTo>
                      <a:cubicBezTo>
                        <a:pt x="62" y="0"/>
                        <a:pt x="58" y="14"/>
                        <a:pt x="57" y="24"/>
                      </a:cubicBezTo>
                      <a:cubicBezTo>
                        <a:pt x="57" y="24"/>
                        <a:pt x="57" y="25"/>
                        <a:pt x="57" y="26"/>
                      </a:cubicBezTo>
                      <a:cubicBezTo>
                        <a:pt x="57" y="25"/>
                        <a:pt x="56" y="24"/>
                        <a:pt x="56" y="24"/>
                      </a:cubicBezTo>
                      <a:cubicBezTo>
                        <a:pt x="53" y="14"/>
                        <a:pt x="46" y="2"/>
                        <a:pt x="33" y="9"/>
                      </a:cubicBezTo>
                      <a:cubicBezTo>
                        <a:pt x="19" y="16"/>
                        <a:pt x="25" y="29"/>
                        <a:pt x="32" y="37"/>
                      </a:cubicBezTo>
                      <a:cubicBezTo>
                        <a:pt x="32" y="37"/>
                        <a:pt x="33" y="38"/>
                        <a:pt x="33" y="38"/>
                      </a:cubicBezTo>
                      <a:cubicBezTo>
                        <a:pt x="33" y="38"/>
                        <a:pt x="32" y="37"/>
                        <a:pt x="31" y="37"/>
                      </a:cubicBezTo>
                      <a:cubicBezTo>
                        <a:pt x="23" y="32"/>
                        <a:pt x="9" y="29"/>
                        <a:pt x="4" y="43"/>
                      </a:cubicBezTo>
                      <a:cubicBezTo>
                        <a:pt x="0" y="58"/>
                        <a:pt x="13" y="63"/>
                        <a:pt x="23" y="64"/>
                      </a:cubicBezTo>
                      <a:cubicBezTo>
                        <a:pt x="24" y="64"/>
                        <a:pt x="25" y="64"/>
                        <a:pt x="25" y="64"/>
                      </a:cubicBezTo>
                      <a:cubicBezTo>
                        <a:pt x="25" y="64"/>
                        <a:pt x="24" y="64"/>
                        <a:pt x="23" y="64"/>
                      </a:cubicBezTo>
                      <a:cubicBezTo>
                        <a:pt x="14" y="67"/>
                        <a:pt x="1" y="74"/>
                        <a:pt x="8" y="88"/>
                      </a:cubicBezTo>
                      <a:cubicBezTo>
                        <a:pt x="16" y="101"/>
                        <a:pt x="29" y="95"/>
                        <a:pt x="36" y="89"/>
                      </a:cubicBezTo>
                      <a:cubicBezTo>
                        <a:pt x="37" y="88"/>
                        <a:pt x="37" y="88"/>
                        <a:pt x="38" y="87"/>
                      </a:cubicBezTo>
                      <a:cubicBezTo>
                        <a:pt x="37" y="88"/>
                        <a:pt x="37" y="88"/>
                        <a:pt x="37" y="89"/>
                      </a:cubicBezTo>
                      <a:cubicBezTo>
                        <a:pt x="32" y="98"/>
                        <a:pt x="28" y="112"/>
                        <a:pt x="43" y="116"/>
                      </a:cubicBezTo>
                      <a:cubicBezTo>
                        <a:pt x="58" y="121"/>
                        <a:pt x="62" y="107"/>
                        <a:pt x="63" y="97"/>
                      </a:cubicBezTo>
                      <a:cubicBezTo>
                        <a:pt x="63" y="96"/>
                        <a:pt x="63" y="96"/>
                        <a:pt x="63" y="95"/>
                      </a:cubicBezTo>
                      <a:cubicBezTo>
                        <a:pt x="64" y="96"/>
                        <a:pt x="64" y="96"/>
                        <a:pt x="64" y="97"/>
                      </a:cubicBezTo>
                      <a:cubicBezTo>
                        <a:pt x="67" y="107"/>
                        <a:pt x="74" y="119"/>
                        <a:pt x="87" y="112"/>
                      </a:cubicBezTo>
                      <a:cubicBezTo>
                        <a:pt x="101" y="105"/>
                        <a:pt x="95" y="92"/>
                        <a:pt x="88" y="84"/>
                      </a:cubicBezTo>
                      <a:cubicBezTo>
                        <a:pt x="88" y="84"/>
                        <a:pt x="87" y="83"/>
                        <a:pt x="87" y="83"/>
                      </a:cubicBezTo>
                      <a:cubicBezTo>
                        <a:pt x="88" y="83"/>
                        <a:pt x="88" y="83"/>
                        <a:pt x="89" y="84"/>
                      </a:cubicBezTo>
                      <a:cubicBezTo>
                        <a:pt x="98" y="89"/>
                        <a:pt x="111" y="92"/>
                        <a:pt x="116" y="77"/>
                      </a:cubicBezTo>
                      <a:close/>
                    </a:path>
                  </a:pathLst>
                </a:custGeom>
                <a:solidFill>
                  <a:srgbClr val="C12A5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9" name="išḷidé">
                  <a:extLst>
                    <a:ext uri="{FF2B5EF4-FFF2-40B4-BE49-F238E27FC236}">
                      <a16:creationId xmlns:a16="http://schemas.microsoft.com/office/drawing/2014/main" id="{01AA6751-4FFE-2324-6453-AE6318527F66}"/>
                    </a:ext>
                  </a:extLst>
                </p:cNvPr>
                <p:cNvSpPr/>
                <p:nvPr/>
              </p:nvSpPr>
              <p:spPr bwMode="auto">
                <a:xfrm>
                  <a:off x="7232650" y="6895042"/>
                  <a:ext cx="269875" cy="269875"/>
                </a:xfrm>
                <a:custGeom>
                  <a:avLst/>
                  <a:gdLst>
                    <a:gd name="T0" fmla="*/ 46 w 50"/>
                    <a:gd name="T1" fmla="*/ 32 h 50"/>
                    <a:gd name="T2" fmla="*/ 19 w 50"/>
                    <a:gd name="T3" fmla="*/ 47 h 50"/>
                    <a:gd name="T4" fmla="*/ 4 w 50"/>
                    <a:gd name="T5" fmla="*/ 19 h 50"/>
                    <a:gd name="T6" fmla="*/ 32 w 50"/>
                    <a:gd name="T7" fmla="*/ 4 h 50"/>
                    <a:gd name="T8" fmla="*/ 46 w 50"/>
                    <a:gd name="T9" fmla="*/ 3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0">
                      <a:moveTo>
                        <a:pt x="46" y="32"/>
                      </a:moveTo>
                      <a:cubicBezTo>
                        <a:pt x="43" y="44"/>
                        <a:pt x="30" y="50"/>
                        <a:pt x="19" y="47"/>
                      </a:cubicBezTo>
                      <a:cubicBezTo>
                        <a:pt x="7" y="43"/>
                        <a:pt x="0" y="31"/>
                        <a:pt x="4" y="19"/>
                      </a:cubicBezTo>
                      <a:cubicBezTo>
                        <a:pt x="7" y="7"/>
                        <a:pt x="20" y="0"/>
                        <a:pt x="32" y="4"/>
                      </a:cubicBezTo>
                      <a:cubicBezTo>
                        <a:pt x="43" y="8"/>
                        <a:pt x="50" y="20"/>
                        <a:pt x="46" y="32"/>
                      </a:cubicBezTo>
                      <a:close/>
                    </a:path>
                  </a:pathLst>
                </a:custGeom>
                <a:solidFill>
                  <a:srgbClr val="F8B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80" name="组合 1179">
                <a:extLst>
                  <a:ext uri="{FF2B5EF4-FFF2-40B4-BE49-F238E27FC236}">
                    <a16:creationId xmlns:a16="http://schemas.microsoft.com/office/drawing/2014/main" id="{444562C4-0979-BE79-F44C-6690A706BF2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523414" y="3509726"/>
                <a:ext cx="233791" cy="421914"/>
                <a:chOff x="6924675" y="6591829"/>
                <a:chExt cx="885825" cy="1598613"/>
              </a:xfrm>
            </p:grpSpPr>
            <p:sp>
              <p:nvSpPr>
                <p:cNvPr id="1181" name="íṧľiḋe">
                  <a:extLst>
                    <a:ext uri="{FF2B5EF4-FFF2-40B4-BE49-F238E27FC236}">
                      <a16:creationId xmlns:a16="http://schemas.microsoft.com/office/drawing/2014/main" id="{5171E259-4624-7013-DF06-A0E684E195DD}"/>
                    </a:ext>
                  </a:extLst>
                </p:cNvPr>
                <p:cNvSpPr/>
                <p:nvPr/>
              </p:nvSpPr>
              <p:spPr bwMode="auto">
                <a:xfrm>
                  <a:off x="7383463" y="7466542"/>
                  <a:ext cx="366713" cy="422275"/>
                </a:xfrm>
                <a:custGeom>
                  <a:avLst/>
                  <a:gdLst>
                    <a:gd name="T0" fmla="*/ 0 w 68"/>
                    <a:gd name="T1" fmla="*/ 78 h 78"/>
                    <a:gd name="T2" fmla="*/ 68 w 68"/>
                    <a:gd name="T3" fmla="*/ 0 h 78"/>
                    <a:gd name="T4" fmla="*/ 0 w 68"/>
                    <a:gd name="T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8" h="78">
                      <a:moveTo>
                        <a:pt x="0" y="78"/>
                      </a:moveTo>
                      <a:cubicBezTo>
                        <a:pt x="0" y="78"/>
                        <a:pt x="1" y="9"/>
                        <a:pt x="68" y="0"/>
                      </a:cubicBezTo>
                      <a:cubicBezTo>
                        <a:pt x="68" y="0"/>
                        <a:pt x="57" y="67"/>
                        <a:pt x="0" y="78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82" name="îsḻiḓê">
                  <a:extLst>
                    <a:ext uri="{FF2B5EF4-FFF2-40B4-BE49-F238E27FC236}">
                      <a16:creationId xmlns:a16="http://schemas.microsoft.com/office/drawing/2014/main" id="{C4FF60A7-46D1-81E8-FB73-472B10CFB101}"/>
                    </a:ext>
                  </a:extLst>
                </p:cNvPr>
                <p:cNvSpPr/>
                <p:nvPr/>
              </p:nvSpPr>
              <p:spPr bwMode="auto">
                <a:xfrm>
                  <a:off x="7027863" y="7601479"/>
                  <a:ext cx="339725" cy="379413"/>
                </a:xfrm>
                <a:custGeom>
                  <a:avLst/>
                  <a:gdLst>
                    <a:gd name="T0" fmla="*/ 63 w 63"/>
                    <a:gd name="T1" fmla="*/ 70 h 70"/>
                    <a:gd name="T2" fmla="*/ 0 w 63"/>
                    <a:gd name="T3" fmla="*/ 0 h 70"/>
                    <a:gd name="T4" fmla="*/ 63 w 63"/>
                    <a:gd name="T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3" h="70">
                      <a:moveTo>
                        <a:pt x="63" y="70"/>
                      </a:moveTo>
                      <a:cubicBezTo>
                        <a:pt x="63" y="70"/>
                        <a:pt x="62" y="6"/>
                        <a:pt x="0" y="0"/>
                      </a:cubicBezTo>
                      <a:cubicBezTo>
                        <a:pt x="0" y="0"/>
                        <a:pt x="6" y="64"/>
                        <a:pt x="63" y="70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83" name="ïṣḻíḑê">
                  <a:extLst>
                    <a:ext uri="{FF2B5EF4-FFF2-40B4-BE49-F238E27FC236}">
                      <a16:creationId xmlns:a16="http://schemas.microsoft.com/office/drawing/2014/main" id="{65F1F720-6888-BAD6-6F28-7D749AF02A26}"/>
                    </a:ext>
                  </a:extLst>
                </p:cNvPr>
                <p:cNvSpPr/>
                <p:nvPr/>
              </p:nvSpPr>
              <p:spPr bwMode="auto">
                <a:xfrm>
                  <a:off x="7329488" y="7056967"/>
                  <a:ext cx="130175" cy="1133475"/>
                </a:xfrm>
                <a:custGeom>
                  <a:avLst/>
                  <a:gdLst>
                    <a:gd name="T0" fmla="*/ 7 w 24"/>
                    <a:gd name="T1" fmla="*/ 0 h 210"/>
                    <a:gd name="T2" fmla="*/ 0 w 24"/>
                    <a:gd name="T3" fmla="*/ 21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4" h="210">
                      <a:moveTo>
                        <a:pt x="7" y="0"/>
                      </a:moveTo>
                      <a:cubicBezTo>
                        <a:pt x="7" y="0"/>
                        <a:pt x="24" y="106"/>
                        <a:pt x="0" y="210"/>
                      </a:cubicBezTo>
                    </a:path>
                  </a:pathLst>
                </a:custGeom>
                <a:noFill/>
                <a:ln w="22225" cap="flat">
                  <a:solidFill>
                    <a:srgbClr val="61678B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84" name="íšḷiḓé">
                  <a:extLst>
                    <a:ext uri="{FF2B5EF4-FFF2-40B4-BE49-F238E27FC236}">
                      <a16:creationId xmlns:a16="http://schemas.microsoft.com/office/drawing/2014/main" id="{3086E445-12A6-52FD-49E5-672D21426077}"/>
                    </a:ext>
                  </a:extLst>
                </p:cNvPr>
                <p:cNvSpPr/>
                <p:nvPr/>
              </p:nvSpPr>
              <p:spPr bwMode="auto">
                <a:xfrm>
                  <a:off x="6924675" y="6591829"/>
                  <a:ext cx="885825" cy="881063"/>
                </a:xfrm>
                <a:custGeom>
                  <a:avLst/>
                  <a:gdLst>
                    <a:gd name="T0" fmla="*/ 158 w 164"/>
                    <a:gd name="T1" fmla="*/ 104 h 163"/>
                    <a:gd name="T2" fmla="*/ 132 w 164"/>
                    <a:gd name="T3" fmla="*/ 77 h 163"/>
                    <a:gd name="T4" fmla="*/ 129 w 164"/>
                    <a:gd name="T5" fmla="*/ 77 h 163"/>
                    <a:gd name="T6" fmla="*/ 132 w 164"/>
                    <a:gd name="T7" fmla="*/ 76 h 163"/>
                    <a:gd name="T8" fmla="*/ 152 w 164"/>
                    <a:gd name="T9" fmla="*/ 44 h 163"/>
                    <a:gd name="T10" fmla="*/ 114 w 164"/>
                    <a:gd name="T11" fmla="*/ 43 h 163"/>
                    <a:gd name="T12" fmla="*/ 112 w 164"/>
                    <a:gd name="T13" fmla="*/ 45 h 163"/>
                    <a:gd name="T14" fmla="*/ 113 w 164"/>
                    <a:gd name="T15" fmla="*/ 43 h 163"/>
                    <a:gd name="T16" fmla="*/ 105 w 164"/>
                    <a:gd name="T17" fmla="*/ 6 h 163"/>
                    <a:gd name="T18" fmla="*/ 78 w 164"/>
                    <a:gd name="T19" fmla="*/ 32 h 163"/>
                    <a:gd name="T20" fmla="*/ 78 w 164"/>
                    <a:gd name="T21" fmla="*/ 34 h 163"/>
                    <a:gd name="T22" fmla="*/ 77 w 164"/>
                    <a:gd name="T23" fmla="*/ 32 h 163"/>
                    <a:gd name="T24" fmla="*/ 45 w 164"/>
                    <a:gd name="T25" fmla="*/ 12 h 163"/>
                    <a:gd name="T26" fmla="*/ 44 w 164"/>
                    <a:gd name="T27" fmla="*/ 49 h 163"/>
                    <a:gd name="T28" fmla="*/ 46 w 164"/>
                    <a:gd name="T29" fmla="*/ 51 h 163"/>
                    <a:gd name="T30" fmla="*/ 43 w 164"/>
                    <a:gd name="T31" fmla="*/ 50 h 163"/>
                    <a:gd name="T32" fmla="*/ 6 w 164"/>
                    <a:gd name="T33" fmla="*/ 58 h 163"/>
                    <a:gd name="T34" fmla="*/ 32 w 164"/>
                    <a:gd name="T35" fmla="*/ 86 h 163"/>
                    <a:gd name="T36" fmla="*/ 35 w 164"/>
                    <a:gd name="T37" fmla="*/ 86 h 163"/>
                    <a:gd name="T38" fmla="*/ 33 w 164"/>
                    <a:gd name="T39" fmla="*/ 87 h 163"/>
                    <a:gd name="T40" fmla="*/ 12 w 164"/>
                    <a:gd name="T41" fmla="*/ 118 h 163"/>
                    <a:gd name="T42" fmla="*/ 50 w 164"/>
                    <a:gd name="T43" fmla="*/ 120 h 163"/>
                    <a:gd name="T44" fmla="*/ 52 w 164"/>
                    <a:gd name="T45" fmla="*/ 118 h 163"/>
                    <a:gd name="T46" fmla="*/ 51 w 164"/>
                    <a:gd name="T47" fmla="*/ 120 h 163"/>
                    <a:gd name="T48" fmla="*/ 59 w 164"/>
                    <a:gd name="T49" fmla="*/ 157 h 163"/>
                    <a:gd name="T50" fmla="*/ 86 w 164"/>
                    <a:gd name="T51" fmla="*/ 131 h 163"/>
                    <a:gd name="T52" fmla="*/ 87 w 164"/>
                    <a:gd name="T53" fmla="*/ 128 h 163"/>
                    <a:gd name="T54" fmla="*/ 87 w 164"/>
                    <a:gd name="T55" fmla="*/ 131 h 163"/>
                    <a:gd name="T56" fmla="*/ 119 w 164"/>
                    <a:gd name="T57" fmla="*/ 151 h 163"/>
                    <a:gd name="T58" fmla="*/ 120 w 164"/>
                    <a:gd name="T59" fmla="*/ 113 h 163"/>
                    <a:gd name="T60" fmla="*/ 119 w 164"/>
                    <a:gd name="T61" fmla="*/ 111 h 163"/>
                    <a:gd name="T62" fmla="*/ 121 w 164"/>
                    <a:gd name="T63" fmla="*/ 113 h 163"/>
                    <a:gd name="T64" fmla="*/ 158 w 164"/>
                    <a:gd name="T65" fmla="*/ 104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64" h="163">
                      <a:moveTo>
                        <a:pt x="158" y="104"/>
                      </a:moveTo>
                      <a:cubicBezTo>
                        <a:pt x="164" y="85"/>
                        <a:pt x="145" y="78"/>
                        <a:pt x="132" y="77"/>
                      </a:cubicBezTo>
                      <a:cubicBezTo>
                        <a:pt x="131" y="77"/>
                        <a:pt x="130" y="77"/>
                        <a:pt x="129" y="77"/>
                      </a:cubicBezTo>
                      <a:cubicBezTo>
                        <a:pt x="130" y="77"/>
                        <a:pt x="131" y="76"/>
                        <a:pt x="132" y="76"/>
                      </a:cubicBezTo>
                      <a:cubicBezTo>
                        <a:pt x="145" y="72"/>
                        <a:pt x="162" y="63"/>
                        <a:pt x="152" y="44"/>
                      </a:cubicBezTo>
                      <a:cubicBezTo>
                        <a:pt x="142" y="26"/>
                        <a:pt x="125" y="34"/>
                        <a:pt x="114" y="43"/>
                      </a:cubicBezTo>
                      <a:cubicBezTo>
                        <a:pt x="113" y="44"/>
                        <a:pt x="113" y="44"/>
                        <a:pt x="112" y="45"/>
                      </a:cubicBezTo>
                      <a:cubicBezTo>
                        <a:pt x="113" y="44"/>
                        <a:pt x="113" y="43"/>
                        <a:pt x="113" y="43"/>
                      </a:cubicBezTo>
                      <a:cubicBezTo>
                        <a:pt x="120" y="31"/>
                        <a:pt x="125" y="12"/>
                        <a:pt x="105" y="6"/>
                      </a:cubicBezTo>
                      <a:cubicBezTo>
                        <a:pt x="85" y="0"/>
                        <a:pt x="79" y="18"/>
                        <a:pt x="78" y="32"/>
                      </a:cubicBezTo>
                      <a:cubicBezTo>
                        <a:pt x="78" y="33"/>
                        <a:pt x="78" y="33"/>
                        <a:pt x="78" y="34"/>
                      </a:cubicBezTo>
                      <a:cubicBezTo>
                        <a:pt x="77" y="33"/>
                        <a:pt x="77" y="33"/>
                        <a:pt x="77" y="32"/>
                      </a:cubicBezTo>
                      <a:cubicBezTo>
                        <a:pt x="73" y="19"/>
                        <a:pt x="63" y="2"/>
                        <a:pt x="45" y="12"/>
                      </a:cubicBezTo>
                      <a:cubicBezTo>
                        <a:pt x="27" y="21"/>
                        <a:pt x="35" y="39"/>
                        <a:pt x="44" y="49"/>
                      </a:cubicBezTo>
                      <a:cubicBezTo>
                        <a:pt x="44" y="50"/>
                        <a:pt x="45" y="51"/>
                        <a:pt x="46" y="51"/>
                      </a:cubicBezTo>
                      <a:cubicBezTo>
                        <a:pt x="45" y="51"/>
                        <a:pt x="44" y="50"/>
                        <a:pt x="43" y="50"/>
                      </a:cubicBezTo>
                      <a:cubicBezTo>
                        <a:pt x="31" y="43"/>
                        <a:pt x="13" y="38"/>
                        <a:pt x="6" y="58"/>
                      </a:cubicBezTo>
                      <a:cubicBezTo>
                        <a:pt x="0" y="78"/>
                        <a:pt x="19" y="85"/>
                        <a:pt x="32" y="86"/>
                      </a:cubicBezTo>
                      <a:cubicBezTo>
                        <a:pt x="33" y="86"/>
                        <a:pt x="34" y="86"/>
                        <a:pt x="35" y="86"/>
                      </a:cubicBezTo>
                      <a:cubicBezTo>
                        <a:pt x="34" y="86"/>
                        <a:pt x="33" y="86"/>
                        <a:pt x="33" y="87"/>
                      </a:cubicBezTo>
                      <a:cubicBezTo>
                        <a:pt x="19" y="90"/>
                        <a:pt x="2" y="100"/>
                        <a:pt x="12" y="118"/>
                      </a:cubicBezTo>
                      <a:cubicBezTo>
                        <a:pt x="22" y="137"/>
                        <a:pt x="39" y="128"/>
                        <a:pt x="50" y="120"/>
                      </a:cubicBezTo>
                      <a:cubicBezTo>
                        <a:pt x="51" y="119"/>
                        <a:pt x="51" y="118"/>
                        <a:pt x="52" y="118"/>
                      </a:cubicBezTo>
                      <a:cubicBezTo>
                        <a:pt x="51" y="119"/>
                        <a:pt x="51" y="119"/>
                        <a:pt x="51" y="120"/>
                      </a:cubicBezTo>
                      <a:cubicBezTo>
                        <a:pt x="44" y="132"/>
                        <a:pt x="39" y="151"/>
                        <a:pt x="59" y="157"/>
                      </a:cubicBezTo>
                      <a:cubicBezTo>
                        <a:pt x="79" y="163"/>
                        <a:pt x="85" y="145"/>
                        <a:pt x="86" y="131"/>
                      </a:cubicBezTo>
                      <a:cubicBezTo>
                        <a:pt x="86" y="130"/>
                        <a:pt x="87" y="129"/>
                        <a:pt x="87" y="128"/>
                      </a:cubicBezTo>
                      <a:cubicBezTo>
                        <a:pt x="87" y="129"/>
                        <a:pt x="87" y="130"/>
                        <a:pt x="87" y="131"/>
                      </a:cubicBezTo>
                      <a:cubicBezTo>
                        <a:pt x="91" y="144"/>
                        <a:pt x="101" y="161"/>
                        <a:pt x="119" y="151"/>
                      </a:cubicBezTo>
                      <a:cubicBezTo>
                        <a:pt x="138" y="141"/>
                        <a:pt x="129" y="124"/>
                        <a:pt x="120" y="113"/>
                      </a:cubicBezTo>
                      <a:cubicBezTo>
                        <a:pt x="120" y="113"/>
                        <a:pt x="119" y="112"/>
                        <a:pt x="119" y="111"/>
                      </a:cubicBezTo>
                      <a:cubicBezTo>
                        <a:pt x="119" y="112"/>
                        <a:pt x="120" y="112"/>
                        <a:pt x="121" y="113"/>
                      </a:cubicBezTo>
                      <a:cubicBezTo>
                        <a:pt x="133" y="119"/>
                        <a:pt x="151" y="124"/>
                        <a:pt x="158" y="104"/>
                      </a:cubicBezTo>
                      <a:close/>
                    </a:path>
                  </a:pathLst>
                </a:custGeom>
                <a:solidFill>
                  <a:srgbClr val="EC36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85" name="iSḻïḍé">
                  <a:extLst>
                    <a:ext uri="{FF2B5EF4-FFF2-40B4-BE49-F238E27FC236}">
                      <a16:creationId xmlns:a16="http://schemas.microsoft.com/office/drawing/2014/main" id="{7C1463A6-D348-2A68-F651-36FCAD161E0D}"/>
                    </a:ext>
                  </a:extLst>
                </p:cNvPr>
                <p:cNvSpPr/>
                <p:nvPr/>
              </p:nvSpPr>
              <p:spPr bwMode="auto">
                <a:xfrm>
                  <a:off x="7043738" y="6706129"/>
                  <a:ext cx="647700" cy="652463"/>
                </a:xfrm>
                <a:custGeom>
                  <a:avLst/>
                  <a:gdLst>
                    <a:gd name="T0" fmla="*/ 116 w 120"/>
                    <a:gd name="T1" fmla="*/ 77 h 121"/>
                    <a:gd name="T2" fmla="*/ 97 w 120"/>
                    <a:gd name="T3" fmla="*/ 57 h 121"/>
                    <a:gd name="T4" fmla="*/ 95 w 120"/>
                    <a:gd name="T5" fmla="*/ 57 h 121"/>
                    <a:gd name="T6" fmla="*/ 97 w 120"/>
                    <a:gd name="T7" fmla="*/ 57 h 121"/>
                    <a:gd name="T8" fmla="*/ 112 w 120"/>
                    <a:gd name="T9" fmla="*/ 33 h 121"/>
                    <a:gd name="T10" fmla="*/ 84 w 120"/>
                    <a:gd name="T11" fmla="*/ 32 h 121"/>
                    <a:gd name="T12" fmla="*/ 82 w 120"/>
                    <a:gd name="T13" fmla="*/ 33 h 121"/>
                    <a:gd name="T14" fmla="*/ 83 w 120"/>
                    <a:gd name="T15" fmla="*/ 32 h 121"/>
                    <a:gd name="T16" fmla="*/ 77 w 120"/>
                    <a:gd name="T17" fmla="*/ 5 h 121"/>
                    <a:gd name="T18" fmla="*/ 57 w 120"/>
                    <a:gd name="T19" fmla="*/ 24 h 121"/>
                    <a:gd name="T20" fmla="*/ 57 w 120"/>
                    <a:gd name="T21" fmla="*/ 26 h 121"/>
                    <a:gd name="T22" fmla="*/ 56 w 120"/>
                    <a:gd name="T23" fmla="*/ 24 h 121"/>
                    <a:gd name="T24" fmla="*/ 33 w 120"/>
                    <a:gd name="T25" fmla="*/ 9 h 121"/>
                    <a:gd name="T26" fmla="*/ 32 w 120"/>
                    <a:gd name="T27" fmla="*/ 37 h 121"/>
                    <a:gd name="T28" fmla="*/ 33 w 120"/>
                    <a:gd name="T29" fmla="*/ 38 h 121"/>
                    <a:gd name="T30" fmla="*/ 31 w 120"/>
                    <a:gd name="T31" fmla="*/ 37 h 121"/>
                    <a:gd name="T32" fmla="*/ 4 w 120"/>
                    <a:gd name="T33" fmla="*/ 43 h 121"/>
                    <a:gd name="T34" fmla="*/ 23 w 120"/>
                    <a:gd name="T35" fmla="*/ 64 h 121"/>
                    <a:gd name="T36" fmla="*/ 25 w 120"/>
                    <a:gd name="T37" fmla="*/ 64 h 121"/>
                    <a:gd name="T38" fmla="*/ 23 w 120"/>
                    <a:gd name="T39" fmla="*/ 64 h 121"/>
                    <a:gd name="T40" fmla="*/ 8 w 120"/>
                    <a:gd name="T41" fmla="*/ 88 h 121"/>
                    <a:gd name="T42" fmla="*/ 36 w 120"/>
                    <a:gd name="T43" fmla="*/ 89 h 121"/>
                    <a:gd name="T44" fmla="*/ 38 w 120"/>
                    <a:gd name="T45" fmla="*/ 87 h 121"/>
                    <a:gd name="T46" fmla="*/ 37 w 120"/>
                    <a:gd name="T47" fmla="*/ 89 h 121"/>
                    <a:gd name="T48" fmla="*/ 43 w 120"/>
                    <a:gd name="T49" fmla="*/ 116 h 121"/>
                    <a:gd name="T50" fmla="*/ 63 w 120"/>
                    <a:gd name="T51" fmla="*/ 97 h 121"/>
                    <a:gd name="T52" fmla="*/ 63 w 120"/>
                    <a:gd name="T53" fmla="*/ 95 h 121"/>
                    <a:gd name="T54" fmla="*/ 64 w 120"/>
                    <a:gd name="T55" fmla="*/ 97 h 121"/>
                    <a:gd name="T56" fmla="*/ 87 w 120"/>
                    <a:gd name="T57" fmla="*/ 112 h 121"/>
                    <a:gd name="T58" fmla="*/ 88 w 120"/>
                    <a:gd name="T59" fmla="*/ 84 h 121"/>
                    <a:gd name="T60" fmla="*/ 87 w 120"/>
                    <a:gd name="T61" fmla="*/ 83 h 121"/>
                    <a:gd name="T62" fmla="*/ 89 w 120"/>
                    <a:gd name="T63" fmla="*/ 84 h 121"/>
                    <a:gd name="T64" fmla="*/ 116 w 120"/>
                    <a:gd name="T65" fmla="*/ 7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20" h="121">
                      <a:moveTo>
                        <a:pt x="116" y="77"/>
                      </a:moveTo>
                      <a:cubicBezTo>
                        <a:pt x="120" y="63"/>
                        <a:pt x="107" y="58"/>
                        <a:pt x="97" y="57"/>
                      </a:cubicBezTo>
                      <a:cubicBezTo>
                        <a:pt x="96" y="57"/>
                        <a:pt x="95" y="57"/>
                        <a:pt x="95" y="57"/>
                      </a:cubicBezTo>
                      <a:cubicBezTo>
                        <a:pt x="95" y="57"/>
                        <a:pt x="96" y="57"/>
                        <a:pt x="97" y="57"/>
                      </a:cubicBezTo>
                      <a:cubicBezTo>
                        <a:pt x="106" y="54"/>
                        <a:pt x="119" y="47"/>
                        <a:pt x="112" y="33"/>
                      </a:cubicBezTo>
                      <a:cubicBezTo>
                        <a:pt x="104" y="19"/>
                        <a:pt x="91" y="26"/>
                        <a:pt x="84" y="32"/>
                      </a:cubicBezTo>
                      <a:cubicBezTo>
                        <a:pt x="83" y="33"/>
                        <a:pt x="83" y="33"/>
                        <a:pt x="82" y="33"/>
                      </a:cubicBezTo>
                      <a:cubicBezTo>
                        <a:pt x="83" y="33"/>
                        <a:pt x="83" y="32"/>
                        <a:pt x="83" y="32"/>
                      </a:cubicBezTo>
                      <a:cubicBezTo>
                        <a:pt x="88" y="23"/>
                        <a:pt x="92" y="9"/>
                        <a:pt x="77" y="5"/>
                      </a:cubicBezTo>
                      <a:cubicBezTo>
                        <a:pt x="62" y="0"/>
                        <a:pt x="58" y="14"/>
                        <a:pt x="57" y="24"/>
                      </a:cubicBezTo>
                      <a:cubicBezTo>
                        <a:pt x="57" y="24"/>
                        <a:pt x="57" y="25"/>
                        <a:pt x="57" y="26"/>
                      </a:cubicBezTo>
                      <a:cubicBezTo>
                        <a:pt x="57" y="25"/>
                        <a:pt x="56" y="24"/>
                        <a:pt x="56" y="24"/>
                      </a:cubicBezTo>
                      <a:cubicBezTo>
                        <a:pt x="53" y="14"/>
                        <a:pt x="46" y="2"/>
                        <a:pt x="33" y="9"/>
                      </a:cubicBezTo>
                      <a:cubicBezTo>
                        <a:pt x="19" y="16"/>
                        <a:pt x="25" y="29"/>
                        <a:pt x="32" y="37"/>
                      </a:cubicBezTo>
                      <a:cubicBezTo>
                        <a:pt x="32" y="37"/>
                        <a:pt x="33" y="38"/>
                        <a:pt x="33" y="38"/>
                      </a:cubicBezTo>
                      <a:cubicBezTo>
                        <a:pt x="33" y="38"/>
                        <a:pt x="32" y="37"/>
                        <a:pt x="31" y="37"/>
                      </a:cubicBezTo>
                      <a:cubicBezTo>
                        <a:pt x="23" y="32"/>
                        <a:pt x="9" y="29"/>
                        <a:pt x="4" y="43"/>
                      </a:cubicBezTo>
                      <a:cubicBezTo>
                        <a:pt x="0" y="58"/>
                        <a:pt x="13" y="63"/>
                        <a:pt x="23" y="64"/>
                      </a:cubicBezTo>
                      <a:cubicBezTo>
                        <a:pt x="24" y="64"/>
                        <a:pt x="25" y="64"/>
                        <a:pt x="25" y="64"/>
                      </a:cubicBezTo>
                      <a:cubicBezTo>
                        <a:pt x="25" y="64"/>
                        <a:pt x="24" y="64"/>
                        <a:pt x="23" y="64"/>
                      </a:cubicBezTo>
                      <a:cubicBezTo>
                        <a:pt x="14" y="67"/>
                        <a:pt x="1" y="74"/>
                        <a:pt x="8" y="88"/>
                      </a:cubicBezTo>
                      <a:cubicBezTo>
                        <a:pt x="16" y="101"/>
                        <a:pt x="29" y="95"/>
                        <a:pt x="36" y="89"/>
                      </a:cubicBezTo>
                      <a:cubicBezTo>
                        <a:pt x="37" y="88"/>
                        <a:pt x="37" y="88"/>
                        <a:pt x="38" y="87"/>
                      </a:cubicBezTo>
                      <a:cubicBezTo>
                        <a:pt x="37" y="88"/>
                        <a:pt x="37" y="88"/>
                        <a:pt x="37" y="89"/>
                      </a:cubicBezTo>
                      <a:cubicBezTo>
                        <a:pt x="32" y="98"/>
                        <a:pt x="28" y="112"/>
                        <a:pt x="43" y="116"/>
                      </a:cubicBezTo>
                      <a:cubicBezTo>
                        <a:pt x="58" y="121"/>
                        <a:pt x="62" y="107"/>
                        <a:pt x="63" y="97"/>
                      </a:cubicBezTo>
                      <a:cubicBezTo>
                        <a:pt x="63" y="96"/>
                        <a:pt x="63" y="96"/>
                        <a:pt x="63" y="95"/>
                      </a:cubicBezTo>
                      <a:cubicBezTo>
                        <a:pt x="64" y="96"/>
                        <a:pt x="64" y="96"/>
                        <a:pt x="64" y="97"/>
                      </a:cubicBezTo>
                      <a:cubicBezTo>
                        <a:pt x="67" y="107"/>
                        <a:pt x="74" y="119"/>
                        <a:pt x="87" y="112"/>
                      </a:cubicBezTo>
                      <a:cubicBezTo>
                        <a:pt x="101" y="105"/>
                        <a:pt x="95" y="92"/>
                        <a:pt x="88" y="84"/>
                      </a:cubicBezTo>
                      <a:cubicBezTo>
                        <a:pt x="88" y="84"/>
                        <a:pt x="87" y="83"/>
                        <a:pt x="87" y="83"/>
                      </a:cubicBezTo>
                      <a:cubicBezTo>
                        <a:pt x="88" y="83"/>
                        <a:pt x="88" y="83"/>
                        <a:pt x="89" y="84"/>
                      </a:cubicBezTo>
                      <a:cubicBezTo>
                        <a:pt x="98" y="89"/>
                        <a:pt x="111" y="92"/>
                        <a:pt x="116" y="77"/>
                      </a:cubicBezTo>
                      <a:close/>
                    </a:path>
                  </a:pathLst>
                </a:custGeom>
                <a:solidFill>
                  <a:srgbClr val="C12A5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86" name="išḷidé">
                  <a:extLst>
                    <a:ext uri="{FF2B5EF4-FFF2-40B4-BE49-F238E27FC236}">
                      <a16:creationId xmlns:a16="http://schemas.microsoft.com/office/drawing/2014/main" id="{C1576370-9CE5-936B-FE31-1A684FDC2FA6}"/>
                    </a:ext>
                  </a:extLst>
                </p:cNvPr>
                <p:cNvSpPr/>
                <p:nvPr/>
              </p:nvSpPr>
              <p:spPr bwMode="auto">
                <a:xfrm>
                  <a:off x="7232650" y="6895042"/>
                  <a:ext cx="269875" cy="269875"/>
                </a:xfrm>
                <a:custGeom>
                  <a:avLst/>
                  <a:gdLst>
                    <a:gd name="T0" fmla="*/ 46 w 50"/>
                    <a:gd name="T1" fmla="*/ 32 h 50"/>
                    <a:gd name="T2" fmla="*/ 19 w 50"/>
                    <a:gd name="T3" fmla="*/ 47 h 50"/>
                    <a:gd name="T4" fmla="*/ 4 w 50"/>
                    <a:gd name="T5" fmla="*/ 19 h 50"/>
                    <a:gd name="T6" fmla="*/ 32 w 50"/>
                    <a:gd name="T7" fmla="*/ 4 h 50"/>
                    <a:gd name="T8" fmla="*/ 46 w 50"/>
                    <a:gd name="T9" fmla="*/ 3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0">
                      <a:moveTo>
                        <a:pt x="46" y="32"/>
                      </a:moveTo>
                      <a:cubicBezTo>
                        <a:pt x="43" y="44"/>
                        <a:pt x="30" y="50"/>
                        <a:pt x="19" y="47"/>
                      </a:cubicBezTo>
                      <a:cubicBezTo>
                        <a:pt x="7" y="43"/>
                        <a:pt x="0" y="31"/>
                        <a:pt x="4" y="19"/>
                      </a:cubicBezTo>
                      <a:cubicBezTo>
                        <a:pt x="7" y="7"/>
                        <a:pt x="20" y="0"/>
                        <a:pt x="32" y="4"/>
                      </a:cubicBezTo>
                      <a:cubicBezTo>
                        <a:pt x="43" y="8"/>
                        <a:pt x="50" y="20"/>
                        <a:pt x="46" y="32"/>
                      </a:cubicBezTo>
                      <a:close/>
                    </a:path>
                  </a:pathLst>
                </a:custGeom>
                <a:solidFill>
                  <a:srgbClr val="F8B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87" name="组合 1186">
                <a:extLst>
                  <a:ext uri="{FF2B5EF4-FFF2-40B4-BE49-F238E27FC236}">
                    <a16:creationId xmlns:a16="http://schemas.microsoft.com/office/drawing/2014/main" id="{8F4FA276-1A92-4008-50E2-740C59A1571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974311" y="3482693"/>
                <a:ext cx="200398" cy="361650"/>
                <a:chOff x="6924675" y="6591829"/>
                <a:chExt cx="885825" cy="1598613"/>
              </a:xfrm>
            </p:grpSpPr>
            <p:sp>
              <p:nvSpPr>
                <p:cNvPr id="1188" name="íṧľiḋe">
                  <a:extLst>
                    <a:ext uri="{FF2B5EF4-FFF2-40B4-BE49-F238E27FC236}">
                      <a16:creationId xmlns:a16="http://schemas.microsoft.com/office/drawing/2014/main" id="{AF5CCD4E-976C-2C7B-BE96-2CC6C77A2090}"/>
                    </a:ext>
                  </a:extLst>
                </p:cNvPr>
                <p:cNvSpPr/>
                <p:nvPr/>
              </p:nvSpPr>
              <p:spPr bwMode="auto">
                <a:xfrm>
                  <a:off x="7383463" y="7466542"/>
                  <a:ext cx="366713" cy="422275"/>
                </a:xfrm>
                <a:custGeom>
                  <a:avLst/>
                  <a:gdLst>
                    <a:gd name="T0" fmla="*/ 0 w 68"/>
                    <a:gd name="T1" fmla="*/ 78 h 78"/>
                    <a:gd name="T2" fmla="*/ 68 w 68"/>
                    <a:gd name="T3" fmla="*/ 0 h 78"/>
                    <a:gd name="T4" fmla="*/ 0 w 68"/>
                    <a:gd name="T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8" h="78">
                      <a:moveTo>
                        <a:pt x="0" y="78"/>
                      </a:moveTo>
                      <a:cubicBezTo>
                        <a:pt x="0" y="78"/>
                        <a:pt x="1" y="9"/>
                        <a:pt x="68" y="0"/>
                      </a:cubicBezTo>
                      <a:cubicBezTo>
                        <a:pt x="68" y="0"/>
                        <a:pt x="57" y="67"/>
                        <a:pt x="0" y="78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89" name="îsḻiḓê">
                  <a:extLst>
                    <a:ext uri="{FF2B5EF4-FFF2-40B4-BE49-F238E27FC236}">
                      <a16:creationId xmlns:a16="http://schemas.microsoft.com/office/drawing/2014/main" id="{F44417EE-1FAC-AC70-357D-A0400A304D05}"/>
                    </a:ext>
                  </a:extLst>
                </p:cNvPr>
                <p:cNvSpPr/>
                <p:nvPr/>
              </p:nvSpPr>
              <p:spPr bwMode="auto">
                <a:xfrm>
                  <a:off x="7027863" y="7601479"/>
                  <a:ext cx="339725" cy="379413"/>
                </a:xfrm>
                <a:custGeom>
                  <a:avLst/>
                  <a:gdLst>
                    <a:gd name="T0" fmla="*/ 63 w 63"/>
                    <a:gd name="T1" fmla="*/ 70 h 70"/>
                    <a:gd name="T2" fmla="*/ 0 w 63"/>
                    <a:gd name="T3" fmla="*/ 0 h 70"/>
                    <a:gd name="T4" fmla="*/ 63 w 63"/>
                    <a:gd name="T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3" h="70">
                      <a:moveTo>
                        <a:pt x="63" y="70"/>
                      </a:moveTo>
                      <a:cubicBezTo>
                        <a:pt x="63" y="70"/>
                        <a:pt x="62" y="6"/>
                        <a:pt x="0" y="0"/>
                      </a:cubicBezTo>
                      <a:cubicBezTo>
                        <a:pt x="0" y="0"/>
                        <a:pt x="6" y="64"/>
                        <a:pt x="63" y="70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0" name="ïṣḻíḑê">
                  <a:extLst>
                    <a:ext uri="{FF2B5EF4-FFF2-40B4-BE49-F238E27FC236}">
                      <a16:creationId xmlns:a16="http://schemas.microsoft.com/office/drawing/2014/main" id="{C3F16E08-8D56-36D6-59F3-6FEDD96BA99B}"/>
                    </a:ext>
                  </a:extLst>
                </p:cNvPr>
                <p:cNvSpPr/>
                <p:nvPr/>
              </p:nvSpPr>
              <p:spPr bwMode="auto">
                <a:xfrm>
                  <a:off x="7329488" y="7056967"/>
                  <a:ext cx="130175" cy="1133475"/>
                </a:xfrm>
                <a:custGeom>
                  <a:avLst/>
                  <a:gdLst>
                    <a:gd name="T0" fmla="*/ 7 w 24"/>
                    <a:gd name="T1" fmla="*/ 0 h 210"/>
                    <a:gd name="T2" fmla="*/ 0 w 24"/>
                    <a:gd name="T3" fmla="*/ 21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4" h="210">
                      <a:moveTo>
                        <a:pt x="7" y="0"/>
                      </a:moveTo>
                      <a:cubicBezTo>
                        <a:pt x="7" y="0"/>
                        <a:pt x="24" y="106"/>
                        <a:pt x="0" y="210"/>
                      </a:cubicBezTo>
                    </a:path>
                  </a:pathLst>
                </a:custGeom>
                <a:noFill/>
                <a:ln w="22225" cap="flat">
                  <a:solidFill>
                    <a:srgbClr val="61678B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1" name="íšḷiḓé">
                  <a:extLst>
                    <a:ext uri="{FF2B5EF4-FFF2-40B4-BE49-F238E27FC236}">
                      <a16:creationId xmlns:a16="http://schemas.microsoft.com/office/drawing/2014/main" id="{0299EB82-ACE6-7024-49CC-7422EE7863F1}"/>
                    </a:ext>
                  </a:extLst>
                </p:cNvPr>
                <p:cNvSpPr/>
                <p:nvPr/>
              </p:nvSpPr>
              <p:spPr bwMode="auto">
                <a:xfrm>
                  <a:off x="6924675" y="6591829"/>
                  <a:ext cx="885825" cy="881063"/>
                </a:xfrm>
                <a:custGeom>
                  <a:avLst/>
                  <a:gdLst>
                    <a:gd name="T0" fmla="*/ 158 w 164"/>
                    <a:gd name="T1" fmla="*/ 104 h 163"/>
                    <a:gd name="T2" fmla="*/ 132 w 164"/>
                    <a:gd name="T3" fmla="*/ 77 h 163"/>
                    <a:gd name="T4" fmla="*/ 129 w 164"/>
                    <a:gd name="T5" fmla="*/ 77 h 163"/>
                    <a:gd name="T6" fmla="*/ 132 w 164"/>
                    <a:gd name="T7" fmla="*/ 76 h 163"/>
                    <a:gd name="T8" fmla="*/ 152 w 164"/>
                    <a:gd name="T9" fmla="*/ 44 h 163"/>
                    <a:gd name="T10" fmla="*/ 114 w 164"/>
                    <a:gd name="T11" fmla="*/ 43 h 163"/>
                    <a:gd name="T12" fmla="*/ 112 w 164"/>
                    <a:gd name="T13" fmla="*/ 45 h 163"/>
                    <a:gd name="T14" fmla="*/ 113 w 164"/>
                    <a:gd name="T15" fmla="*/ 43 h 163"/>
                    <a:gd name="T16" fmla="*/ 105 w 164"/>
                    <a:gd name="T17" fmla="*/ 6 h 163"/>
                    <a:gd name="T18" fmla="*/ 78 w 164"/>
                    <a:gd name="T19" fmla="*/ 32 h 163"/>
                    <a:gd name="T20" fmla="*/ 78 w 164"/>
                    <a:gd name="T21" fmla="*/ 34 h 163"/>
                    <a:gd name="T22" fmla="*/ 77 w 164"/>
                    <a:gd name="T23" fmla="*/ 32 h 163"/>
                    <a:gd name="T24" fmla="*/ 45 w 164"/>
                    <a:gd name="T25" fmla="*/ 12 h 163"/>
                    <a:gd name="T26" fmla="*/ 44 w 164"/>
                    <a:gd name="T27" fmla="*/ 49 h 163"/>
                    <a:gd name="T28" fmla="*/ 46 w 164"/>
                    <a:gd name="T29" fmla="*/ 51 h 163"/>
                    <a:gd name="T30" fmla="*/ 43 w 164"/>
                    <a:gd name="T31" fmla="*/ 50 h 163"/>
                    <a:gd name="T32" fmla="*/ 6 w 164"/>
                    <a:gd name="T33" fmla="*/ 58 h 163"/>
                    <a:gd name="T34" fmla="*/ 32 w 164"/>
                    <a:gd name="T35" fmla="*/ 86 h 163"/>
                    <a:gd name="T36" fmla="*/ 35 w 164"/>
                    <a:gd name="T37" fmla="*/ 86 h 163"/>
                    <a:gd name="T38" fmla="*/ 33 w 164"/>
                    <a:gd name="T39" fmla="*/ 87 h 163"/>
                    <a:gd name="T40" fmla="*/ 12 w 164"/>
                    <a:gd name="T41" fmla="*/ 118 h 163"/>
                    <a:gd name="T42" fmla="*/ 50 w 164"/>
                    <a:gd name="T43" fmla="*/ 120 h 163"/>
                    <a:gd name="T44" fmla="*/ 52 w 164"/>
                    <a:gd name="T45" fmla="*/ 118 h 163"/>
                    <a:gd name="T46" fmla="*/ 51 w 164"/>
                    <a:gd name="T47" fmla="*/ 120 h 163"/>
                    <a:gd name="T48" fmla="*/ 59 w 164"/>
                    <a:gd name="T49" fmla="*/ 157 h 163"/>
                    <a:gd name="T50" fmla="*/ 86 w 164"/>
                    <a:gd name="T51" fmla="*/ 131 h 163"/>
                    <a:gd name="T52" fmla="*/ 87 w 164"/>
                    <a:gd name="T53" fmla="*/ 128 h 163"/>
                    <a:gd name="T54" fmla="*/ 87 w 164"/>
                    <a:gd name="T55" fmla="*/ 131 h 163"/>
                    <a:gd name="T56" fmla="*/ 119 w 164"/>
                    <a:gd name="T57" fmla="*/ 151 h 163"/>
                    <a:gd name="T58" fmla="*/ 120 w 164"/>
                    <a:gd name="T59" fmla="*/ 113 h 163"/>
                    <a:gd name="T60" fmla="*/ 119 w 164"/>
                    <a:gd name="T61" fmla="*/ 111 h 163"/>
                    <a:gd name="T62" fmla="*/ 121 w 164"/>
                    <a:gd name="T63" fmla="*/ 113 h 163"/>
                    <a:gd name="T64" fmla="*/ 158 w 164"/>
                    <a:gd name="T65" fmla="*/ 104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64" h="163">
                      <a:moveTo>
                        <a:pt x="158" y="104"/>
                      </a:moveTo>
                      <a:cubicBezTo>
                        <a:pt x="164" y="85"/>
                        <a:pt x="145" y="78"/>
                        <a:pt x="132" y="77"/>
                      </a:cubicBezTo>
                      <a:cubicBezTo>
                        <a:pt x="131" y="77"/>
                        <a:pt x="130" y="77"/>
                        <a:pt x="129" y="77"/>
                      </a:cubicBezTo>
                      <a:cubicBezTo>
                        <a:pt x="130" y="77"/>
                        <a:pt x="131" y="76"/>
                        <a:pt x="132" y="76"/>
                      </a:cubicBezTo>
                      <a:cubicBezTo>
                        <a:pt x="145" y="72"/>
                        <a:pt x="162" y="63"/>
                        <a:pt x="152" y="44"/>
                      </a:cubicBezTo>
                      <a:cubicBezTo>
                        <a:pt x="142" y="26"/>
                        <a:pt x="125" y="34"/>
                        <a:pt x="114" y="43"/>
                      </a:cubicBezTo>
                      <a:cubicBezTo>
                        <a:pt x="113" y="44"/>
                        <a:pt x="113" y="44"/>
                        <a:pt x="112" y="45"/>
                      </a:cubicBezTo>
                      <a:cubicBezTo>
                        <a:pt x="113" y="44"/>
                        <a:pt x="113" y="43"/>
                        <a:pt x="113" y="43"/>
                      </a:cubicBezTo>
                      <a:cubicBezTo>
                        <a:pt x="120" y="31"/>
                        <a:pt x="125" y="12"/>
                        <a:pt x="105" y="6"/>
                      </a:cubicBezTo>
                      <a:cubicBezTo>
                        <a:pt x="85" y="0"/>
                        <a:pt x="79" y="18"/>
                        <a:pt x="78" y="32"/>
                      </a:cubicBezTo>
                      <a:cubicBezTo>
                        <a:pt x="78" y="33"/>
                        <a:pt x="78" y="33"/>
                        <a:pt x="78" y="34"/>
                      </a:cubicBezTo>
                      <a:cubicBezTo>
                        <a:pt x="77" y="33"/>
                        <a:pt x="77" y="33"/>
                        <a:pt x="77" y="32"/>
                      </a:cubicBezTo>
                      <a:cubicBezTo>
                        <a:pt x="73" y="19"/>
                        <a:pt x="63" y="2"/>
                        <a:pt x="45" y="12"/>
                      </a:cubicBezTo>
                      <a:cubicBezTo>
                        <a:pt x="27" y="21"/>
                        <a:pt x="35" y="39"/>
                        <a:pt x="44" y="49"/>
                      </a:cubicBezTo>
                      <a:cubicBezTo>
                        <a:pt x="44" y="50"/>
                        <a:pt x="45" y="51"/>
                        <a:pt x="46" y="51"/>
                      </a:cubicBezTo>
                      <a:cubicBezTo>
                        <a:pt x="45" y="51"/>
                        <a:pt x="44" y="50"/>
                        <a:pt x="43" y="50"/>
                      </a:cubicBezTo>
                      <a:cubicBezTo>
                        <a:pt x="31" y="43"/>
                        <a:pt x="13" y="38"/>
                        <a:pt x="6" y="58"/>
                      </a:cubicBezTo>
                      <a:cubicBezTo>
                        <a:pt x="0" y="78"/>
                        <a:pt x="19" y="85"/>
                        <a:pt x="32" y="86"/>
                      </a:cubicBezTo>
                      <a:cubicBezTo>
                        <a:pt x="33" y="86"/>
                        <a:pt x="34" y="86"/>
                        <a:pt x="35" y="86"/>
                      </a:cubicBezTo>
                      <a:cubicBezTo>
                        <a:pt x="34" y="86"/>
                        <a:pt x="33" y="86"/>
                        <a:pt x="33" y="87"/>
                      </a:cubicBezTo>
                      <a:cubicBezTo>
                        <a:pt x="19" y="90"/>
                        <a:pt x="2" y="100"/>
                        <a:pt x="12" y="118"/>
                      </a:cubicBezTo>
                      <a:cubicBezTo>
                        <a:pt x="22" y="137"/>
                        <a:pt x="39" y="128"/>
                        <a:pt x="50" y="120"/>
                      </a:cubicBezTo>
                      <a:cubicBezTo>
                        <a:pt x="51" y="119"/>
                        <a:pt x="51" y="118"/>
                        <a:pt x="52" y="118"/>
                      </a:cubicBezTo>
                      <a:cubicBezTo>
                        <a:pt x="51" y="119"/>
                        <a:pt x="51" y="119"/>
                        <a:pt x="51" y="120"/>
                      </a:cubicBezTo>
                      <a:cubicBezTo>
                        <a:pt x="44" y="132"/>
                        <a:pt x="39" y="151"/>
                        <a:pt x="59" y="157"/>
                      </a:cubicBezTo>
                      <a:cubicBezTo>
                        <a:pt x="79" y="163"/>
                        <a:pt x="85" y="145"/>
                        <a:pt x="86" y="131"/>
                      </a:cubicBezTo>
                      <a:cubicBezTo>
                        <a:pt x="86" y="130"/>
                        <a:pt x="87" y="129"/>
                        <a:pt x="87" y="128"/>
                      </a:cubicBezTo>
                      <a:cubicBezTo>
                        <a:pt x="87" y="129"/>
                        <a:pt x="87" y="130"/>
                        <a:pt x="87" y="131"/>
                      </a:cubicBezTo>
                      <a:cubicBezTo>
                        <a:pt x="91" y="144"/>
                        <a:pt x="101" y="161"/>
                        <a:pt x="119" y="151"/>
                      </a:cubicBezTo>
                      <a:cubicBezTo>
                        <a:pt x="138" y="141"/>
                        <a:pt x="129" y="124"/>
                        <a:pt x="120" y="113"/>
                      </a:cubicBezTo>
                      <a:cubicBezTo>
                        <a:pt x="120" y="113"/>
                        <a:pt x="119" y="112"/>
                        <a:pt x="119" y="111"/>
                      </a:cubicBezTo>
                      <a:cubicBezTo>
                        <a:pt x="119" y="112"/>
                        <a:pt x="120" y="112"/>
                        <a:pt x="121" y="113"/>
                      </a:cubicBezTo>
                      <a:cubicBezTo>
                        <a:pt x="133" y="119"/>
                        <a:pt x="151" y="124"/>
                        <a:pt x="158" y="104"/>
                      </a:cubicBezTo>
                      <a:close/>
                    </a:path>
                  </a:pathLst>
                </a:custGeom>
                <a:solidFill>
                  <a:srgbClr val="EC36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2" name="iSḻïḍé">
                  <a:extLst>
                    <a:ext uri="{FF2B5EF4-FFF2-40B4-BE49-F238E27FC236}">
                      <a16:creationId xmlns:a16="http://schemas.microsoft.com/office/drawing/2014/main" id="{615D64C0-E31F-AD50-E053-0ABB3DE3A998}"/>
                    </a:ext>
                  </a:extLst>
                </p:cNvPr>
                <p:cNvSpPr/>
                <p:nvPr/>
              </p:nvSpPr>
              <p:spPr bwMode="auto">
                <a:xfrm>
                  <a:off x="7043738" y="6706129"/>
                  <a:ext cx="647700" cy="652463"/>
                </a:xfrm>
                <a:custGeom>
                  <a:avLst/>
                  <a:gdLst>
                    <a:gd name="T0" fmla="*/ 116 w 120"/>
                    <a:gd name="T1" fmla="*/ 77 h 121"/>
                    <a:gd name="T2" fmla="*/ 97 w 120"/>
                    <a:gd name="T3" fmla="*/ 57 h 121"/>
                    <a:gd name="T4" fmla="*/ 95 w 120"/>
                    <a:gd name="T5" fmla="*/ 57 h 121"/>
                    <a:gd name="T6" fmla="*/ 97 w 120"/>
                    <a:gd name="T7" fmla="*/ 57 h 121"/>
                    <a:gd name="T8" fmla="*/ 112 w 120"/>
                    <a:gd name="T9" fmla="*/ 33 h 121"/>
                    <a:gd name="T10" fmla="*/ 84 w 120"/>
                    <a:gd name="T11" fmla="*/ 32 h 121"/>
                    <a:gd name="T12" fmla="*/ 82 w 120"/>
                    <a:gd name="T13" fmla="*/ 33 h 121"/>
                    <a:gd name="T14" fmla="*/ 83 w 120"/>
                    <a:gd name="T15" fmla="*/ 32 h 121"/>
                    <a:gd name="T16" fmla="*/ 77 w 120"/>
                    <a:gd name="T17" fmla="*/ 5 h 121"/>
                    <a:gd name="T18" fmla="*/ 57 w 120"/>
                    <a:gd name="T19" fmla="*/ 24 h 121"/>
                    <a:gd name="T20" fmla="*/ 57 w 120"/>
                    <a:gd name="T21" fmla="*/ 26 h 121"/>
                    <a:gd name="T22" fmla="*/ 56 w 120"/>
                    <a:gd name="T23" fmla="*/ 24 h 121"/>
                    <a:gd name="T24" fmla="*/ 33 w 120"/>
                    <a:gd name="T25" fmla="*/ 9 h 121"/>
                    <a:gd name="T26" fmla="*/ 32 w 120"/>
                    <a:gd name="T27" fmla="*/ 37 h 121"/>
                    <a:gd name="T28" fmla="*/ 33 w 120"/>
                    <a:gd name="T29" fmla="*/ 38 h 121"/>
                    <a:gd name="T30" fmla="*/ 31 w 120"/>
                    <a:gd name="T31" fmla="*/ 37 h 121"/>
                    <a:gd name="T32" fmla="*/ 4 w 120"/>
                    <a:gd name="T33" fmla="*/ 43 h 121"/>
                    <a:gd name="T34" fmla="*/ 23 w 120"/>
                    <a:gd name="T35" fmla="*/ 64 h 121"/>
                    <a:gd name="T36" fmla="*/ 25 w 120"/>
                    <a:gd name="T37" fmla="*/ 64 h 121"/>
                    <a:gd name="T38" fmla="*/ 23 w 120"/>
                    <a:gd name="T39" fmla="*/ 64 h 121"/>
                    <a:gd name="T40" fmla="*/ 8 w 120"/>
                    <a:gd name="T41" fmla="*/ 88 h 121"/>
                    <a:gd name="T42" fmla="*/ 36 w 120"/>
                    <a:gd name="T43" fmla="*/ 89 h 121"/>
                    <a:gd name="T44" fmla="*/ 38 w 120"/>
                    <a:gd name="T45" fmla="*/ 87 h 121"/>
                    <a:gd name="T46" fmla="*/ 37 w 120"/>
                    <a:gd name="T47" fmla="*/ 89 h 121"/>
                    <a:gd name="T48" fmla="*/ 43 w 120"/>
                    <a:gd name="T49" fmla="*/ 116 h 121"/>
                    <a:gd name="T50" fmla="*/ 63 w 120"/>
                    <a:gd name="T51" fmla="*/ 97 h 121"/>
                    <a:gd name="T52" fmla="*/ 63 w 120"/>
                    <a:gd name="T53" fmla="*/ 95 h 121"/>
                    <a:gd name="T54" fmla="*/ 64 w 120"/>
                    <a:gd name="T55" fmla="*/ 97 h 121"/>
                    <a:gd name="T56" fmla="*/ 87 w 120"/>
                    <a:gd name="T57" fmla="*/ 112 h 121"/>
                    <a:gd name="T58" fmla="*/ 88 w 120"/>
                    <a:gd name="T59" fmla="*/ 84 h 121"/>
                    <a:gd name="T60" fmla="*/ 87 w 120"/>
                    <a:gd name="T61" fmla="*/ 83 h 121"/>
                    <a:gd name="T62" fmla="*/ 89 w 120"/>
                    <a:gd name="T63" fmla="*/ 84 h 121"/>
                    <a:gd name="T64" fmla="*/ 116 w 120"/>
                    <a:gd name="T65" fmla="*/ 7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20" h="121">
                      <a:moveTo>
                        <a:pt x="116" y="77"/>
                      </a:moveTo>
                      <a:cubicBezTo>
                        <a:pt x="120" y="63"/>
                        <a:pt x="107" y="58"/>
                        <a:pt x="97" y="57"/>
                      </a:cubicBezTo>
                      <a:cubicBezTo>
                        <a:pt x="96" y="57"/>
                        <a:pt x="95" y="57"/>
                        <a:pt x="95" y="57"/>
                      </a:cubicBezTo>
                      <a:cubicBezTo>
                        <a:pt x="95" y="57"/>
                        <a:pt x="96" y="57"/>
                        <a:pt x="97" y="57"/>
                      </a:cubicBezTo>
                      <a:cubicBezTo>
                        <a:pt x="106" y="54"/>
                        <a:pt x="119" y="47"/>
                        <a:pt x="112" y="33"/>
                      </a:cubicBezTo>
                      <a:cubicBezTo>
                        <a:pt x="104" y="19"/>
                        <a:pt x="91" y="26"/>
                        <a:pt x="84" y="32"/>
                      </a:cubicBezTo>
                      <a:cubicBezTo>
                        <a:pt x="83" y="33"/>
                        <a:pt x="83" y="33"/>
                        <a:pt x="82" y="33"/>
                      </a:cubicBezTo>
                      <a:cubicBezTo>
                        <a:pt x="83" y="33"/>
                        <a:pt x="83" y="32"/>
                        <a:pt x="83" y="32"/>
                      </a:cubicBezTo>
                      <a:cubicBezTo>
                        <a:pt x="88" y="23"/>
                        <a:pt x="92" y="9"/>
                        <a:pt x="77" y="5"/>
                      </a:cubicBezTo>
                      <a:cubicBezTo>
                        <a:pt x="62" y="0"/>
                        <a:pt x="58" y="14"/>
                        <a:pt x="57" y="24"/>
                      </a:cubicBezTo>
                      <a:cubicBezTo>
                        <a:pt x="57" y="24"/>
                        <a:pt x="57" y="25"/>
                        <a:pt x="57" y="26"/>
                      </a:cubicBezTo>
                      <a:cubicBezTo>
                        <a:pt x="57" y="25"/>
                        <a:pt x="56" y="24"/>
                        <a:pt x="56" y="24"/>
                      </a:cubicBezTo>
                      <a:cubicBezTo>
                        <a:pt x="53" y="14"/>
                        <a:pt x="46" y="2"/>
                        <a:pt x="33" y="9"/>
                      </a:cubicBezTo>
                      <a:cubicBezTo>
                        <a:pt x="19" y="16"/>
                        <a:pt x="25" y="29"/>
                        <a:pt x="32" y="37"/>
                      </a:cubicBezTo>
                      <a:cubicBezTo>
                        <a:pt x="32" y="37"/>
                        <a:pt x="33" y="38"/>
                        <a:pt x="33" y="38"/>
                      </a:cubicBezTo>
                      <a:cubicBezTo>
                        <a:pt x="33" y="38"/>
                        <a:pt x="32" y="37"/>
                        <a:pt x="31" y="37"/>
                      </a:cubicBezTo>
                      <a:cubicBezTo>
                        <a:pt x="23" y="32"/>
                        <a:pt x="9" y="29"/>
                        <a:pt x="4" y="43"/>
                      </a:cubicBezTo>
                      <a:cubicBezTo>
                        <a:pt x="0" y="58"/>
                        <a:pt x="13" y="63"/>
                        <a:pt x="23" y="64"/>
                      </a:cubicBezTo>
                      <a:cubicBezTo>
                        <a:pt x="24" y="64"/>
                        <a:pt x="25" y="64"/>
                        <a:pt x="25" y="64"/>
                      </a:cubicBezTo>
                      <a:cubicBezTo>
                        <a:pt x="25" y="64"/>
                        <a:pt x="24" y="64"/>
                        <a:pt x="23" y="64"/>
                      </a:cubicBezTo>
                      <a:cubicBezTo>
                        <a:pt x="14" y="67"/>
                        <a:pt x="1" y="74"/>
                        <a:pt x="8" y="88"/>
                      </a:cubicBezTo>
                      <a:cubicBezTo>
                        <a:pt x="16" y="101"/>
                        <a:pt x="29" y="95"/>
                        <a:pt x="36" y="89"/>
                      </a:cubicBezTo>
                      <a:cubicBezTo>
                        <a:pt x="37" y="88"/>
                        <a:pt x="37" y="88"/>
                        <a:pt x="38" y="87"/>
                      </a:cubicBezTo>
                      <a:cubicBezTo>
                        <a:pt x="37" y="88"/>
                        <a:pt x="37" y="88"/>
                        <a:pt x="37" y="89"/>
                      </a:cubicBezTo>
                      <a:cubicBezTo>
                        <a:pt x="32" y="98"/>
                        <a:pt x="28" y="112"/>
                        <a:pt x="43" y="116"/>
                      </a:cubicBezTo>
                      <a:cubicBezTo>
                        <a:pt x="58" y="121"/>
                        <a:pt x="62" y="107"/>
                        <a:pt x="63" y="97"/>
                      </a:cubicBezTo>
                      <a:cubicBezTo>
                        <a:pt x="63" y="96"/>
                        <a:pt x="63" y="96"/>
                        <a:pt x="63" y="95"/>
                      </a:cubicBezTo>
                      <a:cubicBezTo>
                        <a:pt x="64" y="96"/>
                        <a:pt x="64" y="96"/>
                        <a:pt x="64" y="97"/>
                      </a:cubicBezTo>
                      <a:cubicBezTo>
                        <a:pt x="67" y="107"/>
                        <a:pt x="74" y="119"/>
                        <a:pt x="87" y="112"/>
                      </a:cubicBezTo>
                      <a:cubicBezTo>
                        <a:pt x="101" y="105"/>
                        <a:pt x="95" y="92"/>
                        <a:pt x="88" y="84"/>
                      </a:cubicBezTo>
                      <a:cubicBezTo>
                        <a:pt x="88" y="84"/>
                        <a:pt x="87" y="83"/>
                        <a:pt x="87" y="83"/>
                      </a:cubicBezTo>
                      <a:cubicBezTo>
                        <a:pt x="88" y="83"/>
                        <a:pt x="88" y="83"/>
                        <a:pt x="89" y="84"/>
                      </a:cubicBezTo>
                      <a:cubicBezTo>
                        <a:pt x="98" y="89"/>
                        <a:pt x="111" y="92"/>
                        <a:pt x="116" y="77"/>
                      </a:cubicBezTo>
                      <a:close/>
                    </a:path>
                  </a:pathLst>
                </a:custGeom>
                <a:solidFill>
                  <a:srgbClr val="C12A5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3" name="išḷidé">
                  <a:extLst>
                    <a:ext uri="{FF2B5EF4-FFF2-40B4-BE49-F238E27FC236}">
                      <a16:creationId xmlns:a16="http://schemas.microsoft.com/office/drawing/2014/main" id="{ED2FDA0C-405C-AD9C-B7C5-01E596F87D2A}"/>
                    </a:ext>
                  </a:extLst>
                </p:cNvPr>
                <p:cNvSpPr/>
                <p:nvPr/>
              </p:nvSpPr>
              <p:spPr bwMode="auto">
                <a:xfrm>
                  <a:off x="7232650" y="6895042"/>
                  <a:ext cx="269875" cy="269875"/>
                </a:xfrm>
                <a:custGeom>
                  <a:avLst/>
                  <a:gdLst>
                    <a:gd name="T0" fmla="*/ 46 w 50"/>
                    <a:gd name="T1" fmla="*/ 32 h 50"/>
                    <a:gd name="T2" fmla="*/ 19 w 50"/>
                    <a:gd name="T3" fmla="*/ 47 h 50"/>
                    <a:gd name="T4" fmla="*/ 4 w 50"/>
                    <a:gd name="T5" fmla="*/ 19 h 50"/>
                    <a:gd name="T6" fmla="*/ 32 w 50"/>
                    <a:gd name="T7" fmla="*/ 4 h 50"/>
                    <a:gd name="T8" fmla="*/ 46 w 50"/>
                    <a:gd name="T9" fmla="*/ 3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0">
                      <a:moveTo>
                        <a:pt x="46" y="32"/>
                      </a:moveTo>
                      <a:cubicBezTo>
                        <a:pt x="43" y="44"/>
                        <a:pt x="30" y="50"/>
                        <a:pt x="19" y="47"/>
                      </a:cubicBezTo>
                      <a:cubicBezTo>
                        <a:pt x="7" y="43"/>
                        <a:pt x="0" y="31"/>
                        <a:pt x="4" y="19"/>
                      </a:cubicBezTo>
                      <a:cubicBezTo>
                        <a:pt x="7" y="7"/>
                        <a:pt x="20" y="0"/>
                        <a:pt x="32" y="4"/>
                      </a:cubicBezTo>
                      <a:cubicBezTo>
                        <a:pt x="43" y="8"/>
                        <a:pt x="50" y="20"/>
                        <a:pt x="46" y="32"/>
                      </a:cubicBezTo>
                      <a:close/>
                    </a:path>
                  </a:pathLst>
                </a:custGeom>
                <a:solidFill>
                  <a:srgbClr val="F8B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94" name="组合 1193">
                <a:extLst>
                  <a:ext uri="{FF2B5EF4-FFF2-40B4-BE49-F238E27FC236}">
                    <a16:creationId xmlns:a16="http://schemas.microsoft.com/office/drawing/2014/main" id="{0605CFBB-F18A-5AE0-5B9A-D842F3E4206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250601" y="3414098"/>
                <a:ext cx="200398" cy="361650"/>
                <a:chOff x="6924675" y="6591829"/>
                <a:chExt cx="885825" cy="1598613"/>
              </a:xfrm>
            </p:grpSpPr>
            <p:sp>
              <p:nvSpPr>
                <p:cNvPr id="1195" name="íṧľiḋe">
                  <a:extLst>
                    <a:ext uri="{FF2B5EF4-FFF2-40B4-BE49-F238E27FC236}">
                      <a16:creationId xmlns:a16="http://schemas.microsoft.com/office/drawing/2014/main" id="{D55BFA20-7B9E-991C-501D-85F072467943}"/>
                    </a:ext>
                  </a:extLst>
                </p:cNvPr>
                <p:cNvSpPr/>
                <p:nvPr/>
              </p:nvSpPr>
              <p:spPr bwMode="auto">
                <a:xfrm>
                  <a:off x="7383463" y="7466542"/>
                  <a:ext cx="366713" cy="422275"/>
                </a:xfrm>
                <a:custGeom>
                  <a:avLst/>
                  <a:gdLst>
                    <a:gd name="T0" fmla="*/ 0 w 68"/>
                    <a:gd name="T1" fmla="*/ 78 h 78"/>
                    <a:gd name="T2" fmla="*/ 68 w 68"/>
                    <a:gd name="T3" fmla="*/ 0 h 78"/>
                    <a:gd name="T4" fmla="*/ 0 w 68"/>
                    <a:gd name="T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8" h="78">
                      <a:moveTo>
                        <a:pt x="0" y="78"/>
                      </a:moveTo>
                      <a:cubicBezTo>
                        <a:pt x="0" y="78"/>
                        <a:pt x="1" y="9"/>
                        <a:pt x="68" y="0"/>
                      </a:cubicBezTo>
                      <a:cubicBezTo>
                        <a:pt x="68" y="0"/>
                        <a:pt x="57" y="67"/>
                        <a:pt x="0" y="78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6" name="îsḻiḓê">
                  <a:extLst>
                    <a:ext uri="{FF2B5EF4-FFF2-40B4-BE49-F238E27FC236}">
                      <a16:creationId xmlns:a16="http://schemas.microsoft.com/office/drawing/2014/main" id="{C746B275-3473-AAC0-49D2-F9096FD22488}"/>
                    </a:ext>
                  </a:extLst>
                </p:cNvPr>
                <p:cNvSpPr/>
                <p:nvPr/>
              </p:nvSpPr>
              <p:spPr bwMode="auto">
                <a:xfrm>
                  <a:off x="7027863" y="7601479"/>
                  <a:ext cx="339725" cy="379413"/>
                </a:xfrm>
                <a:custGeom>
                  <a:avLst/>
                  <a:gdLst>
                    <a:gd name="T0" fmla="*/ 63 w 63"/>
                    <a:gd name="T1" fmla="*/ 70 h 70"/>
                    <a:gd name="T2" fmla="*/ 0 w 63"/>
                    <a:gd name="T3" fmla="*/ 0 h 70"/>
                    <a:gd name="T4" fmla="*/ 63 w 63"/>
                    <a:gd name="T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3" h="70">
                      <a:moveTo>
                        <a:pt x="63" y="70"/>
                      </a:moveTo>
                      <a:cubicBezTo>
                        <a:pt x="63" y="70"/>
                        <a:pt x="62" y="6"/>
                        <a:pt x="0" y="0"/>
                      </a:cubicBezTo>
                      <a:cubicBezTo>
                        <a:pt x="0" y="0"/>
                        <a:pt x="6" y="64"/>
                        <a:pt x="63" y="70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7" name="ïṣḻíḑê">
                  <a:extLst>
                    <a:ext uri="{FF2B5EF4-FFF2-40B4-BE49-F238E27FC236}">
                      <a16:creationId xmlns:a16="http://schemas.microsoft.com/office/drawing/2014/main" id="{A6DCE584-1C24-944F-849F-DFB55B996DEF}"/>
                    </a:ext>
                  </a:extLst>
                </p:cNvPr>
                <p:cNvSpPr/>
                <p:nvPr/>
              </p:nvSpPr>
              <p:spPr bwMode="auto">
                <a:xfrm>
                  <a:off x="7329488" y="7056967"/>
                  <a:ext cx="130175" cy="1133475"/>
                </a:xfrm>
                <a:custGeom>
                  <a:avLst/>
                  <a:gdLst>
                    <a:gd name="T0" fmla="*/ 7 w 24"/>
                    <a:gd name="T1" fmla="*/ 0 h 210"/>
                    <a:gd name="T2" fmla="*/ 0 w 24"/>
                    <a:gd name="T3" fmla="*/ 21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4" h="210">
                      <a:moveTo>
                        <a:pt x="7" y="0"/>
                      </a:moveTo>
                      <a:cubicBezTo>
                        <a:pt x="7" y="0"/>
                        <a:pt x="24" y="106"/>
                        <a:pt x="0" y="210"/>
                      </a:cubicBezTo>
                    </a:path>
                  </a:pathLst>
                </a:custGeom>
                <a:noFill/>
                <a:ln w="22225" cap="flat">
                  <a:solidFill>
                    <a:srgbClr val="61678B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8" name="íšḷiḓé">
                  <a:extLst>
                    <a:ext uri="{FF2B5EF4-FFF2-40B4-BE49-F238E27FC236}">
                      <a16:creationId xmlns:a16="http://schemas.microsoft.com/office/drawing/2014/main" id="{A9AF06CD-2661-194A-A2C7-3CFFAE9A890C}"/>
                    </a:ext>
                  </a:extLst>
                </p:cNvPr>
                <p:cNvSpPr/>
                <p:nvPr/>
              </p:nvSpPr>
              <p:spPr bwMode="auto">
                <a:xfrm>
                  <a:off x="6924675" y="6591829"/>
                  <a:ext cx="885825" cy="881063"/>
                </a:xfrm>
                <a:custGeom>
                  <a:avLst/>
                  <a:gdLst>
                    <a:gd name="T0" fmla="*/ 158 w 164"/>
                    <a:gd name="T1" fmla="*/ 104 h 163"/>
                    <a:gd name="T2" fmla="*/ 132 w 164"/>
                    <a:gd name="T3" fmla="*/ 77 h 163"/>
                    <a:gd name="T4" fmla="*/ 129 w 164"/>
                    <a:gd name="T5" fmla="*/ 77 h 163"/>
                    <a:gd name="T6" fmla="*/ 132 w 164"/>
                    <a:gd name="T7" fmla="*/ 76 h 163"/>
                    <a:gd name="T8" fmla="*/ 152 w 164"/>
                    <a:gd name="T9" fmla="*/ 44 h 163"/>
                    <a:gd name="T10" fmla="*/ 114 w 164"/>
                    <a:gd name="T11" fmla="*/ 43 h 163"/>
                    <a:gd name="T12" fmla="*/ 112 w 164"/>
                    <a:gd name="T13" fmla="*/ 45 h 163"/>
                    <a:gd name="T14" fmla="*/ 113 w 164"/>
                    <a:gd name="T15" fmla="*/ 43 h 163"/>
                    <a:gd name="T16" fmla="*/ 105 w 164"/>
                    <a:gd name="T17" fmla="*/ 6 h 163"/>
                    <a:gd name="T18" fmla="*/ 78 w 164"/>
                    <a:gd name="T19" fmla="*/ 32 h 163"/>
                    <a:gd name="T20" fmla="*/ 78 w 164"/>
                    <a:gd name="T21" fmla="*/ 34 h 163"/>
                    <a:gd name="T22" fmla="*/ 77 w 164"/>
                    <a:gd name="T23" fmla="*/ 32 h 163"/>
                    <a:gd name="T24" fmla="*/ 45 w 164"/>
                    <a:gd name="T25" fmla="*/ 12 h 163"/>
                    <a:gd name="T26" fmla="*/ 44 w 164"/>
                    <a:gd name="T27" fmla="*/ 49 h 163"/>
                    <a:gd name="T28" fmla="*/ 46 w 164"/>
                    <a:gd name="T29" fmla="*/ 51 h 163"/>
                    <a:gd name="T30" fmla="*/ 43 w 164"/>
                    <a:gd name="T31" fmla="*/ 50 h 163"/>
                    <a:gd name="T32" fmla="*/ 6 w 164"/>
                    <a:gd name="T33" fmla="*/ 58 h 163"/>
                    <a:gd name="T34" fmla="*/ 32 w 164"/>
                    <a:gd name="T35" fmla="*/ 86 h 163"/>
                    <a:gd name="T36" fmla="*/ 35 w 164"/>
                    <a:gd name="T37" fmla="*/ 86 h 163"/>
                    <a:gd name="T38" fmla="*/ 33 w 164"/>
                    <a:gd name="T39" fmla="*/ 87 h 163"/>
                    <a:gd name="T40" fmla="*/ 12 w 164"/>
                    <a:gd name="T41" fmla="*/ 118 h 163"/>
                    <a:gd name="T42" fmla="*/ 50 w 164"/>
                    <a:gd name="T43" fmla="*/ 120 h 163"/>
                    <a:gd name="T44" fmla="*/ 52 w 164"/>
                    <a:gd name="T45" fmla="*/ 118 h 163"/>
                    <a:gd name="T46" fmla="*/ 51 w 164"/>
                    <a:gd name="T47" fmla="*/ 120 h 163"/>
                    <a:gd name="T48" fmla="*/ 59 w 164"/>
                    <a:gd name="T49" fmla="*/ 157 h 163"/>
                    <a:gd name="T50" fmla="*/ 86 w 164"/>
                    <a:gd name="T51" fmla="*/ 131 h 163"/>
                    <a:gd name="T52" fmla="*/ 87 w 164"/>
                    <a:gd name="T53" fmla="*/ 128 h 163"/>
                    <a:gd name="T54" fmla="*/ 87 w 164"/>
                    <a:gd name="T55" fmla="*/ 131 h 163"/>
                    <a:gd name="T56" fmla="*/ 119 w 164"/>
                    <a:gd name="T57" fmla="*/ 151 h 163"/>
                    <a:gd name="T58" fmla="*/ 120 w 164"/>
                    <a:gd name="T59" fmla="*/ 113 h 163"/>
                    <a:gd name="T60" fmla="*/ 119 w 164"/>
                    <a:gd name="T61" fmla="*/ 111 h 163"/>
                    <a:gd name="T62" fmla="*/ 121 w 164"/>
                    <a:gd name="T63" fmla="*/ 113 h 163"/>
                    <a:gd name="T64" fmla="*/ 158 w 164"/>
                    <a:gd name="T65" fmla="*/ 104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64" h="163">
                      <a:moveTo>
                        <a:pt x="158" y="104"/>
                      </a:moveTo>
                      <a:cubicBezTo>
                        <a:pt x="164" y="85"/>
                        <a:pt x="145" y="78"/>
                        <a:pt x="132" y="77"/>
                      </a:cubicBezTo>
                      <a:cubicBezTo>
                        <a:pt x="131" y="77"/>
                        <a:pt x="130" y="77"/>
                        <a:pt x="129" y="77"/>
                      </a:cubicBezTo>
                      <a:cubicBezTo>
                        <a:pt x="130" y="77"/>
                        <a:pt x="131" y="76"/>
                        <a:pt x="132" y="76"/>
                      </a:cubicBezTo>
                      <a:cubicBezTo>
                        <a:pt x="145" y="72"/>
                        <a:pt x="162" y="63"/>
                        <a:pt x="152" y="44"/>
                      </a:cubicBezTo>
                      <a:cubicBezTo>
                        <a:pt x="142" y="26"/>
                        <a:pt x="125" y="34"/>
                        <a:pt x="114" y="43"/>
                      </a:cubicBezTo>
                      <a:cubicBezTo>
                        <a:pt x="113" y="44"/>
                        <a:pt x="113" y="44"/>
                        <a:pt x="112" y="45"/>
                      </a:cubicBezTo>
                      <a:cubicBezTo>
                        <a:pt x="113" y="44"/>
                        <a:pt x="113" y="43"/>
                        <a:pt x="113" y="43"/>
                      </a:cubicBezTo>
                      <a:cubicBezTo>
                        <a:pt x="120" y="31"/>
                        <a:pt x="125" y="12"/>
                        <a:pt x="105" y="6"/>
                      </a:cubicBezTo>
                      <a:cubicBezTo>
                        <a:pt x="85" y="0"/>
                        <a:pt x="79" y="18"/>
                        <a:pt x="78" y="32"/>
                      </a:cubicBezTo>
                      <a:cubicBezTo>
                        <a:pt x="78" y="33"/>
                        <a:pt x="78" y="33"/>
                        <a:pt x="78" y="34"/>
                      </a:cubicBezTo>
                      <a:cubicBezTo>
                        <a:pt x="77" y="33"/>
                        <a:pt x="77" y="33"/>
                        <a:pt x="77" y="32"/>
                      </a:cubicBezTo>
                      <a:cubicBezTo>
                        <a:pt x="73" y="19"/>
                        <a:pt x="63" y="2"/>
                        <a:pt x="45" y="12"/>
                      </a:cubicBezTo>
                      <a:cubicBezTo>
                        <a:pt x="27" y="21"/>
                        <a:pt x="35" y="39"/>
                        <a:pt x="44" y="49"/>
                      </a:cubicBezTo>
                      <a:cubicBezTo>
                        <a:pt x="44" y="50"/>
                        <a:pt x="45" y="51"/>
                        <a:pt x="46" y="51"/>
                      </a:cubicBezTo>
                      <a:cubicBezTo>
                        <a:pt x="45" y="51"/>
                        <a:pt x="44" y="50"/>
                        <a:pt x="43" y="50"/>
                      </a:cubicBezTo>
                      <a:cubicBezTo>
                        <a:pt x="31" y="43"/>
                        <a:pt x="13" y="38"/>
                        <a:pt x="6" y="58"/>
                      </a:cubicBezTo>
                      <a:cubicBezTo>
                        <a:pt x="0" y="78"/>
                        <a:pt x="19" y="85"/>
                        <a:pt x="32" y="86"/>
                      </a:cubicBezTo>
                      <a:cubicBezTo>
                        <a:pt x="33" y="86"/>
                        <a:pt x="34" y="86"/>
                        <a:pt x="35" y="86"/>
                      </a:cubicBezTo>
                      <a:cubicBezTo>
                        <a:pt x="34" y="86"/>
                        <a:pt x="33" y="86"/>
                        <a:pt x="33" y="87"/>
                      </a:cubicBezTo>
                      <a:cubicBezTo>
                        <a:pt x="19" y="90"/>
                        <a:pt x="2" y="100"/>
                        <a:pt x="12" y="118"/>
                      </a:cubicBezTo>
                      <a:cubicBezTo>
                        <a:pt x="22" y="137"/>
                        <a:pt x="39" y="128"/>
                        <a:pt x="50" y="120"/>
                      </a:cubicBezTo>
                      <a:cubicBezTo>
                        <a:pt x="51" y="119"/>
                        <a:pt x="51" y="118"/>
                        <a:pt x="52" y="118"/>
                      </a:cubicBezTo>
                      <a:cubicBezTo>
                        <a:pt x="51" y="119"/>
                        <a:pt x="51" y="119"/>
                        <a:pt x="51" y="120"/>
                      </a:cubicBezTo>
                      <a:cubicBezTo>
                        <a:pt x="44" y="132"/>
                        <a:pt x="39" y="151"/>
                        <a:pt x="59" y="157"/>
                      </a:cubicBezTo>
                      <a:cubicBezTo>
                        <a:pt x="79" y="163"/>
                        <a:pt x="85" y="145"/>
                        <a:pt x="86" y="131"/>
                      </a:cubicBezTo>
                      <a:cubicBezTo>
                        <a:pt x="86" y="130"/>
                        <a:pt x="87" y="129"/>
                        <a:pt x="87" y="128"/>
                      </a:cubicBezTo>
                      <a:cubicBezTo>
                        <a:pt x="87" y="129"/>
                        <a:pt x="87" y="130"/>
                        <a:pt x="87" y="131"/>
                      </a:cubicBezTo>
                      <a:cubicBezTo>
                        <a:pt x="91" y="144"/>
                        <a:pt x="101" y="161"/>
                        <a:pt x="119" y="151"/>
                      </a:cubicBezTo>
                      <a:cubicBezTo>
                        <a:pt x="138" y="141"/>
                        <a:pt x="129" y="124"/>
                        <a:pt x="120" y="113"/>
                      </a:cubicBezTo>
                      <a:cubicBezTo>
                        <a:pt x="120" y="113"/>
                        <a:pt x="119" y="112"/>
                        <a:pt x="119" y="111"/>
                      </a:cubicBezTo>
                      <a:cubicBezTo>
                        <a:pt x="119" y="112"/>
                        <a:pt x="120" y="112"/>
                        <a:pt x="121" y="113"/>
                      </a:cubicBezTo>
                      <a:cubicBezTo>
                        <a:pt x="133" y="119"/>
                        <a:pt x="151" y="124"/>
                        <a:pt x="158" y="104"/>
                      </a:cubicBezTo>
                      <a:close/>
                    </a:path>
                  </a:pathLst>
                </a:custGeom>
                <a:solidFill>
                  <a:srgbClr val="EC36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9" name="iSḻïḍé">
                  <a:extLst>
                    <a:ext uri="{FF2B5EF4-FFF2-40B4-BE49-F238E27FC236}">
                      <a16:creationId xmlns:a16="http://schemas.microsoft.com/office/drawing/2014/main" id="{7CB40E2E-73CB-6274-96A9-6DD8DE824DC6}"/>
                    </a:ext>
                  </a:extLst>
                </p:cNvPr>
                <p:cNvSpPr/>
                <p:nvPr/>
              </p:nvSpPr>
              <p:spPr bwMode="auto">
                <a:xfrm>
                  <a:off x="7043738" y="6706129"/>
                  <a:ext cx="647700" cy="652463"/>
                </a:xfrm>
                <a:custGeom>
                  <a:avLst/>
                  <a:gdLst>
                    <a:gd name="T0" fmla="*/ 116 w 120"/>
                    <a:gd name="T1" fmla="*/ 77 h 121"/>
                    <a:gd name="T2" fmla="*/ 97 w 120"/>
                    <a:gd name="T3" fmla="*/ 57 h 121"/>
                    <a:gd name="T4" fmla="*/ 95 w 120"/>
                    <a:gd name="T5" fmla="*/ 57 h 121"/>
                    <a:gd name="T6" fmla="*/ 97 w 120"/>
                    <a:gd name="T7" fmla="*/ 57 h 121"/>
                    <a:gd name="T8" fmla="*/ 112 w 120"/>
                    <a:gd name="T9" fmla="*/ 33 h 121"/>
                    <a:gd name="T10" fmla="*/ 84 w 120"/>
                    <a:gd name="T11" fmla="*/ 32 h 121"/>
                    <a:gd name="T12" fmla="*/ 82 w 120"/>
                    <a:gd name="T13" fmla="*/ 33 h 121"/>
                    <a:gd name="T14" fmla="*/ 83 w 120"/>
                    <a:gd name="T15" fmla="*/ 32 h 121"/>
                    <a:gd name="T16" fmla="*/ 77 w 120"/>
                    <a:gd name="T17" fmla="*/ 5 h 121"/>
                    <a:gd name="T18" fmla="*/ 57 w 120"/>
                    <a:gd name="T19" fmla="*/ 24 h 121"/>
                    <a:gd name="T20" fmla="*/ 57 w 120"/>
                    <a:gd name="T21" fmla="*/ 26 h 121"/>
                    <a:gd name="T22" fmla="*/ 56 w 120"/>
                    <a:gd name="T23" fmla="*/ 24 h 121"/>
                    <a:gd name="T24" fmla="*/ 33 w 120"/>
                    <a:gd name="T25" fmla="*/ 9 h 121"/>
                    <a:gd name="T26" fmla="*/ 32 w 120"/>
                    <a:gd name="T27" fmla="*/ 37 h 121"/>
                    <a:gd name="T28" fmla="*/ 33 w 120"/>
                    <a:gd name="T29" fmla="*/ 38 h 121"/>
                    <a:gd name="T30" fmla="*/ 31 w 120"/>
                    <a:gd name="T31" fmla="*/ 37 h 121"/>
                    <a:gd name="T32" fmla="*/ 4 w 120"/>
                    <a:gd name="T33" fmla="*/ 43 h 121"/>
                    <a:gd name="T34" fmla="*/ 23 w 120"/>
                    <a:gd name="T35" fmla="*/ 64 h 121"/>
                    <a:gd name="T36" fmla="*/ 25 w 120"/>
                    <a:gd name="T37" fmla="*/ 64 h 121"/>
                    <a:gd name="T38" fmla="*/ 23 w 120"/>
                    <a:gd name="T39" fmla="*/ 64 h 121"/>
                    <a:gd name="T40" fmla="*/ 8 w 120"/>
                    <a:gd name="T41" fmla="*/ 88 h 121"/>
                    <a:gd name="T42" fmla="*/ 36 w 120"/>
                    <a:gd name="T43" fmla="*/ 89 h 121"/>
                    <a:gd name="T44" fmla="*/ 38 w 120"/>
                    <a:gd name="T45" fmla="*/ 87 h 121"/>
                    <a:gd name="T46" fmla="*/ 37 w 120"/>
                    <a:gd name="T47" fmla="*/ 89 h 121"/>
                    <a:gd name="T48" fmla="*/ 43 w 120"/>
                    <a:gd name="T49" fmla="*/ 116 h 121"/>
                    <a:gd name="T50" fmla="*/ 63 w 120"/>
                    <a:gd name="T51" fmla="*/ 97 h 121"/>
                    <a:gd name="T52" fmla="*/ 63 w 120"/>
                    <a:gd name="T53" fmla="*/ 95 h 121"/>
                    <a:gd name="T54" fmla="*/ 64 w 120"/>
                    <a:gd name="T55" fmla="*/ 97 h 121"/>
                    <a:gd name="T56" fmla="*/ 87 w 120"/>
                    <a:gd name="T57" fmla="*/ 112 h 121"/>
                    <a:gd name="T58" fmla="*/ 88 w 120"/>
                    <a:gd name="T59" fmla="*/ 84 h 121"/>
                    <a:gd name="T60" fmla="*/ 87 w 120"/>
                    <a:gd name="T61" fmla="*/ 83 h 121"/>
                    <a:gd name="T62" fmla="*/ 89 w 120"/>
                    <a:gd name="T63" fmla="*/ 84 h 121"/>
                    <a:gd name="T64" fmla="*/ 116 w 120"/>
                    <a:gd name="T65" fmla="*/ 7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20" h="121">
                      <a:moveTo>
                        <a:pt x="116" y="77"/>
                      </a:moveTo>
                      <a:cubicBezTo>
                        <a:pt x="120" y="63"/>
                        <a:pt x="107" y="58"/>
                        <a:pt x="97" y="57"/>
                      </a:cubicBezTo>
                      <a:cubicBezTo>
                        <a:pt x="96" y="57"/>
                        <a:pt x="95" y="57"/>
                        <a:pt x="95" y="57"/>
                      </a:cubicBezTo>
                      <a:cubicBezTo>
                        <a:pt x="95" y="57"/>
                        <a:pt x="96" y="57"/>
                        <a:pt x="97" y="57"/>
                      </a:cubicBezTo>
                      <a:cubicBezTo>
                        <a:pt x="106" y="54"/>
                        <a:pt x="119" y="47"/>
                        <a:pt x="112" y="33"/>
                      </a:cubicBezTo>
                      <a:cubicBezTo>
                        <a:pt x="104" y="19"/>
                        <a:pt x="91" y="26"/>
                        <a:pt x="84" y="32"/>
                      </a:cubicBezTo>
                      <a:cubicBezTo>
                        <a:pt x="83" y="33"/>
                        <a:pt x="83" y="33"/>
                        <a:pt x="82" y="33"/>
                      </a:cubicBezTo>
                      <a:cubicBezTo>
                        <a:pt x="83" y="33"/>
                        <a:pt x="83" y="32"/>
                        <a:pt x="83" y="32"/>
                      </a:cubicBezTo>
                      <a:cubicBezTo>
                        <a:pt x="88" y="23"/>
                        <a:pt x="92" y="9"/>
                        <a:pt x="77" y="5"/>
                      </a:cubicBezTo>
                      <a:cubicBezTo>
                        <a:pt x="62" y="0"/>
                        <a:pt x="58" y="14"/>
                        <a:pt x="57" y="24"/>
                      </a:cubicBezTo>
                      <a:cubicBezTo>
                        <a:pt x="57" y="24"/>
                        <a:pt x="57" y="25"/>
                        <a:pt x="57" y="26"/>
                      </a:cubicBezTo>
                      <a:cubicBezTo>
                        <a:pt x="57" y="25"/>
                        <a:pt x="56" y="24"/>
                        <a:pt x="56" y="24"/>
                      </a:cubicBezTo>
                      <a:cubicBezTo>
                        <a:pt x="53" y="14"/>
                        <a:pt x="46" y="2"/>
                        <a:pt x="33" y="9"/>
                      </a:cubicBezTo>
                      <a:cubicBezTo>
                        <a:pt x="19" y="16"/>
                        <a:pt x="25" y="29"/>
                        <a:pt x="32" y="37"/>
                      </a:cubicBezTo>
                      <a:cubicBezTo>
                        <a:pt x="32" y="37"/>
                        <a:pt x="33" y="38"/>
                        <a:pt x="33" y="38"/>
                      </a:cubicBezTo>
                      <a:cubicBezTo>
                        <a:pt x="33" y="38"/>
                        <a:pt x="32" y="37"/>
                        <a:pt x="31" y="37"/>
                      </a:cubicBezTo>
                      <a:cubicBezTo>
                        <a:pt x="23" y="32"/>
                        <a:pt x="9" y="29"/>
                        <a:pt x="4" y="43"/>
                      </a:cubicBezTo>
                      <a:cubicBezTo>
                        <a:pt x="0" y="58"/>
                        <a:pt x="13" y="63"/>
                        <a:pt x="23" y="64"/>
                      </a:cubicBezTo>
                      <a:cubicBezTo>
                        <a:pt x="24" y="64"/>
                        <a:pt x="25" y="64"/>
                        <a:pt x="25" y="64"/>
                      </a:cubicBezTo>
                      <a:cubicBezTo>
                        <a:pt x="25" y="64"/>
                        <a:pt x="24" y="64"/>
                        <a:pt x="23" y="64"/>
                      </a:cubicBezTo>
                      <a:cubicBezTo>
                        <a:pt x="14" y="67"/>
                        <a:pt x="1" y="74"/>
                        <a:pt x="8" y="88"/>
                      </a:cubicBezTo>
                      <a:cubicBezTo>
                        <a:pt x="16" y="101"/>
                        <a:pt x="29" y="95"/>
                        <a:pt x="36" y="89"/>
                      </a:cubicBezTo>
                      <a:cubicBezTo>
                        <a:pt x="37" y="88"/>
                        <a:pt x="37" y="88"/>
                        <a:pt x="38" y="87"/>
                      </a:cubicBezTo>
                      <a:cubicBezTo>
                        <a:pt x="37" y="88"/>
                        <a:pt x="37" y="88"/>
                        <a:pt x="37" y="89"/>
                      </a:cubicBezTo>
                      <a:cubicBezTo>
                        <a:pt x="32" y="98"/>
                        <a:pt x="28" y="112"/>
                        <a:pt x="43" y="116"/>
                      </a:cubicBezTo>
                      <a:cubicBezTo>
                        <a:pt x="58" y="121"/>
                        <a:pt x="62" y="107"/>
                        <a:pt x="63" y="97"/>
                      </a:cubicBezTo>
                      <a:cubicBezTo>
                        <a:pt x="63" y="96"/>
                        <a:pt x="63" y="96"/>
                        <a:pt x="63" y="95"/>
                      </a:cubicBezTo>
                      <a:cubicBezTo>
                        <a:pt x="64" y="96"/>
                        <a:pt x="64" y="96"/>
                        <a:pt x="64" y="97"/>
                      </a:cubicBezTo>
                      <a:cubicBezTo>
                        <a:pt x="67" y="107"/>
                        <a:pt x="74" y="119"/>
                        <a:pt x="87" y="112"/>
                      </a:cubicBezTo>
                      <a:cubicBezTo>
                        <a:pt x="101" y="105"/>
                        <a:pt x="95" y="92"/>
                        <a:pt x="88" y="84"/>
                      </a:cubicBezTo>
                      <a:cubicBezTo>
                        <a:pt x="88" y="84"/>
                        <a:pt x="87" y="83"/>
                        <a:pt x="87" y="83"/>
                      </a:cubicBezTo>
                      <a:cubicBezTo>
                        <a:pt x="88" y="83"/>
                        <a:pt x="88" y="83"/>
                        <a:pt x="89" y="84"/>
                      </a:cubicBezTo>
                      <a:cubicBezTo>
                        <a:pt x="98" y="89"/>
                        <a:pt x="111" y="92"/>
                        <a:pt x="116" y="77"/>
                      </a:cubicBezTo>
                      <a:close/>
                    </a:path>
                  </a:pathLst>
                </a:custGeom>
                <a:solidFill>
                  <a:srgbClr val="C12A5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0" name="išḷidé">
                  <a:extLst>
                    <a:ext uri="{FF2B5EF4-FFF2-40B4-BE49-F238E27FC236}">
                      <a16:creationId xmlns:a16="http://schemas.microsoft.com/office/drawing/2014/main" id="{CF11AF61-147D-58F3-DED0-1BD11C64FDB7}"/>
                    </a:ext>
                  </a:extLst>
                </p:cNvPr>
                <p:cNvSpPr/>
                <p:nvPr/>
              </p:nvSpPr>
              <p:spPr bwMode="auto">
                <a:xfrm>
                  <a:off x="7232650" y="6895042"/>
                  <a:ext cx="269875" cy="269875"/>
                </a:xfrm>
                <a:custGeom>
                  <a:avLst/>
                  <a:gdLst>
                    <a:gd name="T0" fmla="*/ 46 w 50"/>
                    <a:gd name="T1" fmla="*/ 32 h 50"/>
                    <a:gd name="T2" fmla="*/ 19 w 50"/>
                    <a:gd name="T3" fmla="*/ 47 h 50"/>
                    <a:gd name="T4" fmla="*/ 4 w 50"/>
                    <a:gd name="T5" fmla="*/ 19 h 50"/>
                    <a:gd name="T6" fmla="*/ 32 w 50"/>
                    <a:gd name="T7" fmla="*/ 4 h 50"/>
                    <a:gd name="T8" fmla="*/ 46 w 50"/>
                    <a:gd name="T9" fmla="*/ 3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0">
                      <a:moveTo>
                        <a:pt x="46" y="32"/>
                      </a:moveTo>
                      <a:cubicBezTo>
                        <a:pt x="43" y="44"/>
                        <a:pt x="30" y="50"/>
                        <a:pt x="19" y="47"/>
                      </a:cubicBezTo>
                      <a:cubicBezTo>
                        <a:pt x="7" y="43"/>
                        <a:pt x="0" y="31"/>
                        <a:pt x="4" y="19"/>
                      </a:cubicBezTo>
                      <a:cubicBezTo>
                        <a:pt x="7" y="7"/>
                        <a:pt x="20" y="0"/>
                        <a:pt x="32" y="4"/>
                      </a:cubicBezTo>
                      <a:cubicBezTo>
                        <a:pt x="43" y="8"/>
                        <a:pt x="50" y="20"/>
                        <a:pt x="46" y="32"/>
                      </a:cubicBezTo>
                      <a:close/>
                    </a:path>
                  </a:pathLst>
                </a:custGeom>
                <a:solidFill>
                  <a:srgbClr val="F8B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01" name="组合 1200">
                <a:extLst>
                  <a:ext uri="{FF2B5EF4-FFF2-40B4-BE49-F238E27FC236}">
                    <a16:creationId xmlns:a16="http://schemas.microsoft.com/office/drawing/2014/main" id="{08999C9F-A9A6-8B1D-F0C0-280802D5716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862475" y="3519325"/>
                <a:ext cx="200398" cy="361650"/>
                <a:chOff x="6924675" y="6591829"/>
                <a:chExt cx="885825" cy="1598613"/>
              </a:xfrm>
            </p:grpSpPr>
            <p:sp>
              <p:nvSpPr>
                <p:cNvPr id="1202" name="íṧľiḋe">
                  <a:extLst>
                    <a:ext uri="{FF2B5EF4-FFF2-40B4-BE49-F238E27FC236}">
                      <a16:creationId xmlns:a16="http://schemas.microsoft.com/office/drawing/2014/main" id="{46556D3B-429D-8E78-48E9-0DB982A4C720}"/>
                    </a:ext>
                  </a:extLst>
                </p:cNvPr>
                <p:cNvSpPr/>
                <p:nvPr/>
              </p:nvSpPr>
              <p:spPr bwMode="auto">
                <a:xfrm>
                  <a:off x="7383463" y="7466542"/>
                  <a:ext cx="366713" cy="422275"/>
                </a:xfrm>
                <a:custGeom>
                  <a:avLst/>
                  <a:gdLst>
                    <a:gd name="T0" fmla="*/ 0 w 68"/>
                    <a:gd name="T1" fmla="*/ 78 h 78"/>
                    <a:gd name="T2" fmla="*/ 68 w 68"/>
                    <a:gd name="T3" fmla="*/ 0 h 78"/>
                    <a:gd name="T4" fmla="*/ 0 w 68"/>
                    <a:gd name="T5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8" h="78">
                      <a:moveTo>
                        <a:pt x="0" y="78"/>
                      </a:moveTo>
                      <a:cubicBezTo>
                        <a:pt x="0" y="78"/>
                        <a:pt x="1" y="9"/>
                        <a:pt x="68" y="0"/>
                      </a:cubicBezTo>
                      <a:cubicBezTo>
                        <a:pt x="68" y="0"/>
                        <a:pt x="57" y="67"/>
                        <a:pt x="0" y="78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3" name="îsḻiḓê">
                  <a:extLst>
                    <a:ext uri="{FF2B5EF4-FFF2-40B4-BE49-F238E27FC236}">
                      <a16:creationId xmlns:a16="http://schemas.microsoft.com/office/drawing/2014/main" id="{6AC97E06-9AEF-9478-1A58-9955893E3CCB}"/>
                    </a:ext>
                  </a:extLst>
                </p:cNvPr>
                <p:cNvSpPr/>
                <p:nvPr/>
              </p:nvSpPr>
              <p:spPr bwMode="auto">
                <a:xfrm>
                  <a:off x="7027863" y="7601479"/>
                  <a:ext cx="339725" cy="379413"/>
                </a:xfrm>
                <a:custGeom>
                  <a:avLst/>
                  <a:gdLst>
                    <a:gd name="T0" fmla="*/ 63 w 63"/>
                    <a:gd name="T1" fmla="*/ 70 h 70"/>
                    <a:gd name="T2" fmla="*/ 0 w 63"/>
                    <a:gd name="T3" fmla="*/ 0 h 70"/>
                    <a:gd name="T4" fmla="*/ 63 w 63"/>
                    <a:gd name="T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3" h="70">
                      <a:moveTo>
                        <a:pt x="63" y="70"/>
                      </a:moveTo>
                      <a:cubicBezTo>
                        <a:pt x="63" y="70"/>
                        <a:pt x="62" y="6"/>
                        <a:pt x="0" y="0"/>
                      </a:cubicBezTo>
                      <a:cubicBezTo>
                        <a:pt x="0" y="0"/>
                        <a:pt x="6" y="64"/>
                        <a:pt x="63" y="70"/>
                      </a:cubicBezTo>
                      <a:close/>
                    </a:path>
                  </a:pathLst>
                </a:custGeom>
                <a:solidFill>
                  <a:srgbClr val="7487B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4" name="ïṣḻíḑê">
                  <a:extLst>
                    <a:ext uri="{FF2B5EF4-FFF2-40B4-BE49-F238E27FC236}">
                      <a16:creationId xmlns:a16="http://schemas.microsoft.com/office/drawing/2014/main" id="{2C97DD68-AD73-401F-7A85-31E2036B4CBC}"/>
                    </a:ext>
                  </a:extLst>
                </p:cNvPr>
                <p:cNvSpPr/>
                <p:nvPr/>
              </p:nvSpPr>
              <p:spPr bwMode="auto">
                <a:xfrm>
                  <a:off x="7329488" y="7056967"/>
                  <a:ext cx="130175" cy="1133475"/>
                </a:xfrm>
                <a:custGeom>
                  <a:avLst/>
                  <a:gdLst>
                    <a:gd name="T0" fmla="*/ 7 w 24"/>
                    <a:gd name="T1" fmla="*/ 0 h 210"/>
                    <a:gd name="T2" fmla="*/ 0 w 24"/>
                    <a:gd name="T3" fmla="*/ 21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4" h="210">
                      <a:moveTo>
                        <a:pt x="7" y="0"/>
                      </a:moveTo>
                      <a:cubicBezTo>
                        <a:pt x="7" y="0"/>
                        <a:pt x="24" y="106"/>
                        <a:pt x="0" y="210"/>
                      </a:cubicBezTo>
                    </a:path>
                  </a:pathLst>
                </a:custGeom>
                <a:noFill/>
                <a:ln w="22225" cap="flat">
                  <a:solidFill>
                    <a:srgbClr val="61678B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5" name="íšḷiḓé">
                  <a:extLst>
                    <a:ext uri="{FF2B5EF4-FFF2-40B4-BE49-F238E27FC236}">
                      <a16:creationId xmlns:a16="http://schemas.microsoft.com/office/drawing/2014/main" id="{AA341C3E-BDEF-0E97-852C-9548E71DFEC7}"/>
                    </a:ext>
                  </a:extLst>
                </p:cNvPr>
                <p:cNvSpPr/>
                <p:nvPr/>
              </p:nvSpPr>
              <p:spPr bwMode="auto">
                <a:xfrm>
                  <a:off x="6924675" y="6591829"/>
                  <a:ext cx="885825" cy="881063"/>
                </a:xfrm>
                <a:custGeom>
                  <a:avLst/>
                  <a:gdLst>
                    <a:gd name="T0" fmla="*/ 158 w 164"/>
                    <a:gd name="T1" fmla="*/ 104 h 163"/>
                    <a:gd name="T2" fmla="*/ 132 w 164"/>
                    <a:gd name="T3" fmla="*/ 77 h 163"/>
                    <a:gd name="T4" fmla="*/ 129 w 164"/>
                    <a:gd name="T5" fmla="*/ 77 h 163"/>
                    <a:gd name="T6" fmla="*/ 132 w 164"/>
                    <a:gd name="T7" fmla="*/ 76 h 163"/>
                    <a:gd name="T8" fmla="*/ 152 w 164"/>
                    <a:gd name="T9" fmla="*/ 44 h 163"/>
                    <a:gd name="T10" fmla="*/ 114 w 164"/>
                    <a:gd name="T11" fmla="*/ 43 h 163"/>
                    <a:gd name="T12" fmla="*/ 112 w 164"/>
                    <a:gd name="T13" fmla="*/ 45 h 163"/>
                    <a:gd name="T14" fmla="*/ 113 w 164"/>
                    <a:gd name="T15" fmla="*/ 43 h 163"/>
                    <a:gd name="T16" fmla="*/ 105 w 164"/>
                    <a:gd name="T17" fmla="*/ 6 h 163"/>
                    <a:gd name="T18" fmla="*/ 78 w 164"/>
                    <a:gd name="T19" fmla="*/ 32 h 163"/>
                    <a:gd name="T20" fmla="*/ 78 w 164"/>
                    <a:gd name="T21" fmla="*/ 34 h 163"/>
                    <a:gd name="T22" fmla="*/ 77 w 164"/>
                    <a:gd name="T23" fmla="*/ 32 h 163"/>
                    <a:gd name="T24" fmla="*/ 45 w 164"/>
                    <a:gd name="T25" fmla="*/ 12 h 163"/>
                    <a:gd name="T26" fmla="*/ 44 w 164"/>
                    <a:gd name="T27" fmla="*/ 49 h 163"/>
                    <a:gd name="T28" fmla="*/ 46 w 164"/>
                    <a:gd name="T29" fmla="*/ 51 h 163"/>
                    <a:gd name="T30" fmla="*/ 43 w 164"/>
                    <a:gd name="T31" fmla="*/ 50 h 163"/>
                    <a:gd name="T32" fmla="*/ 6 w 164"/>
                    <a:gd name="T33" fmla="*/ 58 h 163"/>
                    <a:gd name="T34" fmla="*/ 32 w 164"/>
                    <a:gd name="T35" fmla="*/ 86 h 163"/>
                    <a:gd name="T36" fmla="*/ 35 w 164"/>
                    <a:gd name="T37" fmla="*/ 86 h 163"/>
                    <a:gd name="T38" fmla="*/ 33 w 164"/>
                    <a:gd name="T39" fmla="*/ 87 h 163"/>
                    <a:gd name="T40" fmla="*/ 12 w 164"/>
                    <a:gd name="T41" fmla="*/ 118 h 163"/>
                    <a:gd name="T42" fmla="*/ 50 w 164"/>
                    <a:gd name="T43" fmla="*/ 120 h 163"/>
                    <a:gd name="T44" fmla="*/ 52 w 164"/>
                    <a:gd name="T45" fmla="*/ 118 h 163"/>
                    <a:gd name="T46" fmla="*/ 51 w 164"/>
                    <a:gd name="T47" fmla="*/ 120 h 163"/>
                    <a:gd name="T48" fmla="*/ 59 w 164"/>
                    <a:gd name="T49" fmla="*/ 157 h 163"/>
                    <a:gd name="T50" fmla="*/ 86 w 164"/>
                    <a:gd name="T51" fmla="*/ 131 h 163"/>
                    <a:gd name="T52" fmla="*/ 87 w 164"/>
                    <a:gd name="T53" fmla="*/ 128 h 163"/>
                    <a:gd name="T54" fmla="*/ 87 w 164"/>
                    <a:gd name="T55" fmla="*/ 131 h 163"/>
                    <a:gd name="T56" fmla="*/ 119 w 164"/>
                    <a:gd name="T57" fmla="*/ 151 h 163"/>
                    <a:gd name="T58" fmla="*/ 120 w 164"/>
                    <a:gd name="T59" fmla="*/ 113 h 163"/>
                    <a:gd name="T60" fmla="*/ 119 w 164"/>
                    <a:gd name="T61" fmla="*/ 111 h 163"/>
                    <a:gd name="T62" fmla="*/ 121 w 164"/>
                    <a:gd name="T63" fmla="*/ 113 h 163"/>
                    <a:gd name="T64" fmla="*/ 158 w 164"/>
                    <a:gd name="T65" fmla="*/ 104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64" h="163">
                      <a:moveTo>
                        <a:pt x="158" y="104"/>
                      </a:moveTo>
                      <a:cubicBezTo>
                        <a:pt x="164" y="85"/>
                        <a:pt x="145" y="78"/>
                        <a:pt x="132" y="77"/>
                      </a:cubicBezTo>
                      <a:cubicBezTo>
                        <a:pt x="131" y="77"/>
                        <a:pt x="130" y="77"/>
                        <a:pt x="129" y="77"/>
                      </a:cubicBezTo>
                      <a:cubicBezTo>
                        <a:pt x="130" y="77"/>
                        <a:pt x="131" y="76"/>
                        <a:pt x="132" y="76"/>
                      </a:cubicBezTo>
                      <a:cubicBezTo>
                        <a:pt x="145" y="72"/>
                        <a:pt x="162" y="63"/>
                        <a:pt x="152" y="44"/>
                      </a:cubicBezTo>
                      <a:cubicBezTo>
                        <a:pt x="142" y="26"/>
                        <a:pt x="125" y="34"/>
                        <a:pt x="114" y="43"/>
                      </a:cubicBezTo>
                      <a:cubicBezTo>
                        <a:pt x="113" y="44"/>
                        <a:pt x="113" y="44"/>
                        <a:pt x="112" y="45"/>
                      </a:cubicBezTo>
                      <a:cubicBezTo>
                        <a:pt x="113" y="44"/>
                        <a:pt x="113" y="43"/>
                        <a:pt x="113" y="43"/>
                      </a:cubicBezTo>
                      <a:cubicBezTo>
                        <a:pt x="120" y="31"/>
                        <a:pt x="125" y="12"/>
                        <a:pt x="105" y="6"/>
                      </a:cubicBezTo>
                      <a:cubicBezTo>
                        <a:pt x="85" y="0"/>
                        <a:pt x="79" y="18"/>
                        <a:pt x="78" y="32"/>
                      </a:cubicBezTo>
                      <a:cubicBezTo>
                        <a:pt x="78" y="33"/>
                        <a:pt x="78" y="33"/>
                        <a:pt x="78" y="34"/>
                      </a:cubicBezTo>
                      <a:cubicBezTo>
                        <a:pt x="77" y="33"/>
                        <a:pt x="77" y="33"/>
                        <a:pt x="77" y="32"/>
                      </a:cubicBezTo>
                      <a:cubicBezTo>
                        <a:pt x="73" y="19"/>
                        <a:pt x="63" y="2"/>
                        <a:pt x="45" y="12"/>
                      </a:cubicBezTo>
                      <a:cubicBezTo>
                        <a:pt x="27" y="21"/>
                        <a:pt x="35" y="39"/>
                        <a:pt x="44" y="49"/>
                      </a:cubicBezTo>
                      <a:cubicBezTo>
                        <a:pt x="44" y="50"/>
                        <a:pt x="45" y="51"/>
                        <a:pt x="46" y="51"/>
                      </a:cubicBezTo>
                      <a:cubicBezTo>
                        <a:pt x="45" y="51"/>
                        <a:pt x="44" y="50"/>
                        <a:pt x="43" y="50"/>
                      </a:cubicBezTo>
                      <a:cubicBezTo>
                        <a:pt x="31" y="43"/>
                        <a:pt x="13" y="38"/>
                        <a:pt x="6" y="58"/>
                      </a:cubicBezTo>
                      <a:cubicBezTo>
                        <a:pt x="0" y="78"/>
                        <a:pt x="19" y="85"/>
                        <a:pt x="32" y="86"/>
                      </a:cubicBezTo>
                      <a:cubicBezTo>
                        <a:pt x="33" y="86"/>
                        <a:pt x="34" y="86"/>
                        <a:pt x="35" y="86"/>
                      </a:cubicBezTo>
                      <a:cubicBezTo>
                        <a:pt x="34" y="86"/>
                        <a:pt x="33" y="86"/>
                        <a:pt x="33" y="87"/>
                      </a:cubicBezTo>
                      <a:cubicBezTo>
                        <a:pt x="19" y="90"/>
                        <a:pt x="2" y="100"/>
                        <a:pt x="12" y="118"/>
                      </a:cubicBezTo>
                      <a:cubicBezTo>
                        <a:pt x="22" y="137"/>
                        <a:pt x="39" y="128"/>
                        <a:pt x="50" y="120"/>
                      </a:cubicBezTo>
                      <a:cubicBezTo>
                        <a:pt x="51" y="119"/>
                        <a:pt x="51" y="118"/>
                        <a:pt x="52" y="118"/>
                      </a:cubicBezTo>
                      <a:cubicBezTo>
                        <a:pt x="51" y="119"/>
                        <a:pt x="51" y="119"/>
                        <a:pt x="51" y="120"/>
                      </a:cubicBezTo>
                      <a:cubicBezTo>
                        <a:pt x="44" y="132"/>
                        <a:pt x="39" y="151"/>
                        <a:pt x="59" y="157"/>
                      </a:cubicBezTo>
                      <a:cubicBezTo>
                        <a:pt x="79" y="163"/>
                        <a:pt x="85" y="145"/>
                        <a:pt x="86" y="131"/>
                      </a:cubicBezTo>
                      <a:cubicBezTo>
                        <a:pt x="86" y="130"/>
                        <a:pt x="87" y="129"/>
                        <a:pt x="87" y="128"/>
                      </a:cubicBezTo>
                      <a:cubicBezTo>
                        <a:pt x="87" y="129"/>
                        <a:pt x="87" y="130"/>
                        <a:pt x="87" y="131"/>
                      </a:cubicBezTo>
                      <a:cubicBezTo>
                        <a:pt x="91" y="144"/>
                        <a:pt x="101" y="161"/>
                        <a:pt x="119" y="151"/>
                      </a:cubicBezTo>
                      <a:cubicBezTo>
                        <a:pt x="138" y="141"/>
                        <a:pt x="129" y="124"/>
                        <a:pt x="120" y="113"/>
                      </a:cubicBezTo>
                      <a:cubicBezTo>
                        <a:pt x="120" y="113"/>
                        <a:pt x="119" y="112"/>
                        <a:pt x="119" y="111"/>
                      </a:cubicBezTo>
                      <a:cubicBezTo>
                        <a:pt x="119" y="112"/>
                        <a:pt x="120" y="112"/>
                        <a:pt x="121" y="113"/>
                      </a:cubicBezTo>
                      <a:cubicBezTo>
                        <a:pt x="133" y="119"/>
                        <a:pt x="151" y="124"/>
                        <a:pt x="158" y="104"/>
                      </a:cubicBezTo>
                      <a:close/>
                    </a:path>
                  </a:pathLst>
                </a:custGeom>
                <a:solidFill>
                  <a:srgbClr val="EC36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6" name="iSḻïḍé">
                  <a:extLst>
                    <a:ext uri="{FF2B5EF4-FFF2-40B4-BE49-F238E27FC236}">
                      <a16:creationId xmlns:a16="http://schemas.microsoft.com/office/drawing/2014/main" id="{A005DBF9-3ED0-0DC3-8E13-02B0E939E883}"/>
                    </a:ext>
                  </a:extLst>
                </p:cNvPr>
                <p:cNvSpPr/>
                <p:nvPr/>
              </p:nvSpPr>
              <p:spPr bwMode="auto">
                <a:xfrm>
                  <a:off x="7043738" y="6706129"/>
                  <a:ext cx="647700" cy="652463"/>
                </a:xfrm>
                <a:custGeom>
                  <a:avLst/>
                  <a:gdLst>
                    <a:gd name="T0" fmla="*/ 116 w 120"/>
                    <a:gd name="T1" fmla="*/ 77 h 121"/>
                    <a:gd name="T2" fmla="*/ 97 w 120"/>
                    <a:gd name="T3" fmla="*/ 57 h 121"/>
                    <a:gd name="T4" fmla="*/ 95 w 120"/>
                    <a:gd name="T5" fmla="*/ 57 h 121"/>
                    <a:gd name="T6" fmla="*/ 97 w 120"/>
                    <a:gd name="T7" fmla="*/ 57 h 121"/>
                    <a:gd name="T8" fmla="*/ 112 w 120"/>
                    <a:gd name="T9" fmla="*/ 33 h 121"/>
                    <a:gd name="T10" fmla="*/ 84 w 120"/>
                    <a:gd name="T11" fmla="*/ 32 h 121"/>
                    <a:gd name="T12" fmla="*/ 82 w 120"/>
                    <a:gd name="T13" fmla="*/ 33 h 121"/>
                    <a:gd name="T14" fmla="*/ 83 w 120"/>
                    <a:gd name="T15" fmla="*/ 32 h 121"/>
                    <a:gd name="T16" fmla="*/ 77 w 120"/>
                    <a:gd name="T17" fmla="*/ 5 h 121"/>
                    <a:gd name="T18" fmla="*/ 57 w 120"/>
                    <a:gd name="T19" fmla="*/ 24 h 121"/>
                    <a:gd name="T20" fmla="*/ 57 w 120"/>
                    <a:gd name="T21" fmla="*/ 26 h 121"/>
                    <a:gd name="T22" fmla="*/ 56 w 120"/>
                    <a:gd name="T23" fmla="*/ 24 h 121"/>
                    <a:gd name="T24" fmla="*/ 33 w 120"/>
                    <a:gd name="T25" fmla="*/ 9 h 121"/>
                    <a:gd name="T26" fmla="*/ 32 w 120"/>
                    <a:gd name="T27" fmla="*/ 37 h 121"/>
                    <a:gd name="T28" fmla="*/ 33 w 120"/>
                    <a:gd name="T29" fmla="*/ 38 h 121"/>
                    <a:gd name="T30" fmla="*/ 31 w 120"/>
                    <a:gd name="T31" fmla="*/ 37 h 121"/>
                    <a:gd name="T32" fmla="*/ 4 w 120"/>
                    <a:gd name="T33" fmla="*/ 43 h 121"/>
                    <a:gd name="T34" fmla="*/ 23 w 120"/>
                    <a:gd name="T35" fmla="*/ 64 h 121"/>
                    <a:gd name="T36" fmla="*/ 25 w 120"/>
                    <a:gd name="T37" fmla="*/ 64 h 121"/>
                    <a:gd name="T38" fmla="*/ 23 w 120"/>
                    <a:gd name="T39" fmla="*/ 64 h 121"/>
                    <a:gd name="T40" fmla="*/ 8 w 120"/>
                    <a:gd name="T41" fmla="*/ 88 h 121"/>
                    <a:gd name="T42" fmla="*/ 36 w 120"/>
                    <a:gd name="T43" fmla="*/ 89 h 121"/>
                    <a:gd name="T44" fmla="*/ 38 w 120"/>
                    <a:gd name="T45" fmla="*/ 87 h 121"/>
                    <a:gd name="T46" fmla="*/ 37 w 120"/>
                    <a:gd name="T47" fmla="*/ 89 h 121"/>
                    <a:gd name="T48" fmla="*/ 43 w 120"/>
                    <a:gd name="T49" fmla="*/ 116 h 121"/>
                    <a:gd name="T50" fmla="*/ 63 w 120"/>
                    <a:gd name="T51" fmla="*/ 97 h 121"/>
                    <a:gd name="T52" fmla="*/ 63 w 120"/>
                    <a:gd name="T53" fmla="*/ 95 h 121"/>
                    <a:gd name="T54" fmla="*/ 64 w 120"/>
                    <a:gd name="T55" fmla="*/ 97 h 121"/>
                    <a:gd name="T56" fmla="*/ 87 w 120"/>
                    <a:gd name="T57" fmla="*/ 112 h 121"/>
                    <a:gd name="T58" fmla="*/ 88 w 120"/>
                    <a:gd name="T59" fmla="*/ 84 h 121"/>
                    <a:gd name="T60" fmla="*/ 87 w 120"/>
                    <a:gd name="T61" fmla="*/ 83 h 121"/>
                    <a:gd name="T62" fmla="*/ 89 w 120"/>
                    <a:gd name="T63" fmla="*/ 84 h 121"/>
                    <a:gd name="T64" fmla="*/ 116 w 120"/>
                    <a:gd name="T65" fmla="*/ 77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20" h="121">
                      <a:moveTo>
                        <a:pt x="116" y="77"/>
                      </a:moveTo>
                      <a:cubicBezTo>
                        <a:pt x="120" y="63"/>
                        <a:pt x="107" y="58"/>
                        <a:pt x="97" y="57"/>
                      </a:cubicBezTo>
                      <a:cubicBezTo>
                        <a:pt x="96" y="57"/>
                        <a:pt x="95" y="57"/>
                        <a:pt x="95" y="57"/>
                      </a:cubicBezTo>
                      <a:cubicBezTo>
                        <a:pt x="95" y="57"/>
                        <a:pt x="96" y="57"/>
                        <a:pt x="97" y="57"/>
                      </a:cubicBezTo>
                      <a:cubicBezTo>
                        <a:pt x="106" y="54"/>
                        <a:pt x="119" y="47"/>
                        <a:pt x="112" y="33"/>
                      </a:cubicBezTo>
                      <a:cubicBezTo>
                        <a:pt x="104" y="19"/>
                        <a:pt x="91" y="26"/>
                        <a:pt x="84" y="32"/>
                      </a:cubicBezTo>
                      <a:cubicBezTo>
                        <a:pt x="83" y="33"/>
                        <a:pt x="83" y="33"/>
                        <a:pt x="82" y="33"/>
                      </a:cubicBezTo>
                      <a:cubicBezTo>
                        <a:pt x="83" y="33"/>
                        <a:pt x="83" y="32"/>
                        <a:pt x="83" y="32"/>
                      </a:cubicBezTo>
                      <a:cubicBezTo>
                        <a:pt x="88" y="23"/>
                        <a:pt x="92" y="9"/>
                        <a:pt x="77" y="5"/>
                      </a:cubicBezTo>
                      <a:cubicBezTo>
                        <a:pt x="62" y="0"/>
                        <a:pt x="58" y="14"/>
                        <a:pt x="57" y="24"/>
                      </a:cubicBezTo>
                      <a:cubicBezTo>
                        <a:pt x="57" y="24"/>
                        <a:pt x="57" y="25"/>
                        <a:pt x="57" y="26"/>
                      </a:cubicBezTo>
                      <a:cubicBezTo>
                        <a:pt x="57" y="25"/>
                        <a:pt x="56" y="24"/>
                        <a:pt x="56" y="24"/>
                      </a:cubicBezTo>
                      <a:cubicBezTo>
                        <a:pt x="53" y="14"/>
                        <a:pt x="46" y="2"/>
                        <a:pt x="33" y="9"/>
                      </a:cubicBezTo>
                      <a:cubicBezTo>
                        <a:pt x="19" y="16"/>
                        <a:pt x="25" y="29"/>
                        <a:pt x="32" y="37"/>
                      </a:cubicBezTo>
                      <a:cubicBezTo>
                        <a:pt x="32" y="37"/>
                        <a:pt x="33" y="38"/>
                        <a:pt x="33" y="38"/>
                      </a:cubicBezTo>
                      <a:cubicBezTo>
                        <a:pt x="33" y="38"/>
                        <a:pt x="32" y="37"/>
                        <a:pt x="31" y="37"/>
                      </a:cubicBezTo>
                      <a:cubicBezTo>
                        <a:pt x="23" y="32"/>
                        <a:pt x="9" y="29"/>
                        <a:pt x="4" y="43"/>
                      </a:cubicBezTo>
                      <a:cubicBezTo>
                        <a:pt x="0" y="58"/>
                        <a:pt x="13" y="63"/>
                        <a:pt x="23" y="64"/>
                      </a:cubicBezTo>
                      <a:cubicBezTo>
                        <a:pt x="24" y="64"/>
                        <a:pt x="25" y="64"/>
                        <a:pt x="25" y="64"/>
                      </a:cubicBezTo>
                      <a:cubicBezTo>
                        <a:pt x="25" y="64"/>
                        <a:pt x="24" y="64"/>
                        <a:pt x="23" y="64"/>
                      </a:cubicBezTo>
                      <a:cubicBezTo>
                        <a:pt x="14" y="67"/>
                        <a:pt x="1" y="74"/>
                        <a:pt x="8" y="88"/>
                      </a:cubicBezTo>
                      <a:cubicBezTo>
                        <a:pt x="16" y="101"/>
                        <a:pt x="29" y="95"/>
                        <a:pt x="36" y="89"/>
                      </a:cubicBezTo>
                      <a:cubicBezTo>
                        <a:pt x="37" y="88"/>
                        <a:pt x="37" y="88"/>
                        <a:pt x="38" y="87"/>
                      </a:cubicBezTo>
                      <a:cubicBezTo>
                        <a:pt x="37" y="88"/>
                        <a:pt x="37" y="88"/>
                        <a:pt x="37" y="89"/>
                      </a:cubicBezTo>
                      <a:cubicBezTo>
                        <a:pt x="32" y="98"/>
                        <a:pt x="28" y="112"/>
                        <a:pt x="43" y="116"/>
                      </a:cubicBezTo>
                      <a:cubicBezTo>
                        <a:pt x="58" y="121"/>
                        <a:pt x="62" y="107"/>
                        <a:pt x="63" y="97"/>
                      </a:cubicBezTo>
                      <a:cubicBezTo>
                        <a:pt x="63" y="96"/>
                        <a:pt x="63" y="96"/>
                        <a:pt x="63" y="95"/>
                      </a:cubicBezTo>
                      <a:cubicBezTo>
                        <a:pt x="64" y="96"/>
                        <a:pt x="64" y="96"/>
                        <a:pt x="64" y="97"/>
                      </a:cubicBezTo>
                      <a:cubicBezTo>
                        <a:pt x="67" y="107"/>
                        <a:pt x="74" y="119"/>
                        <a:pt x="87" y="112"/>
                      </a:cubicBezTo>
                      <a:cubicBezTo>
                        <a:pt x="101" y="105"/>
                        <a:pt x="95" y="92"/>
                        <a:pt x="88" y="84"/>
                      </a:cubicBezTo>
                      <a:cubicBezTo>
                        <a:pt x="88" y="84"/>
                        <a:pt x="87" y="83"/>
                        <a:pt x="87" y="83"/>
                      </a:cubicBezTo>
                      <a:cubicBezTo>
                        <a:pt x="88" y="83"/>
                        <a:pt x="88" y="83"/>
                        <a:pt x="89" y="84"/>
                      </a:cubicBezTo>
                      <a:cubicBezTo>
                        <a:pt x="98" y="89"/>
                        <a:pt x="111" y="92"/>
                        <a:pt x="116" y="77"/>
                      </a:cubicBezTo>
                      <a:close/>
                    </a:path>
                  </a:pathLst>
                </a:custGeom>
                <a:solidFill>
                  <a:srgbClr val="C12A5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7" name="išḷidé">
                  <a:extLst>
                    <a:ext uri="{FF2B5EF4-FFF2-40B4-BE49-F238E27FC236}">
                      <a16:creationId xmlns:a16="http://schemas.microsoft.com/office/drawing/2014/main" id="{0EB3E8C1-86F2-3D2A-2453-670C5F46C207}"/>
                    </a:ext>
                  </a:extLst>
                </p:cNvPr>
                <p:cNvSpPr/>
                <p:nvPr/>
              </p:nvSpPr>
              <p:spPr bwMode="auto">
                <a:xfrm>
                  <a:off x="7232650" y="6895042"/>
                  <a:ext cx="269875" cy="269875"/>
                </a:xfrm>
                <a:custGeom>
                  <a:avLst/>
                  <a:gdLst>
                    <a:gd name="T0" fmla="*/ 46 w 50"/>
                    <a:gd name="T1" fmla="*/ 32 h 50"/>
                    <a:gd name="T2" fmla="*/ 19 w 50"/>
                    <a:gd name="T3" fmla="*/ 47 h 50"/>
                    <a:gd name="T4" fmla="*/ 4 w 50"/>
                    <a:gd name="T5" fmla="*/ 19 h 50"/>
                    <a:gd name="T6" fmla="*/ 32 w 50"/>
                    <a:gd name="T7" fmla="*/ 4 h 50"/>
                    <a:gd name="T8" fmla="*/ 46 w 50"/>
                    <a:gd name="T9" fmla="*/ 3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0">
                      <a:moveTo>
                        <a:pt x="46" y="32"/>
                      </a:moveTo>
                      <a:cubicBezTo>
                        <a:pt x="43" y="44"/>
                        <a:pt x="30" y="50"/>
                        <a:pt x="19" y="47"/>
                      </a:cubicBezTo>
                      <a:cubicBezTo>
                        <a:pt x="7" y="43"/>
                        <a:pt x="0" y="31"/>
                        <a:pt x="4" y="19"/>
                      </a:cubicBezTo>
                      <a:cubicBezTo>
                        <a:pt x="7" y="7"/>
                        <a:pt x="20" y="0"/>
                        <a:pt x="32" y="4"/>
                      </a:cubicBezTo>
                      <a:cubicBezTo>
                        <a:pt x="43" y="8"/>
                        <a:pt x="50" y="20"/>
                        <a:pt x="46" y="32"/>
                      </a:cubicBezTo>
                      <a:close/>
                    </a:path>
                  </a:pathLst>
                </a:custGeom>
                <a:solidFill>
                  <a:srgbClr val="F8B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243" name="文本框 1242">
                <a:extLst>
                  <a:ext uri="{FF2B5EF4-FFF2-40B4-BE49-F238E27FC236}">
                    <a16:creationId xmlns:a16="http://schemas.microsoft.com/office/drawing/2014/main" id="{4D0DB7B1-D381-B3A4-1AD7-8CF90391494F}"/>
                  </a:ext>
                </a:extLst>
              </p:cNvPr>
              <p:cNvSpPr txBox="1"/>
              <p:nvPr/>
            </p:nvSpPr>
            <p:spPr>
              <a:xfrm>
                <a:off x="3052036" y="3670064"/>
                <a:ext cx="275181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i="1" dirty="0">
                    <a:latin typeface="Comic Sans MS" panose="030F0702030302020204" pitchFamily="66" charset="0"/>
                  </a:rPr>
                  <a:t>Plants Health</a:t>
                </a:r>
              </a:p>
              <a:p>
                <a:pPr algn="ctr"/>
                <a:r>
                  <a:rPr lang="en-US" altLang="zh-CN" sz="2400" b="1" i="1" dirty="0">
                    <a:latin typeface="Comic Sans MS" panose="030F0702030302020204" pitchFamily="66" charset="0"/>
                  </a:rPr>
                  <a:t>(86.4%)</a:t>
                </a:r>
                <a:endParaRPr lang="zh-CN" altLang="en-US" sz="2400" b="1" i="1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44" name="文本框 1243">
                <a:extLst>
                  <a:ext uri="{FF2B5EF4-FFF2-40B4-BE49-F238E27FC236}">
                    <a16:creationId xmlns:a16="http://schemas.microsoft.com/office/drawing/2014/main" id="{66551564-9FC1-FC66-E2F7-E6D499481711}"/>
                  </a:ext>
                </a:extLst>
              </p:cNvPr>
              <p:cNvSpPr txBox="1"/>
              <p:nvPr/>
            </p:nvSpPr>
            <p:spPr>
              <a:xfrm>
                <a:off x="3538152" y="2542932"/>
                <a:ext cx="314204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i="1" dirty="0">
                    <a:latin typeface="Comic Sans MS" panose="030F0702030302020204" pitchFamily="66" charset="0"/>
                  </a:rPr>
                  <a:t>Birds Population</a:t>
                </a:r>
              </a:p>
              <a:p>
                <a:pPr algn="ctr"/>
                <a:r>
                  <a:rPr lang="en-US" altLang="zh-CN" sz="2400" b="1" i="1" dirty="0">
                    <a:latin typeface="Comic Sans MS" panose="030F0702030302020204" pitchFamily="66" charset="0"/>
                  </a:rPr>
                  <a:t>(3.2%)</a:t>
                </a:r>
                <a:endParaRPr lang="zh-CN" altLang="en-US" sz="2400" b="1" i="1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45" name="文本框 1244">
                <a:extLst>
                  <a:ext uri="{FF2B5EF4-FFF2-40B4-BE49-F238E27FC236}">
                    <a16:creationId xmlns:a16="http://schemas.microsoft.com/office/drawing/2014/main" id="{BDB70513-970A-45D5-2E68-98A49FB04002}"/>
                  </a:ext>
                </a:extLst>
              </p:cNvPr>
              <p:cNvSpPr txBox="1"/>
              <p:nvPr/>
            </p:nvSpPr>
            <p:spPr>
              <a:xfrm>
                <a:off x="7969022" y="4299537"/>
                <a:ext cx="28539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i="1" dirty="0">
                    <a:latin typeface="Comic Sans MS" panose="030F0702030302020204" pitchFamily="66" charset="0"/>
                  </a:rPr>
                  <a:t>Insect Population</a:t>
                </a:r>
              </a:p>
              <a:p>
                <a:pPr algn="ctr"/>
                <a:r>
                  <a:rPr lang="en-US" altLang="zh-CN" sz="2400" b="1" i="1" dirty="0">
                    <a:latin typeface="Comic Sans MS" panose="030F0702030302020204" pitchFamily="66" charset="0"/>
                  </a:rPr>
                  <a:t>(7.1%)</a:t>
                </a:r>
                <a:endParaRPr lang="zh-CN" altLang="en-US" sz="2400" b="1" i="1" dirty="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248" name="文本框 1247">
              <a:extLst>
                <a:ext uri="{FF2B5EF4-FFF2-40B4-BE49-F238E27FC236}">
                  <a16:creationId xmlns:a16="http://schemas.microsoft.com/office/drawing/2014/main" id="{6F72898E-8F7F-FA94-CF80-0BCF021FE214}"/>
                </a:ext>
              </a:extLst>
            </p:cNvPr>
            <p:cNvSpPr txBox="1"/>
            <p:nvPr/>
          </p:nvSpPr>
          <p:spPr>
            <a:xfrm>
              <a:off x="8027774" y="2015222"/>
              <a:ext cx="19599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i="1" dirty="0">
                  <a:latin typeface="Comic Sans MS" panose="030F0702030302020204" pitchFamily="66" charset="0"/>
                </a:rPr>
                <a:t>Others</a:t>
              </a:r>
            </a:p>
            <a:p>
              <a:pPr algn="ctr"/>
              <a:r>
                <a:rPr lang="en-US" altLang="zh-CN" sz="2400" b="1" i="1" dirty="0">
                  <a:latin typeface="Comic Sans MS" panose="030F0702030302020204" pitchFamily="66" charset="0"/>
                </a:rPr>
                <a:t>(3.3%)</a:t>
              </a:r>
              <a:endParaRPr lang="zh-CN" altLang="en-US" sz="2400" b="1" i="1" dirty="0">
                <a:latin typeface="Comic Sans MS" panose="030F0702030302020204" pitchFamily="66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组合 457">
            <a:extLst>
              <a:ext uri="{FF2B5EF4-FFF2-40B4-BE49-F238E27FC236}">
                <a16:creationId xmlns:a16="http://schemas.microsoft.com/office/drawing/2014/main" id="{5E23C762-AA75-866A-7AB2-2ED44C78C46B}"/>
              </a:ext>
            </a:extLst>
          </p:cNvPr>
          <p:cNvGrpSpPr/>
          <p:nvPr/>
        </p:nvGrpSpPr>
        <p:grpSpPr>
          <a:xfrm>
            <a:off x="3418740" y="1454660"/>
            <a:ext cx="9154044" cy="3360247"/>
            <a:chOff x="1856640" y="1435610"/>
            <a:chExt cx="9154044" cy="3360247"/>
          </a:xfrm>
        </p:grpSpPr>
        <p:sp>
          <p:nvSpPr>
            <p:cNvPr id="517" name="Google Shape;517;p25"/>
            <p:cNvSpPr/>
            <p:nvPr/>
          </p:nvSpPr>
          <p:spPr>
            <a:xfrm rot="16200000">
              <a:off x="3192985" y="3852733"/>
              <a:ext cx="790800" cy="8156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GB" sz="1467"/>
                <a:t> </a:t>
              </a:r>
              <a:endParaRPr sz="1600" baseline="-25000"/>
            </a:p>
          </p:txBody>
        </p:sp>
        <p:sp>
          <p:nvSpPr>
            <p:cNvPr id="519" name="Google Shape;519;p25"/>
            <p:cNvSpPr/>
            <p:nvPr/>
          </p:nvSpPr>
          <p:spPr>
            <a:xfrm rot="16200000">
              <a:off x="5533178" y="3852734"/>
              <a:ext cx="790800" cy="8156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GB" sz="1467"/>
                <a:t> </a:t>
              </a:r>
              <a:endParaRPr sz="2133">
                <a:solidFill>
                  <a:srgbClr val="000000"/>
                </a:solidFill>
              </a:endParaRPr>
            </a:p>
          </p:txBody>
        </p:sp>
        <p:sp>
          <p:nvSpPr>
            <p:cNvPr id="520" name="Google Shape;520;p25"/>
            <p:cNvSpPr/>
            <p:nvPr/>
          </p:nvSpPr>
          <p:spPr>
            <a:xfrm rot="16200000">
              <a:off x="4349538" y="3852734"/>
              <a:ext cx="790800" cy="8156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GB" sz="1467"/>
                <a:t> </a:t>
              </a:r>
              <a:endParaRPr sz="2133">
                <a:solidFill>
                  <a:srgbClr val="000000"/>
                </a:solidFill>
              </a:endParaRPr>
            </a:p>
          </p:txBody>
        </p:sp>
        <p:sp>
          <p:nvSpPr>
            <p:cNvPr id="521" name="Google Shape;521;p25"/>
            <p:cNvSpPr/>
            <p:nvPr/>
          </p:nvSpPr>
          <p:spPr>
            <a:xfrm rot="16200000">
              <a:off x="6553852" y="2678535"/>
              <a:ext cx="782800" cy="8156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endParaRPr sz="1467" dirty="0">
                <a:solidFill>
                  <a:srgbClr val="000000"/>
                </a:solidFill>
              </a:endParaRPr>
            </a:p>
          </p:txBody>
        </p:sp>
        <p:sp>
          <p:nvSpPr>
            <p:cNvPr id="2" name="Google Shape;517;p25">
              <a:extLst>
                <a:ext uri="{FF2B5EF4-FFF2-40B4-BE49-F238E27FC236}">
                  <a16:creationId xmlns:a16="http://schemas.microsoft.com/office/drawing/2014/main" id="{76D84BCE-9144-9B26-EDD7-9426CB749BA7}"/>
                </a:ext>
              </a:extLst>
            </p:cNvPr>
            <p:cNvSpPr/>
            <p:nvPr/>
          </p:nvSpPr>
          <p:spPr>
            <a:xfrm rot="16200000">
              <a:off x="3249380" y="2682535"/>
              <a:ext cx="790800" cy="8156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GB" sz="1467"/>
                <a:t> </a:t>
              </a:r>
              <a:endParaRPr sz="1600" baseline="-25000"/>
            </a:p>
          </p:txBody>
        </p:sp>
        <p:sp>
          <p:nvSpPr>
            <p:cNvPr id="3" name="Google Shape;519;p25">
              <a:extLst>
                <a:ext uri="{FF2B5EF4-FFF2-40B4-BE49-F238E27FC236}">
                  <a16:creationId xmlns:a16="http://schemas.microsoft.com/office/drawing/2014/main" id="{E6A765BC-CB25-AB6E-447F-5C6178D5F023}"/>
                </a:ext>
              </a:extLst>
            </p:cNvPr>
            <p:cNvSpPr/>
            <p:nvPr/>
          </p:nvSpPr>
          <p:spPr>
            <a:xfrm rot="16200000">
              <a:off x="5449694" y="2682535"/>
              <a:ext cx="790800" cy="8156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GB" sz="1467"/>
                <a:t> </a:t>
              </a:r>
              <a:endParaRPr sz="2133">
                <a:solidFill>
                  <a:srgbClr val="000000"/>
                </a:solidFill>
              </a:endParaRPr>
            </a:p>
          </p:txBody>
        </p:sp>
        <p:sp>
          <p:nvSpPr>
            <p:cNvPr id="4" name="Google Shape;520;p25">
              <a:extLst>
                <a:ext uri="{FF2B5EF4-FFF2-40B4-BE49-F238E27FC236}">
                  <a16:creationId xmlns:a16="http://schemas.microsoft.com/office/drawing/2014/main" id="{7C043E66-9CF0-1B2E-E179-BEF2F8BBE617}"/>
                </a:ext>
              </a:extLst>
            </p:cNvPr>
            <p:cNvSpPr/>
            <p:nvPr/>
          </p:nvSpPr>
          <p:spPr>
            <a:xfrm rot="16200000">
              <a:off x="4349538" y="2682534"/>
              <a:ext cx="790800" cy="8156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GB" sz="1467"/>
                <a:t> </a:t>
              </a:r>
              <a:endParaRPr sz="2133">
                <a:solidFill>
                  <a:srgbClr val="000000"/>
                </a:solidFill>
              </a:endParaRPr>
            </a:p>
          </p:txBody>
        </p:sp>
        <p:sp>
          <p:nvSpPr>
            <p:cNvPr id="5" name="Google Shape;517;p25">
              <a:extLst>
                <a:ext uri="{FF2B5EF4-FFF2-40B4-BE49-F238E27FC236}">
                  <a16:creationId xmlns:a16="http://schemas.microsoft.com/office/drawing/2014/main" id="{650067AC-9DBC-1FDB-97AA-52179B1A8A18}"/>
                </a:ext>
              </a:extLst>
            </p:cNvPr>
            <p:cNvSpPr/>
            <p:nvPr/>
          </p:nvSpPr>
          <p:spPr>
            <a:xfrm rot="16200000">
              <a:off x="2149223" y="2682535"/>
              <a:ext cx="790800" cy="815600"/>
            </a:xfrm>
            <a:prstGeom prst="ellipse">
              <a:avLst/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GB" sz="1467"/>
                <a:t> </a:t>
              </a:r>
              <a:endParaRPr sz="1600" baseline="-25000"/>
            </a:p>
          </p:txBody>
        </p:sp>
        <p:sp>
          <p:nvSpPr>
            <p:cNvPr id="61" name="Google Shape;4900;p45">
              <a:extLst>
                <a:ext uri="{FF2B5EF4-FFF2-40B4-BE49-F238E27FC236}">
                  <a16:creationId xmlns:a16="http://schemas.microsoft.com/office/drawing/2014/main" id="{332D3F81-6D5A-EB1A-4911-AC77D40DDFA9}"/>
                </a:ext>
              </a:extLst>
            </p:cNvPr>
            <p:cNvSpPr/>
            <p:nvPr/>
          </p:nvSpPr>
          <p:spPr>
            <a:xfrm rot="10800000">
              <a:off x="4256938" y="1553607"/>
              <a:ext cx="976000" cy="934800"/>
            </a:xfrm>
            <a:prstGeom prst="ellipse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5100000" algn="bl" rotWithShape="0">
                <a:srgbClr val="FF0000">
                  <a:alpha val="89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 dirty="0">
                <a:solidFill>
                  <a:srgbClr val="666666"/>
                </a:solidFill>
              </a:endParaRP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9AD05664-CDFD-303E-DA31-B64A031DC524}"/>
                </a:ext>
              </a:extLst>
            </p:cNvPr>
            <p:cNvCxnSpPr>
              <a:cxnSpLocks/>
              <a:stCxn id="517" idx="6"/>
              <a:endCxn id="5" idx="2"/>
            </p:cNvCxnSpPr>
            <p:nvPr/>
          </p:nvCxnSpPr>
          <p:spPr>
            <a:xfrm flipH="1" flipV="1">
              <a:off x="2544623" y="3485735"/>
              <a:ext cx="1043762" cy="37939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5B6752B1-CDEA-4368-CDDF-B311C2FD5A2B}"/>
                </a:ext>
              </a:extLst>
            </p:cNvPr>
            <p:cNvCxnSpPr>
              <a:cxnSpLocks/>
              <a:stCxn id="517" idx="6"/>
              <a:endCxn id="2" idx="2"/>
            </p:cNvCxnSpPr>
            <p:nvPr/>
          </p:nvCxnSpPr>
          <p:spPr>
            <a:xfrm flipV="1">
              <a:off x="3588385" y="3485735"/>
              <a:ext cx="56395" cy="37939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DCFC5026-DE31-D252-A060-BBA9B55E02F3}"/>
                </a:ext>
              </a:extLst>
            </p:cNvPr>
            <p:cNvCxnSpPr>
              <a:cxnSpLocks/>
              <a:stCxn id="517" idx="6"/>
              <a:endCxn id="4" idx="2"/>
            </p:cNvCxnSpPr>
            <p:nvPr/>
          </p:nvCxnSpPr>
          <p:spPr>
            <a:xfrm flipV="1">
              <a:off x="3588385" y="3485734"/>
              <a:ext cx="1156553" cy="3793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BD81C575-D190-F872-C332-79A3CECFA2AA}"/>
                </a:ext>
              </a:extLst>
            </p:cNvPr>
            <p:cNvCxnSpPr>
              <a:cxnSpLocks/>
              <a:stCxn id="517" idx="6"/>
              <a:endCxn id="3" idx="2"/>
            </p:cNvCxnSpPr>
            <p:nvPr/>
          </p:nvCxnSpPr>
          <p:spPr>
            <a:xfrm flipV="1">
              <a:off x="3588385" y="3485735"/>
              <a:ext cx="2256709" cy="37939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73A19C86-3157-679D-3A11-9E9479DDFAFE}"/>
                </a:ext>
              </a:extLst>
            </p:cNvPr>
            <p:cNvCxnSpPr>
              <a:cxnSpLocks/>
              <a:stCxn id="517" idx="6"/>
              <a:endCxn id="521" idx="2"/>
            </p:cNvCxnSpPr>
            <p:nvPr/>
          </p:nvCxnSpPr>
          <p:spPr>
            <a:xfrm flipV="1">
              <a:off x="3588385" y="3477735"/>
              <a:ext cx="3356867" cy="38739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B3DC00F9-4B4A-1620-653A-7B8C649EC7F3}"/>
                </a:ext>
              </a:extLst>
            </p:cNvPr>
            <p:cNvCxnSpPr>
              <a:cxnSpLocks/>
              <a:stCxn id="520" idx="6"/>
              <a:endCxn id="5" idx="2"/>
            </p:cNvCxnSpPr>
            <p:nvPr/>
          </p:nvCxnSpPr>
          <p:spPr>
            <a:xfrm flipH="1" flipV="1">
              <a:off x="2544623" y="3485735"/>
              <a:ext cx="2200315" cy="3793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2EFE8202-99BB-1865-2D2A-FADED002E26D}"/>
                </a:ext>
              </a:extLst>
            </p:cNvPr>
            <p:cNvCxnSpPr>
              <a:cxnSpLocks/>
              <a:stCxn id="520" idx="6"/>
              <a:endCxn id="2" idx="2"/>
            </p:cNvCxnSpPr>
            <p:nvPr/>
          </p:nvCxnSpPr>
          <p:spPr>
            <a:xfrm flipH="1" flipV="1">
              <a:off x="3644780" y="3485735"/>
              <a:ext cx="1100158" cy="3793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2118E2C2-BAC7-EBCE-4677-2802C422C36C}"/>
                </a:ext>
              </a:extLst>
            </p:cNvPr>
            <p:cNvCxnSpPr>
              <a:cxnSpLocks/>
              <a:stCxn id="520" idx="6"/>
              <a:endCxn id="4" idx="2"/>
            </p:cNvCxnSpPr>
            <p:nvPr/>
          </p:nvCxnSpPr>
          <p:spPr>
            <a:xfrm flipV="1">
              <a:off x="4744938" y="3485734"/>
              <a:ext cx="0" cy="3794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9F120D30-4DE0-7FB0-A841-7C03B667F27F}"/>
                </a:ext>
              </a:extLst>
            </p:cNvPr>
            <p:cNvCxnSpPr>
              <a:cxnSpLocks/>
              <a:stCxn id="520" idx="6"/>
              <a:endCxn id="3" idx="2"/>
            </p:cNvCxnSpPr>
            <p:nvPr/>
          </p:nvCxnSpPr>
          <p:spPr>
            <a:xfrm flipV="1">
              <a:off x="4744938" y="3485735"/>
              <a:ext cx="1100156" cy="3793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97A8E7BF-7707-6940-EDFE-DDEFDBE9E358}"/>
                </a:ext>
              </a:extLst>
            </p:cNvPr>
            <p:cNvCxnSpPr>
              <a:cxnSpLocks/>
              <a:stCxn id="520" idx="6"/>
              <a:endCxn id="521" idx="2"/>
            </p:cNvCxnSpPr>
            <p:nvPr/>
          </p:nvCxnSpPr>
          <p:spPr>
            <a:xfrm flipV="1">
              <a:off x="4744938" y="3477735"/>
              <a:ext cx="2200314" cy="3873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A8658080-D3AC-B0A0-B2C9-5B794EE5AE8C}"/>
                </a:ext>
              </a:extLst>
            </p:cNvPr>
            <p:cNvCxnSpPr>
              <a:cxnSpLocks/>
              <a:stCxn id="519" idx="6"/>
              <a:endCxn id="5" idx="2"/>
            </p:cNvCxnSpPr>
            <p:nvPr/>
          </p:nvCxnSpPr>
          <p:spPr>
            <a:xfrm flipH="1" flipV="1">
              <a:off x="2544623" y="3485735"/>
              <a:ext cx="3383955" cy="3793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14F4E695-89A9-B694-EB10-6CA44C8766F8}"/>
                </a:ext>
              </a:extLst>
            </p:cNvPr>
            <p:cNvCxnSpPr>
              <a:cxnSpLocks/>
              <a:stCxn id="519" idx="6"/>
              <a:endCxn id="2" idx="2"/>
            </p:cNvCxnSpPr>
            <p:nvPr/>
          </p:nvCxnSpPr>
          <p:spPr>
            <a:xfrm flipH="1" flipV="1">
              <a:off x="3644780" y="3485735"/>
              <a:ext cx="2283798" cy="3793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8F72CC62-92BE-9E04-7489-EFEA59C74CD7}"/>
                </a:ext>
              </a:extLst>
            </p:cNvPr>
            <p:cNvCxnSpPr>
              <a:cxnSpLocks/>
              <a:stCxn id="519" idx="6"/>
              <a:endCxn id="4" idx="2"/>
            </p:cNvCxnSpPr>
            <p:nvPr/>
          </p:nvCxnSpPr>
          <p:spPr>
            <a:xfrm flipH="1" flipV="1">
              <a:off x="4744938" y="3485734"/>
              <a:ext cx="1183640" cy="3794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ADD5A16E-87F1-F9A9-AD0E-1FED44B93962}"/>
                </a:ext>
              </a:extLst>
            </p:cNvPr>
            <p:cNvCxnSpPr>
              <a:cxnSpLocks/>
              <a:stCxn id="519" idx="6"/>
            </p:cNvCxnSpPr>
            <p:nvPr/>
          </p:nvCxnSpPr>
          <p:spPr>
            <a:xfrm flipH="1" flipV="1">
              <a:off x="5845094" y="3493735"/>
              <a:ext cx="83484" cy="3713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EAD10295-E35E-C008-E084-8C86F8099A68}"/>
                </a:ext>
              </a:extLst>
            </p:cNvPr>
            <p:cNvCxnSpPr>
              <a:cxnSpLocks/>
              <a:stCxn id="519" idx="6"/>
              <a:endCxn id="521" idx="2"/>
            </p:cNvCxnSpPr>
            <p:nvPr/>
          </p:nvCxnSpPr>
          <p:spPr>
            <a:xfrm flipV="1">
              <a:off x="5928578" y="3477735"/>
              <a:ext cx="1016674" cy="3873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2AF17ACF-965C-9C43-B2D8-A22AAA411C10}"/>
                </a:ext>
              </a:extLst>
            </p:cNvPr>
            <p:cNvCxnSpPr>
              <a:cxnSpLocks/>
              <a:stCxn id="5" idx="6"/>
              <a:endCxn id="61" idx="0"/>
            </p:cNvCxnSpPr>
            <p:nvPr/>
          </p:nvCxnSpPr>
          <p:spPr>
            <a:xfrm flipV="1">
              <a:off x="2544623" y="2488407"/>
              <a:ext cx="2200315" cy="2065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5181490A-3660-0472-E5D0-EA1EA6B8DF1F}"/>
                </a:ext>
              </a:extLst>
            </p:cNvPr>
            <p:cNvCxnSpPr>
              <a:cxnSpLocks/>
              <a:stCxn id="2" idx="6"/>
              <a:endCxn id="61" idx="0"/>
            </p:cNvCxnSpPr>
            <p:nvPr/>
          </p:nvCxnSpPr>
          <p:spPr>
            <a:xfrm flipV="1">
              <a:off x="3644780" y="2488407"/>
              <a:ext cx="1100158" cy="2065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23CDC940-2D84-E49B-2D8E-903783467531}"/>
                </a:ext>
              </a:extLst>
            </p:cNvPr>
            <p:cNvCxnSpPr>
              <a:cxnSpLocks/>
              <a:stCxn id="4" idx="6"/>
              <a:endCxn id="61" idx="0"/>
            </p:cNvCxnSpPr>
            <p:nvPr/>
          </p:nvCxnSpPr>
          <p:spPr>
            <a:xfrm flipV="1">
              <a:off x="4744938" y="2488407"/>
              <a:ext cx="0" cy="2065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460A5CCB-30F0-ADB1-8F09-DBB4C60E21AD}"/>
                </a:ext>
              </a:extLst>
            </p:cNvPr>
            <p:cNvCxnSpPr>
              <a:cxnSpLocks/>
              <a:stCxn id="3" idx="6"/>
              <a:endCxn id="61" idx="0"/>
            </p:cNvCxnSpPr>
            <p:nvPr/>
          </p:nvCxnSpPr>
          <p:spPr>
            <a:xfrm flipH="1" flipV="1">
              <a:off x="4744938" y="2488407"/>
              <a:ext cx="1100156" cy="2065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0E590133-8B8A-FB41-1B60-C2607728CEE1}"/>
                </a:ext>
              </a:extLst>
            </p:cNvPr>
            <p:cNvCxnSpPr>
              <a:cxnSpLocks/>
              <a:stCxn id="521" idx="6"/>
              <a:endCxn id="61" idx="0"/>
            </p:cNvCxnSpPr>
            <p:nvPr/>
          </p:nvCxnSpPr>
          <p:spPr>
            <a:xfrm flipH="1" flipV="1">
              <a:off x="4744938" y="2488407"/>
              <a:ext cx="2200314" cy="2065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Google Shape;5062;p47">
              <a:extLst>
                <a:ext uri="{FF2B5EF4-FFF2-40B4-BE49-F238E27FC236}">
                  <a16:creationId xmlns:a16="http://schemas.microsoft.com/office/drawing/2014/main" id="{351F7B5F-B95D-CC35-7723-FBEC8255A6E2}"/>
                </a:ext>
              </a:extLst>
            </p:cNvPr>
            <p:cNvSpPr/>
            <p:nvPr/>
          </p:nvSpPr>
          <p:spPr>
            <a:xfrm rot="16200000">
              <a:off x="4103028" y="296267"/>
              <a:ext cx="1228781" cy="5721557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3" name="矩形: 圆角 462">
              <a:extLst>
                <a:ext uri="{FF2B5EF4-FFF2-40B4-BE49-F238E27FC236}">
                  <a16:creationId xmlns:a16="http://schemas.microsoft.com/office/drawing/2014/main" id="{4E67A1DC-BA70-0E25-4360-BA6A822944DF}"/>
                </a:ext>
              </a:extLst>
            </p:cNvPr>
            <p:cNvSpPr/>
            <p:nvPr/>
          </p:nvSpPr>
          <p:spPr>
            <a:xfrm>
              <a:off x="3340853" y="1592807"/>
              <a:ext cx="2808167" cy="856400"/>
            </a:xfrm>
            <a:prstGeom prst="roundRect">
              <a:avLst/>
            </a:prstGeom>
            <a:noFill/>
            <a:ln w="190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2667" dirty="0">
                  <a:solidFill>
                    <a:srgbClr val="FF0000"/>
                  </a:solidFill>
                  <a:latin typeface="Comic Sans MS" panose="030F0702030302020204" pitchFamily="66" charset="0"/>
                  <a:sym typeface="Arial" panose="020B0604020202020204" pitchFamily="34" charset="0"/>
                </a:rPr>
                <a:t>score</a:t>
              </a:r>
              <a:endParaRPr lang="zh-CN" altLang="en-US" sz="2667" dirty="0">
                <a:solidFill>
                  <a:srgbClr val="FF0000"/>
                </a:solidFill>
                <a:latin typeface="Comic Sans MS" panose="030F0702030302020204" pitchFamily="66" charset="0"/>
                <a:sym typeface="Arial" panose="020B0604020202020204" pitchFamily="34" charset="0"/>
              </a:endParaRPr>
            </a:p>
          </p:txBody>
        </p:sp>
        <p:grpSp>
          <p:nvGrpSpPr>
            <p:cNvPr id="457" name="组合 456">
              <a:extLst>
                <a:ext uri="{FF2B5EF4-FFF2-40B4-BE49-F238E27FC236}">
                  <a16:creationId xmlns:a16="http://schemas.microsoft.com/office/drawing/2014/main" id="{901433F0-C320-C0F0-0943-2ED268C8546D}"/>
                </a:ext>
              </a:extLst>
            </p:cNvPr>
            <p:cNvGrpSpPr/>
            <p:nvPr/>
          </p:nvGrpSpPr>
          <p:grpSpPr>
            <a:xfrm>
              <a:off x="8541452" y="1435610"/>
              <a:ext cx="2469232" cy="3360247"/>
              <a:chOff x="7868352" y="1435610"/>
              <a:chExt cx="2469232" cy="3360247"/>
            </a:xfrm>
          </p:grpSpPr>
          <p:sp>
            <p:nvSpPr>
              <p:cNvPr id="466" name="Google Shape;496;p25">
                <a:extLst>
                  <a:ext uri="{FF2B5EF4-FFF2-40B4-BE49-F238E27FC236}">
                    <a16:creationId xmlns:a16="http://schemas.microsoft.com/office/drawing/2014/main" id="{BFC002AD-FC11-0E5B-E586-07A8F8CFFEF3}"/>
                  </a:ext>
                </a:extLst>
              </p:cNvPr>
              <p:cNvSpPr txBox="1"/>
              <p:nvPr/>
            </p:nvSpPr>
            <p:spPr>
              <a:xfrm>
                <a:off x="7908928" y="1435610"/>
                <a:ext cx="1864800" cy="798187"/>
              </a:xfrm>
              <a:prstGeom prst="rect">
                <a:avLst/>
              </a:prstGeom>
              <a:gradFill>
                <a:gsLst>
                  <a:gs pos="0">
                    <a:srgbClr val="D8EDBA">
                      <a:alpha val="26274"/>
                    </a:srgbClr>
                  </a:gs>
                  <a:gs pos="100000">
                    <a:srgbClr val="BF06E8">
                      <a:alpha val="16862"/>
                    </a:srgbClr>
                  </a:gs>
                </a:gsLst>
                <a:lin ang="13500032" scaled="0"/>
              </a:gradFill>
              <a:ln w="28575" cap="flat" cmpd="sng">
                <a:solidFill>
                  <a:srgbClr val="CFE2F3"/>
                </a:solidFill>
                <a:prstDash val="solid"/>
                <a:round/>
                <a:headEnd type="none" w="sm" len="sm"/>
                <a:tailEnd type="none" w="sm" len="sm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pPr algn="ctr"/>
                <a:r>
                  <a:rPr lang="en-GB" sz="1600" dirty="0">
                    <a:latin typeface="Comic Sans MS" panose="030F0702030302020204" pitchFamily="66" charset="0"/>
                    <a:ea typeface="Consolas" panose="020B0609020204030204"/>
                    <a:cs typeface="Consolas" panose="020B0609020204030204"/>
                    <a:sym typeface="Consolas" panose="020B0609020204030204"/>
                  </a:rPr>
                  <a:t>Input Layer</a:t>
                </a:r>
              </a:p>
              <a:p>
                <a:pPr algn="ctr"/>
                <a:r>
                  <a:rPr lang="en-GB" sz="1600" dirty="0">
                    <a:latin typeface="Comic Sans MS" panose="030F0702030302020204" pitchFamily="66" charset="0"/>
                    <a:ea typeface="Consolas" panose="020B0609020204030204"/>
                    <a:cs typeface="Consolas" panose="020B0609020204030204"/>
                    <a:sym typeface="Consolas" panose="020B0609020204030204"/>
                  </a:rPr>
                  <a:t>3 </a:t>
                </a:r>
                <a:r>
                  <a:rPr lang="en-US" altLang="zh-CN" sz="1600" dirty="0">
                    <a:latin typeface="Comic Sans MS" panose="030F0702030302020204" pitchFamily="66" charset="0"/>
                    <a:ea typeface="Consolas" panose="020B0609020204030204"/>
                    <a:cs typeface="Consolas" panose="020B0609020204030204"/>
                    <a:sym typeface="Consolas" panose="020B0609020204030204"/>
                  </a:rPr>
                  <a:t>neurons</a:t>
                </a:r>
                <a:endParaRPr sz="1600" dirty="0">
                  <a:latin typeface="Comic Sans MS" panose="030F0702030302020204" pitchFamily="66" charset="0"/>
                  <a:ea typeface="Consolas" panose="020B0609020204030204"/>
                  <a:cs typeface="Consolas" panose="020B0609020204030204"/>
                  <a:sym typeface="Consolas" panose="020B0609020204030204"/>
                </a:endParaRPr>
              </a:p>
            </p:txBody>
          </p:sp>
          <p:sp>
            <p:nvSpPr>
              <p:cNvPr id="467" name="Google Shape;496;p25">
                <a:extLst>
                  <a:ext uri="{FF2B5EF4-FFF2-40B4-BE49-F238E27FC236}">
                    <a16:creationId xmlns:a16="http://schemas.microsoft.com/office/drawing/2014/main" id="{9F77F324-156B-F64E-20BE-EBDDC0D32AE4}"/>
                  </a:ext>
                </a:extLst>
              </p:cNvPr>
              <p:cNvSpPr txBox="1"/>
              <p:nvPr/>
            </p:nvSpPr>
            <p:spPr>
              <a:xfrm>
                <a:off x="7924536" y="3997670"/>
                <a:ext cx="1864800" cy="798187"/>
              </a:xfrm>
              <a:prstGeom prst="rect">
                <a:avLst/>
              </a:prstGeom>
              <a:gradFill>
                <a:gsLst>
                  <a:gs pos="0">
                    <a:srgbClr val="D8EDBA">
                      <a:alpha val="26274"/>
                    </a:srgbClr>
                  </a:gs>
                  <a:gs pos="100000">
                    <a:srgbClr val="BF06E8">
                      <a:alpha val="16862"/>
                    </a:srgbClr>
                  </a:gs>
                </a:gsLst>
                <a:lin ang="13500032" scaled="0"/>
              </a:gradFill>
              <a:ln w="28575" cap="flat" cmpd="sng">
                <a:solidFill>
                  <a:srgbClr val="CFE2F3"/>
                </a:solidFill>
                <a:prstDash val="solid"/>
                <a:round/>
                <a:headEnd type="none" w="sm" len="sm"/>
                <a:tailEnd type="none" w="sm" len="sm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pPr algn="ctr"/>
                <a:r>
                  <a:rPr lang="en-GB" sz="1600" dirty="0">
                    <a:latin typeface="Comic Sans MS" panose="030F0702030302020204" pitchFamily="66" charset="0"/>
                    <a:ea typeface="Consolas" panose="020B0609020204030204"/>
                    <a:cs typeface="Consolas" panose="020B0609020204030204"/>
                    <a:sym typeface="Consolas" panose="020B0609020204030204"/>
                  </a:rPr>
                  <a:t>Output Layer</a:t>
                </a:r>
              </a:p>
              <a:p>
                <a:pPr algn="ctr"/>
                <a:r>
                  <a:rPr lang="en-GB" sz="1600" dirty="0">
                    <a:latin typeface="Comic Sans MS" panose="030F0702030302020204" pitchFamily="66" charset="0"/>
                    <a:ea typeface="Consolas" panose="020B0609020204030204"/>
                    <a:cs typeface="Consolas" panose="020B0609020204030204"/>
                    <a:sym typeface="Consolas" panose="020B0609020204030204"/>
                  </a:rPr>
                  <a:t>1 </a:t>
                </a:r>
                <a:r>
                  <a:rPr lang="en-US" altLang="zh-CN" sz="1600" dirty="0">
                    <a:latin typeface="Comic Sans MS" panose="030F0702030302020204" pitchFamily="66" charset="0"/>
                    <a:ea typeface="Consolas" panose="020B0609020204030204"/>
                    <a:cs typeface="Consolas" panose="020B0609020204030204"/>
                    <a:sym typeface="Consolas" panose="020B0609020204030204"/>
                  </a:rPr>
                  <a:t>neuron</a:t>
                </a:r>
                <a:endParaRPr sz="1600" dirty="0">
                  <a:latin typeface="Comic Sans MS" panose="030F0702030302020204" pitchFamily="66" charset="0"/>
                  <a:ea typeface="Consolas" panose="020B0609020204030204"/>
                  <a:cs typeface="Consolas" panose="020B0609020204030204"/>
                  <a:sym typeface="Consolas" panose="020B0609020204030204"/>
                </a:endParaRPr>
              </a:p>
            </p:txBody>
          </p:sp>
          <p:sp>
            <p:nvSpPr>
              <p:cNvPr id="468" name="箭头: 右 467">
                <a:extLst>
                  <a:ext uri="{FF2B5EF4-FFF2-40B4-BE49-F238E27FC236}">
                    <a16:creationId xmlns:a16="http://schemas.microsoft.com/office/drawing/2014/main" id="{D6B23AD1-9139-CC4F-AB62-E417F495BD93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8619276" y="2216254"/>
                <a:ext cx="417265" cy="505961"/>
              </a:xfrm>
              <a:prstGeom prst="rightArrow">
                <a:avLst/>
              </a:prstGeom>
              <a:gradFill>
                <a:gsLst>
                  <a:gs pos="0">
                    <a:srgbClr val="FCFFF7">
                      <a:lumMod val="97000"/>
                    </a:srgbClr>
                  </a:gs>
                  <a:gs pos="100000">
                    <a:srgbClr val="FADEFF"/>
                  </a:gs>
                </a:gsLst>
                <a:lin ang="5400000" scaled="1"/>
              </a:gradFill>
              <a:ln w="19050" cap="flat">
                <a:solidFill>
                  <a:srgbClr val="7030A0"/>
                </a:solidFill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9" name="文本框 468">
                <a:extLst>
                  <a:ext uri="{FF2B5EF4-FFF2-40B4-BE49-F238E27FC236}">
                    <a16:creationId xmlns:a16="http://schemas.microsoft.com/office/drawing/2014/main" id="{7D1A47CC-6A85-8C7E-D714-AA3C33019BCA}"/>
                  </a:ext>
                </a:extLst>
              </p:cNvPr>
              <p:cNvSpPr txBox="1"/>
              <p:nvPr/>
            </p:nvSpPr>
            <p:spPr>
              <a:xfrm>
                <a:off x="7882251" y="2211507"/>
                <a:ext cx="2455333" cy="338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omic Sans MS" panose="030F0702030302020204" pitchFamily="66" charset="0"/>
                  </a:rPr>
                  <a:t>Dense       Connections</a:t>
                </a:r>
                <a:endParaRPr lang="zh-CN" altLang="en-US" sz="1600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71" name="Google Shape;496;p25">
                <a:extLst>
                  <a:ext uri="{FF2B5EF4-FFF2-40B4-BE49-F238E27FC236}">
                    <a16:creationId xmlns:a16="http://schemas.microsoft.com/office/drawing/2014/main" id="{C9ED7337-4E9E-C238-F17E-07C2AC3CD2C7}"/>
                  </a:ext>
                </a:extLst>
              </p:cNvPr>
              <p:cNvSpPr txBox="1"/>
              <p:nvPr/>
            </p:nvSpPr>
            <p:spPr>
              <a:xfrm>
                <a:off x="7924536" y="2691241"/>
                <a:ext cx="1864800" cy="798187"/>
              </a:xfrm>
              <a:prstGeom prst="rect">
                <a:avLst/>
              </a:prstGeom>
              <a:gradFill>
                <a:gsLst>
                  <a:gs pos="0">
                    <a:srgbClr val="D8EDBA">
                      <a:alpha val="26274"/>
                    </a:srgbClr>
                  </a:gs>
                  <a:gs pos="100000">
                    <a:srgbClr val="BF06E8">
                      <a:alpha val="16862"/>
                    </a:srgbClr>
                  </a:gs>
                </a:gsLst>
                <a:lin ang="13500032" scaled="0"/>
              </a:gradFill>
              <a:ln w="28575" cap="flat" cmpd="sng">
                <a:solidFill>
                  <a:srgbClr val="CFE2F3"/>
                </a:solidFill>
                <a:prstDash val="solid"/>
                <a:round/>
                <a:headEnd type="none" w="sm" len="sm"/>
                <a:tailEnd type="none" w="sm" len="sm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pPr algn="ctr"/>
                <a:r>
                  <a:rPr lang="en-GB" sz="1600" dirty="0">
                    <a:latin typeface="Comic Sans MS" panose="030F0702030302020204" pitchFamily="66" charset="0"/>
                    <a:ea typeface="Consolas" panose="020B0609020204030204"/>
                    <a:cs typeface="Consolas" panose="020B0609020204030204"/>
                    <a:sym typeface="Consolas" panose="020B0609020204030204"/>
                  </a:rPr>
                  <a:t>Hidden Layer</a:t>
                </a:r>
              </a:p>
              <a:p>
                <a:pPr algn="ctr"/>
                <a:r>
                  <a:rPr lang="en-US" altLang="zh-CN" sz="1600" dirty="0">
                    <a:latin typeface="Comic Sans MS" panose="030F0702030302020204" pitchFamily="66" charset="0"/>
                    <a:ea typeface="Consolas" panose="020B0609020204030204"/>
                    <a:cs typeface="Consolas" panose="020B0609020204030204"/>
                    <a:sym typeface="Consolas" panose="020B0609020204030204"/>
                  </a:rPr>
                  <a:t>5 neurons</a:t>
                </a:r>
                <a:endParaRPr sz="1600" dirty="0">
                  <a:latin typeface="Comic Sans MS" panose="030F0702030302020204" pitchFamily="66" charset="0"/>
                  <a:ea typeface="Consolas" panose="020B0609020204030204"/>
                  <a:cs typeface="Consolas" panose="020B0609020204030204"/>
                  <a:sym typeface="Consolas" panose="020B0609020204030204"/>
                </a:endParaRPr>
              </a:p>
            </p:txBody>
          </p:sp>
          <p:sp>
            <p:nvSpPr>
              <p:cNvPr id="472" name="箭头: 右 471">
                <a:extLst>
                  <a:ext uri="{FF2B5EF4-FFF2-40B4-BE49-F238E27FC236}">
                    <a16:creationId xmlns:a16="http://schemas.microsoft.com/office/drawing/2014/main" id="{94583C3D-9C49-F8F7-FC91-7F854D11CB01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8648136" y="3522118"/>
                <a:ext cx="417600" cy="505961"/>
              </a:xfrm>
              <a:prstGeom prst="rightArrow">
                <a:avLst/>
              </a:prstGeom>
              <a:gradFill>
                <a:gsLst>
                  <a:gs pos="0">
                    <a:srgbClr val="FCFFF7">
                      <a:lumMod val="97000"/>
                    </a:srgbClr>
                  </a:gs>
                  <a:gs pos="100000">
                    <a:srgbClr val="FADEFF"/>
                  </a:gs>
                </a:gsLst>
                <a:lin ang="5400000" scaled="1"/>
              </a:gradFill>
              <a:ln w="19050" cap="flat">
                <a:solidFill>
                  <a:srgbClr val="7030A0"/>
                </a:solidFill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6" name="文本框 475">
                <a:extLst>
                  <a:ext uri="{FF2B5EF4-FFF2-40B4-BE49-F238E27FC236}">
                    <a16:creationId xmlns:a16="http://schemas.microsoft.com/office/drawing/2014/main" id="{58396871-6348-6FCC-F9AB-E2702B46BED9}"/>
                  </a:ext>
                </a:extLst>
              </p:cNvPr>
              <p:cNvSpPr txBox="1"/>
              <p:nvPr/>
            </p:nvSpPr>
            <p:spPr>
              <a:xfrm>
                <a:off x="7868352" y="3454446"/>
                <a:ext cx="2455333" cy="338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omic Sans MS" panose="030F0702030302020204" pitchFamily="66" charset="0"/>
                  </a:rPr>
                  <a:t>Dense       Connections</a:t>
                </a:r>
                <a:endParaRPr lang="zh-CN" altLang="en-US" sz="1600" dirty="0">
                  <a:latin typeface="Comic Sans MS" panose="030F0702030302020204" pitchFamily="66" charset="0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13CD92B1-B0FD-0A45-A37D-8015B9E4516E}"/>
              </a:ext>
            </a:extLst>
          </p:cNvPr>
          <p:cNvGrpSpPr/>
          <p:nvPr/>
        </p:nvGrpSpPr>
        <p:grpSpPr>
          <a:xfrm>
            <a:off x="0" y="412480"/>
            <a:ext cx="11422075" cy="5184552"/>
            <a:chOff x="336514" y="759614"/>
            <a:chExt cx="11422075" cy="5184552"/>
          </a:xfrm>
        </p:grpSpPr>
        <p:sp>
          <p:nvSpPr>
            <p:cNvPr id="480" name="任意多边形 34">
              <a:extLst>
                <a:ext uri="{FF2B5EF4-FFF2-40B4-BE49-F238E27FC236}">
                  <a16:creationId xmlns:a16="http://schemas.microsoft.com/office/drawing/2014/main" id="{83D90B15-76D0-7162-B4B6-9E07F74B2F72}"/>
                </a:ext>
              </a:extLst>
            </p:cNvPr>
            <p:cNvSpPr/>
            <p:nvPr/>
          </p:nvSpPr>
          <p:spPr bwMode="auto">
            <a:xfrm>
              <a:off x="4388032" y="5910828"/>
              <a:ext cx="19587" cy="33338"/>
            </a:xfrm>
            <a:custGeom>
              <a:avLst/>
              <a:gdLst>
                <a:gd name="T0" fmla="*/ 2 w 3"/>
                <a:gd name="T1" fmla="*/ 0 h 5"/>
                <a:gd name="T2" fmla="*/ 1 w 3"/>
                <a:gd name="T3" fmla="*/ 2 h 5"/>
                <a:gd name="T4" fmla="*/ 1 w 3"/>
                <a:gd name="T5" fmla="*/ 3 h 5"/>
                <a:gd name="T6" fmla="*/ 0 w 3"/>
                <a:gd name="T7" fmla="*/ 4 h 5"/>
                <a:gd name="T8" fmla="*/ 1 w 3"/>
                <a:gd name="T9" fmla="*/ 5 h 5"/>
                <a:gd name="T10" fmla="*/ 2 w 3"/>
                <a:gd name="T11" fmla="*/ 4 h 5"/>
                <a:gd name="T12" fmla="*/ 2 w 3"/>
                <a:gd name="T13" fmla="*/ 4 h 5"/>
                <a:gd name="T14" fmla="*/ 2 w 3"/>
                <a:gd name="T15" fmla="*/ 3 h 5"/>
                <a:gd name="T16" fmla="*/ 3 w 3"/>
                <a:gd name="T17" fmla="*/ 0 h 5"/>
                <a:gd name="T18" fmla="*/ 2 w 3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cubicBezTo>
                    <a:pt x="2" y="1"/>
                    <a:pt x="1" y="1"/>
                    <a:pt x="1" y="2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1" y="5"/>
                    <a:pt x="2" y="5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7D9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1906FB20-BFFB-EDAB-EEF8-A24BDA2629B4}"/>
                </a:ext>
              </a:extLst>
            </p:cNvPr>
            <p:cNvGrpSpPr/>
            <p:nvPr/>
          </p:nvGrpSpPr>
          <p:grpSpPr>
            <a:xfrm>
              <a:off x="812427" y="1364180"/>
              <a:ext cx="2909455" cy="2084100"/>
              <a:chOff x="920247" y="1310609"/>
              <a:chExt cx="2909455" cy="2084100"/>
            </a:xfrm>
          </p:grpSpPr>
          <p:sp>
            <p:nvSpPr>
              <p:cNvPr id="494" name="矩形: 圆角 493">
                <a:extLst>
                  <a:ext uri="{FF2B5EF4-FFF2-40B4-BE49-F238E27FC236}">
                    <a16:creationId xmlns:a16="http://schemas.microsoft.com/office/drawing/2014/main" id="{6C46CD10-B379-44D9-4679-573AB31CDADE}"/>
                  </a:ext>
                </a:extLst>
              </p:cNvPr>
              <p:cNvSpPr/>
              <p:nvPr/>
            </p:nvSpPr>
            <p:spPr>
              <a:xfrm>
                <a:off x="1402974" y="1310609"/>
                <a:ext cx="1944000" cy="499509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BDF0FE"/>
                  </a:gs>
                  <a:gs pos="100000">
                    <a:srgbClr val="00B0F0"/>
                  </a:gs>
                </a:gsLst>
                <a:lin ang="5400000" scaled="1"/>
              </a:gradFill>
              <a:ln w="6055" cap="rnd">
                <a:solidFill>
                  <a:srgbClr val="EAEAEA"/>
                </a:solidFill>
                <a:prstDash val="solid"/>
                <a:beve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Pesticide</a:t>
                </a:r>
                <a:endParaRPr lang="zh-CN" altLang="en-US" sz="28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4E7E6BF8-891B-7177-2E71-6BD4709519CB}"/>
                  </a:ext>
                </a:extLst>
              </p:cNvPr>
              <p:cNvGrpSpPr/>
              <p:nvPr/>
            </p:nvGrpSpPr>
            <p:grpSpPr>
              <a:xfrm>
                <a:off x="920247" y="1871949"/>
                <a:ext cx="2909455" cy="1522760"/>
                <a:chOff x="8388926" y="2628829"/>
                <a:chExt cx="2909455" cy="1522760"/>
              </a:xfrm>
            </p:grpSpPr>
            <p:pic>
              <p:nvPicPr>
                <p:cNvPr id="5" name="图片 4">
                  <a:extLst>
                    <a:ext uri="{FF2B5EF4-FFF2-40B4-BE49-F238E27FC236}">
                      <a16:creationId xmlns:a16="http://schemas.microsoft.com/office/drawing/2014/main" id="{FB5CE153-B3E7-B308-FFFE-E587DF422C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941213" y="2661996"/>
                  <a:ext cx="1682537" cy="1057491"/>
                </a:xfrm>
                <a:prstGeom prst="rect">
                  <a:avLst/>
                </a:prstGeom>
              </p:spPr>
            </p:pic>
            <p:sp>
              <p:nvSpPr>
                <p:cNvPr id="6" name="矩形: 圆角 50">
                  <a:extLst>
                    <a:ext uri="{FF2B5EF4-FFF2-40B4-BE49-F238E27FC236}">
                      <a16:creationId xmlns:a16="http://schemas.microsoft.com/office/drawing/2014/main" id="{BF422203-3492-A9C3-4152-EDCD0612B805}"/>
                    </a:ext>
                  </a:extLst>
                </p:cNvPr>
                <p:cNvSpPr/>
                <p:nvPr/>
              </p:nvSpPr>
              <p:spPr>
                <a:xfrm>
                  <a:off x="8388926" y="2628829"/>
                  <a:ext cx="2909455" cy="1316638"/>
                </a:xfrm>
                <a:prstGeom prst="roundRect">
                  <a:avLst/>
                </a:prstGeom>
                <a:noFill/>
                <a:ln w="38100" cap="flat">
                  <a:solidFill>
                    <a:schemeClr val="bg2">
                      <a:lumMod val="75000"/>
                    </a:schemeClr>
                  </a:solidFill>
                  <a:prstDash val="dash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7" name="矩形: 圆角 6">
                  <a:extLst>
                    <a:ext uri="{FF2B5EF4-FFF2-40B4-BE49-F238E27FC236}">
                      <a16:creationId xmlns:a16="http://schemas.microsoft.com/office/drawing/2014/main" id="{DB7D4AC1-A6EC-0C38-3993-BF0193730681}"/>
                    </a:ext>
                  </a:extLst>
                </p:cNvPr>
                <p:cNvSpPr/>
                <p:nvPr/>
              </p:nvSpPr>
              <p:spPr>
                <a:xfrm>
                  <a:off x="8626875" y="3779130"/>
                  <a:ext cx="2508888" cy="372459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>
                    <a:lumMod val="85000"/>
                  </a:schemeClr>
                </a:solidFill>
                <a:ln w="6055" cap="rnd">
                  <a:solidFill>
                    <a:srgbClr val="DCDCDC"/>
                  </a:solidFill>
                  <a:prstDash val="solid"/>
                  <a:beve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r>
                    <a:rPr lang="en-US" altLang="zh-CN" b="1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Carbofuran</a:t>
                  </a:r>
                  <a:endParaRPr lang="zh-CN" altLang="en-US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95B0131-9834-97CF-509F-919C48B48AE9}"/>
                </a:ext>
              </a:extLst>
            </p:cNvPr>
            <p:cNvGrpSpPr/>
            <p:nvPr/>
          </p:nvGrpSpPr>
          <p:grpSpPr>
            <a:xfrm>
              <a:off x="4522298" y="1364180"/>
              <a:ext cx="2909455" cy="1958372"/>
              <a:chOff x="8765693" y="4830376"/>
              <a:chExt cx="2909455" cy="1958372"/>
            </a:xfrm>
          </p:grpSpPr>
          <p:sp>
            <p:nvSpPr>
              <p:cNvPr id="489" name="矩形: 圆角 488">
                <a:extLst>
                  <a:ext uri="{FF2B5EF4-FFF2-40B4-BE49-F238E27FC236}">
                    <a16:creationId xmlns:a16="http://schemas.microsoft.com/office/drawing/2014/main" id="{37D82EDE-6C83-72C0-EFFB-75583BC41E85}"/>
                  </a:ext>
                </a:extLst>
              </p:cNvPr>
              <p:cNvSpPr/>
              <p:nvPr/>
            </p:nvSpPr>
            <p:spPr>
              <a:xfrm>
                <a:off x="9101702" y="4830376"/>
                <a:ext cx="2237436" cy="500400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FDD8D7"/>
                  </a:gs>
                  <a:gs pos="100000">
                    <a:srgbClr val="F69796"/>
                  </a:gs>
                </a:gsLst>
                <a:lin ang="5400000" scaled="1"/>
              </a:gradFill>
              <a:ln w="6055" cap="rnd">
                <a:solidFill>
                  <a:srgbClr val="EAEAEA"/>
                </a:solidFill>
                <a:prstDash val="solid"/>
                <a:beve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r>
                  <a:rPr lang="en-US" altLang="zh-CN" sz="28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Fertilizer</a:t>
                </a:r>
                <a:endParaRPr lang="zh-CN" altLang="en-US" sz="28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3451CAE5-F121-55FB-8001-21413B480B98}"/>
                  </a:ext>
                </a:extLst>
              </p:cNvPr>
              <p:cNvGrpSpPr/>
              <p:nvPr/>
            </p:nvGrpSpPr>
            <p:grpSpPr>
              <a:xfrm>
                <a:off x="8765693" y="5403029"/>
                <a:ext cx="2909455" cy="1385719"/>
                <a:chOff x="4844368" y="674010"/>
                <a:chExt cx="2909455" cy="1385719"/>
              </a:xfrm>
            </p:grpSpPr>
            <p:pic>
              <p:nvPicPr>
                <p:cNvPr id="10" name="图片 9">
                  <a:extLst>
                    <a:ext uri="{FF2B5EF4-FFF2-40B4-BE49-F238E27FC236}">
                      <a16:creationId xmlns:a16="http://schemas.microsoft.com/office/drawing/2014/main" id="{04658969-55DE-7E6B-5BA7-6C4F98D661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sharpenSoften amount="100000"/>
                          </a14:imgEffect>
                          <a14:imgEffect>
                            <a14:brightnessContrast contrast="45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51300" y="674011"/>
                  <a:ext cx="2295590" cy="1061905"/>
                </a:xfrm>
                <a:prstGeom prst="rect">
                  <a:avLst/>
                </a:prstGeom>
              </p:spPr>
            </p:pic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321A0570-8BB2-4E90-3D9C-BC0C5C53D40E}"/>
                    </a:ext>
                  </a:extLst>
                </p:cNvPr>
                <p:cNvGrpSpPr/>
                <p:nvPr/>
              </p:nvGrpSpPr>
              <p:grpSpPr>
                <a:xfrm>
                  <a:off x="4844368" y="674010"/>
                  <a:ext cx="2909455" cy="1385719"/>
                  <a:chOff x="8388926" y="2628829"/>
                  <a:chExt cx="2909455" cy="1522760"/>
                </a:xfrm>
              </p:grpSpPr>
              <p:sp>
                <p:nvSpPr>
                  <p:cNvPr id="13" name="矩形: 圆角 50">
                    <a:extLst>
                      <a:ext uri="{FF2B5EF4-FFF2-40B4-BE49-F238E27FC236}">
                        <a16:creationId xmlns:a16="http://schemas.microsoft.com/office/drawing/2014/main" id="{8E919E72-1F81-D19F-281B-639DBBD1E045}"/>
                      </a:ext>
                    </a:extLst>
                  </p:cNvPr>
                  <p:cNvSpPr/>
                  <p:nvPr/>
                </p:nvSpPr>
                <p:spPr>
                  <a:xfrm>
                    <a:off x="8388926" y="2628829"/>
                    <a:ext cx="2909455" cy="1316638"/>
                  </a:xfrm>
                  <a:prstGeom prst="roundRect">
                    <a:avLst/>
                  </a:prstGeom>
                  <a:noFill/>
                  <a:ln w="38100" cap="flat">
                    <a:solidFill>
                      <a:schemeClr val="bg2">
                        <a:lumMod val="75000"/>
                      </a:schemeClr>
                    </a:solidFill>
                    <a:prstDash val="dash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14" name="矩形: 圆角 13">
                    <a:extLst>
                      <a:ext uri="{FF2B5EF4-FFF2-40B4-BE49-F238E27FC236}">
                        <a16:creationId xmlns:a16="http://schemas.microsoft.com/office/drawing/2014/main" id="{335116F9-6FD5-2466-B049-522C601B5D6F}"/>
                      </a:ext>
                    </a:extLst>
                  </p:cNvPr>
                  <p:cNvSpPr/>
                  <p:nvPr/>
                </p:nvSpPr>
                <p:spPr>
                  <a:xfrm>
                    <a:off x="8626875" y="3779130"/>
                    <a:ext cx="2508888" cy="37245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 w="6055" cap="rnd">
                    <a:solidFill>
                      <a:srgbClr val="DCDCDC"/>
                    </a:solidFill>
                    <a:prstDash val="solid"/>
                    <a:beve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algn="ctr"/>
                    <a:r>
                      <a:rPr lang="en-US" altLang="zh-CN" b="1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Ammonium nitrate</a:t>
                    </a:r>
                    <a:endParaRPr lang="zh-CN" altLang="en-US" b="1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  <a:sym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CE8F515D-1D17-44BA-8237-E4D9CE653E54}"/>
                </a:ext>
              </a:extLst>
            </p:cNvPr>
            <p:cNvGrpSpPr/>
            <p:nvPr/>
          </p:nvGrpSpPr>
          <p:grpSpPr>
            <a:xfrm>
              <a:off x="8232169" y="1364180"/>
              <a:ext cx="2909455" cy="1957047"/>
              <a:chOff x="5112119" y="-85098"/>
              <a:chExt cx="2909455" cy="1957047"/>
            </a:xfrm>
          </p:grpSpPr>
          <p:sp>
            <p:nvSpPr>
              <p:cNvPr id="485" name="矩形: 圆角 484">
                <a:extLst>
                  <a:ext uri="{FF2B5EF4-FFF2-40B4-BE49-F238E27FC236}">
                    <a16:creationId xmlns:a16="http://schemas.microsoft.com/office/drawing/2014/main" id="{871CD46D-7010-F5DE-44D6-B489531B7FED}"/>
                  </a:ext>
                </a:extLst>
              </p:cNvPr>
              <p:cNvSpPr/>
              <p:nvPr/>
            </p:nvSpPr>
            <p:spPr>
              <a:xfrm>
                <a:off x="5388371" y="-85098"/>
                <a:ext cx="2356950" cy="500400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F0FFDB"/>
                  </a:gs>
                  <a:gs pos="100000">
                    <a:srgbClr val="DDFDAE"/>
                  </a:gs>
                </a:gsLst>
                <a:lin ang="5400000" scaled="1"/>
              </a:gradFill>
              <a:ln w="6055" cap="rnd">
                <a:solidFill>
                  <a:srgbClr val="EAEAEA"/>
                </a:solidFill>
                <a:prstDash val="solid"/>
                <a:beve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Other Chemicals</a:t>
                </a:r>
                <a:endParaRPr lang="zh-CN" altLang="en-US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D0EB8DE7-B8D6-4B76-611E-77F7C814A386}"/>
                  </a:ext>
                </a:extLst>
              </p:cNvPr>
              <p:cNvGrpSpPr/>
              <p:nvPr/>
            </p:nvGrpSpPr>
            <p:grpSpPr>
              <a:xfrm>
                <a:off x="5112119" y="481653"/>
                <a:ext cx="2909455" cy="1390296"/>
                <a:chOff x="5112119" y="481653"/>
                <a:chExt cx="2909455" cy="1390296"/>
              </a:xfrm>
            </p:grpSpPr>
            <p:pic>
              <p:nvPicPr>
                <p:cNvPr id="17" name="图片 16">
                  <a:extLst>
                    <a:ext uri="{FF2B5EF4-FFF2-40B4-BE49-F238E27FC236}">
                      <a16:creationId xmlns:a16="http://schemas.microsoft.com/office/drawing/2014/main" id="{AD57FD41-A697-1738-91A9-945690D7AC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88031" y="481653"/>
                  <a:ext cx="1957630" cy="1008209"/>
                </a:xfrm>
                <a:prstGeom prst="rect">
                  <a:avLst/>
                </a:prstGeom>
              </p:spPr>
            </p:pic>
            <p:grpSp>
              <p:nvGrpSpPr>
                <p:cNvPr id="20" name="组合 19">
                  <a:extLst>
                    <a:ext uri="{FF2B5EF4-FFF2-40B4-BE49-F238E27FC236}">
                      <a16:creationId xmlns:a16="http://schemas.microsoft.com/office/drawing/2014/main" id="{52DD76DC-1548-F55F-7D9B-A5B3F997D029}"/>
                    </a:ext>
                  </a:extLst>
                </p:cNvPr>
                <p:cNvGrpSpPr/>
                <p:nvPr/>
              </p:nvGrpSpPr>
              <p:grpSpPr>
                <a:xfrm>
                  <a:off x="5112119" y="486231"/>
                  <a:ext cx="2909455" cy="1385718"/>
                  <a:chOff x="8388926" y="2628829"/>
                  <a:chExt cx="2909455" cy="1522758"/>
                </a:xfrm>
              </p:grpSpPr>
              <p:sp>
                <p:nvSpPr>
                  <p:cNvPr id="21" name="矩形: 圆角 50">
                    <a:extLst>
                      <a:ext uri="{FF2B5EF4-FFF2-40B4-BE49-F238E27FC236}">
                        <a16:creationId xmlns:a16="http://schemas.microsoft.com/office/drawing/2014/main" id="{AF798F51-0594-07F3-7CB2-AC5E01078C94}"/>
                      </a:ext>
                    </a:extLst>
                  </p:cNvPr>
                  <p:cNvSpPr/>
                  <p:nvPr/>
                </p:nvSpPr>
                <p:spPr>
                  <a:xfrm>
                    <a:off x="8388926" y="2628829"/>
                    <a:ext cx="2909455" cy="1316638"/>
                  </a:xfrm>
                  <a:prstGeom prst="roundRect">
                    <a:avLst/>
                  </a:prstGeom>
                  <a:noFill/>
                  <a:ln w="38100" cap="flat">
                    <a:solidFill>
                      <a:schemeClr val="bg2">
                        <a:lumMod val="75000"/>
                      </a:schemeClr>
                    </a:solidFill>
                    <a:prstDash val="dash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22" name="矩形: 圆角 21">
                    <a:extLst>
                      <a:ext uri="{FF2B5EF4-FFF2-40B4-BE49-F238E27FC236}">
                        <a16:creationId xmlns:a16="http://schemas.microsoft.com/office/drawing/2014/main" id="{9820AAD6-CD21-2565-E3A7-9177BA67B6BA}"/>
                      </a:ext>
                    </a:extLst>
                  </p:cNvPr>
                  <p:cNvSpPr/>
                  <p:nvPr/>
                </p:nvSpPr>
                <p:spPr>
                  <a:xfrm>
                    <a:off x="8626875" y="3779128"/>
                    <a:ext cx="2508888" cy="37245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 w="6055" cap="rnd">
                    <a:solidFill>
                      <a:srgbClr val="DCDCDC"/>
                    </a:solidFill>
                    <a:prstDash val="solid"/>
                    <a:beve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algn="ctr"/>
                    <a:r>
                      <a:rPr lang="en-US" altLang="zh-CN" b="1" i="0" dirty="0" err="1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Benzylaminopurine</a:t>
                    </a:r>
                    <a:endParaRPr lang="zh-CN" altLang="en-US" b="1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  <a:sym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28" name="矩形: 圆角 50">
              <a:extLst>
                <a:ext uri="{FF2B5EF4-FFF2-40B4-BE49-F238E27FC236}">
                  <a16:creationId xmlns:a16="http://schemas.microsoft.com/office/drawing/2014/main" id="{F2AF36AF-C912-60AF-9664-FC9C61C8BAEA}"/>
                </a:ext>
              </a:extLst>
            </p:cNvPr>
            <p:cNvSpPr/>
            <p:nvPr/>
          </p:nvSpPr>
          <p:spPr>
            <a:xfrm>
              <a:off x="336514" y="1047750"/>
              <a:ext cx="11422075" cy="2525712"/>
            </a:xfrm>
            <a:prstGeom prst="roundRect">
              <a:avLst/>
            </a:prstGeom>
            <a:noFill/>
            <a:ln w="38100" cap="flat">
              <a:solidFill>
                <a:schemeClr val="bg2">
                  <a:lumMod val="75000"/>
                </a:schemeClr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2EAD8D8E-7BA5-FBCE-B56F-BCB9023CE0BA}"/>
                </a:ext>
              </a:extLst>
            </p:cNvPr>
            <p:cNvSpPr/>
            <p:nvPr/>
          </p:nvSpPr>
          <p:spPr>
            <a:xfrm>
              <a:off x="3380057" y="759614"/>
              <a:ext cx="5269267" cy="499509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FEFDCE"/>
                </a:gs>
                <a:gs pos="100000">
                  <a:srgbClr val="FFFF1F"/>
                </a:gs>
              </a:gsLst>
              <a:lin ang="5400000" scaled="1"/>
            </a:gradFill>
            <a:ln w="6055" cap="rnd">
              <a:solidFill>
                <a:srgbClr val="EAEAEA"/>
              </a:solidFill>
              <a:prstDash val="solid"/>
              <a:beve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Loss of Species Richness, LSR</a:t>
              </a:r>
              <a:endPara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0130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9B78D-F00C-55F3-45CE-A442F619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组合 498">
            <a:extLst>
              <a:ext uri="{FF2B5EF4-FFF2-40B4-BE49-F238E27FC236}">
                <a16:creationId xmlns:a16="http://schemas.microsoft.com/office/drawing/2014/main" id="{2C5DD086-0BB3-2EEB-AC5C-549D80857DD3}"/>
              </a:ext>
            </a:extLst>
          </p:cNvPr>
          <p:cNvGrpSpPr/>
          <p:nvPr/>
        </p:nvGrpSpPr>
        <p:grpSpPr>
          <a:xfrm>
            <a:off x="-6563923" y="1326452"/>
            <a:ext cx="19228807" cy="4205095"/>
            <a:chOff x="-3541323" y="2378049"/>
            <a:chExt cx="19228807" cy="4205095"/>
          </a:xfrm>
        </p:grpSpPr>
        <p:sp>
          <p:nvSpPr>
            <p:cNvPr id="492" name="文本框 491">
              <a:extLst>
                <a:ext uri="{FF2B5EF4-FFF2-40B4-BE49-F238E27FC236}">
                  <a16:creationId xmlns:a16="http://schemas.microsoft.com/office/drawing/2014/main" id="{1AAF2F49-EE3E-0233-AAAF-D20ABDE026B8}"/>
                </a:ext>
              </a:extLst>
            </p:cNvPr>
            <p:cNvSpPr txBox="1"/>
            <p:nvPr/>
          </p:nvSpPr>
          <p:spPr>
            <a:xfrm>
              <a:off x="2081146" y="3357899"/>
              <a:ext cx="245533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Human</a:t>
              </a:r>
            </a:p>
            <a:p>
              <a:pPr algn="ctr"/>
              <a:endPara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pPr algn="ctr"/>
              <a:endPara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pPr algn="ctr"/>
              <a:endPara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Exploit</a:t>
              </a:r>
              <a:endParaRPr lang="zh-CN" altLang="en-US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63" name="箭头: 右 462">
              <a:extLst>
                <a:ext uri="{FF2B5EF4-FFF2-40B4-BE49-F238E27FC236}">
                  <a16:creationId xmlns:a16="http://schemas.microsoft.com/office/drawing/2014/main" id="{4BE981A5-7D90-F2EB-79A8-42A79CDD2771}"/>
                </a:ext>
              </a:extLst>
            </p:cNvPr>
            <p:cNvSpPr>
              <a:spLocks/>
            </p:cNvSpPr>
            <p:nvPr/>
          </p:nvSpPr>
          <p:spPr>
            <a:xfrm>
              <a:off x="2977537" y="3732620"/>
              <a:ext cx="720000" cy="505961"/>
            </a:xfrm>
            <a:prstGeom prst="rightArrow">
              <a:avLst/>
            </a:prstGeom>
            <a:gradFill>
              <a:gsLst>
                <a:gs pos="0">
                  <a:srgbClr val="FCFFF7">
                    <a:lumMod val="97000"/>
                  </a:srgbClr>
                </a:gs>
                <a:gs pos="100000">
                  <a:srgbClr val="FADEFF"/>
                </a:gs>
              </a:gsLst>
              <a:lin ang="5400000" scaled="1"/>
            </a:gradFill>
            <a:ln w="19050" cap="flat">
              <a:solidFill>
                <a:srgbClr val="7030A0"/>
              </a:solidFill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 sz="2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75" name="组合 474">
              <a:extLst>
                <a:ext uri="{FF2B5EF4-FFF2-40B4-BE49-F238E27FC236}">
                  <a16:creationId xmlns:a16="http://schemas.microsoft.com/office/drawing/2014/main" id="{DEBB6726-7851-4159-B4EE-E2B3F26394DC}"/>
                </a:ext>
              </a:extLst>
            </p:cNvPr>
            <p:cNvGrpSpPr/>
            <p:nvPr/>
          </p:nvGrpSpPr>
          <p:grpSpPr>
            <a:xfrm>
              <a:off x="-1431834" y="2501178"/>
              <a:ext cx="4320000" cy="3789596"/>
              <a:chOff x="-1545315" y="2424216"/>
              <a:chExt cx="4320000" cy="3789596"/>
            </a:xfrm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070A8A3A-832D-CD4A-9DA4-6DE7F8415D61}"/>
                  </a:ext>
                </a:extLst>
              </p:cNvPr>
              <p:cNvGrpSpPr/>
              <p:nvPr/>
            </p:nvGrpSpPr>
            <p:grpSpPr>
              <a:xfrm>
                <a:off x="-1545315" y="2424216"/>
                <a:ext cx="4320000" cy="3240000"/>
                <a:chOff x="-809835" y="2157302"/>
                <a:chExt cx="4320000" cy="3240000"/>
              </a:xfrm>
            </p:grpSpPr>
            <p:pic>
              <p:nvPicPr>
                <p:cNvPr id="16" name="图片 15">
                  <a:extLst>
                    <a:ext uri="{FF2B5EF4-FFF2-40B4-BE49-F238E27FC236}">
                      <a16:creationId xmlns:a16="http://schemas.microsoft.com/office/drawing/2014/main" id="{190D3947-DCB7-65B8-1BB0-21DC2B29C9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809835" y="2157302"/>
                  <a:ext cx="4320000" cy="3240000"/>
                </a:xfrm>
                <a:prstGeom prst="rect">
                  <a:avLst/>
                </a:prstGeom>
              </p:spPr>
            </p:pic>
            <p:sp>
              <p:nvSpPr>
                <p:cNvPr id="30" name="矩形: 圆角 497">
                  <a:extLst>
                    <a:ext uri="{FF2B5EF4-FFF2-40B4-BE49-F238E27FC236}">
                      <a16:creationId xmlns:a16="http://schemas.microsoft.com/office/drawing/2014/main" id="{2C0F31B2-2551-4B1C-45C9-75BCBEC5495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9074" y="3972700"/>
                  <a:ext cx="570725" cy="57072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C3FF">
                    <a:alpha val="30000"/>
                  </a:srgbClr>
                </a:solidFill>
                <a:ln w="6055" cap="flat">
                  <a:noFill/>
                  <a:prstDash val="solid"/>
                  <a:miter/>
                </a:ln>
              </p:spPr>
              <p:txBody>
                <a:bodyPr lIns="108000" tIns="108000" rIns="108000" bIns="108000" rtlCol="0" anchor="ctr"/>
                <a:lstStyle/>
                <a:p>
                  <a:pPr algn="ctr"/>
                  <a:endPara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1" name="矩形: 圆角 497">
                  <a:extLst>
                    <a:ext uri="{FF2B5EF4-FFF2-40B4-BE49-F238E27FC236}">
                      <a16:creationId xmlns:a16="http://schemas.microsoft.com/office/drawing/2014/main" id="{62282E3A-9B67-EBD1-BA49-EE9CAFFF825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1074" y="3071000"/>
                  <a:ext cx="570725" cy="57072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>
                    <a:alpha val="30000"/>
                  </a:srgbClr>
                </a:solidFill>
                <a:ln w="6055" cap="flat">
                  <a:noFill/>
                  <a:prstDash val="solid"/>
                  <a:miter/>
                </a:ln>
              </p:spPr>
              <p:txBody>
                <a:bodyPr lIns="108000" tIns="108000" rIns="108000" bIns="108000" rtlCol="0" anchor="ctr"/>
                <a:lstStyle/>
                <a:p>
                  <a:pPr algn="ctr"/>
                  <a:endPara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468" name="文本框 467">
                <a:extLst>
                  <a:ext uri="{FF2B5EF4-FFF2-40B4-BE49-F238E27FC236}">
                    <a16:creationId xmlns:a16="http://schemas.microsoft.com/office/drawing/2014/main" id="{91F26794-8B03-66C5-6923-7B3E89BA3683}"/>
                  </a:ext>
                </a:extLst>
              </p:cNvPr>
              <p:cNvSpPr txBox="1"/>
              <p:nvPr/>
            </p:nvSpPr>
            <p:spPr>
              <a:xfrm>
                <a:off x="-1319476" y="5752147"/>
                <a:ext cx="32485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Comic Sans MS" panose="030F0702030302020204" pitchFamily="66" charset="0"/>
                  </a:rPr>
                  <a:t>Natural Forest Area</a:t>
                </a:r>
                <a:endParaRPr lang="zh-CN" altLang="en-US" sz="2400" b="1" dirty="0"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476" name="组合 475">
              <a:extLst>
                <a:ext uri="{FF2B5EF4-FFF2-40B4-BE49-F238E27FC236}">
                  <a16:creationId xmlns:a16="http://schemas.microsoft.com/office/drawing/2014/main" id="{3522110D-F8F4-894C-C6EB-39F13F188014}"/>
                </a:ext>
              </a:extLst>
            </p:cNvPr>
            <p:cNvGrpSpPr/>
            <p:nvPr/>
          </p:nvGrpSpPr>
          <p:grpSpPr>
            <a:xfrm>
              <a:off x="3460252" y="2424216"/>
              <a:ext cx="4813125" cy="4158928"/>
              <a:chOff x="3460252" y="2424216"/>
              <a:chExt cx="4813125" cy="4158928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070A6A10-0729-A777-6EF7-CD54CD6DDD81}"/>
                  </a:ext>
                </a:extLst>
              </p:cNvPr>
              <p:cNvGrpSpPr/>
              <p:nvPr/>
            </p:nvGrpSpPr>
            <p:grpSpPr>
              <a:xfrm>
                <a:off x="3729458" y="2424216"/>
                <a:ext cx="4320000" cy="3240000"/>
                <a:chOff x="3855715" y="2157302"/>
                <a:chExt cx="4320000" cy="3240000"/>
              </a:xfrm>
            </p:grpSpPr>
            <p:pic>
              <p:nvPicPr>
                <p:cNvPr id="19" name="图片 18">
                  <a:extLst>
                    <a:ext uri="{FF2B5EF4-FFF2-40B4-BE49-F238E27FC236}">
                      <a16:creationId xmlns:a16="http://schemas.microsoft.com/office/drawing/2014/main" id="{26269EF6-6053-1B6D-E773-2679D8573B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55715" y="2157302"/>
                  <a:ext cx="4320000" cy="3240000"/>
                </a:xfrm>
                <a:prstGeom prst="rect">
                  <a:avLst/>
                </a:prstGeom>
              </p:spPr>
            </p:pic>
            <p:sp>
              <p:nvSpPr>
                <p:cNvPr id="32" name="矩形: 圆角 497">
                  <a:extLst>
                    <a:ext uri="{FF2B5EF4-FFF2-40B4-BE49-F238E27FC236}">
                      <a16:creationId xmlns:a16="http://schemas.microsoft.com/office/drawing/2014/main" id="{D9C46F6C-71C8-1A65-5F0E-F00EF01BCBF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206875" y="4414425"/>
                  <a:ext cx="376650" cy="3766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C3FF">
                    <a:alpha val="30000"/>
                  </a:srgbClr>
                </a:solidFill>
                <a:ln w="6055" cap="flat">
                  <a:noFill/>
                  <a:prstDash val="solid"/>
                  <a:miter/>
                </a:ln>
              </p:spPr>
              <p:txBody>
                <a:bodyPr lIns="108000" tIns="108000" rIns="108000" bIns="108000" rtlCol="0" anchor="ctr"/>
                <a:lstStyle/>
                <a:p>
                  <a:pPr algn="ctr"/>
                  <a:endPara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3" name="矩形: 圆角 497">
                  <a:extLst>
                    <a:ext uri="{FF2B5EF4-FFF2-40B4-BE49-F238E27FC236}">
                      <a16:creationId xmlns:a16="http://schemas.microsoft.com/office/drawing/2014/main" id="{36935FA3-DEB9-78B7-BF40-665E755F53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22900" y="2277250"/>
                  <a:ext cx="484999" cy="48499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>
                    <a:alpha val="30000"/>
                  </a:srgbClr>
                </a:solidFill>
                <a:ln w="6055" cap="flat">
                  <a:noFill/>
                  <a:prstDash val="solid"/>
                  <a:miter/>
                </a:ln>
              </p:spPr>
              <p:txBody>
                <a:bodyPr lIns="108000" tIns="108000" rIns="108000" bIns="108000" rtlCol="0" anchor="ctr"/>
                <a:lstStyle/>
                <a:p>
                  <a:pPr algn="ctr"/>
                  <a:endPara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471" name="文本框 470">
                <a:extLst>
                  <a:ext uri="{FF2B5EF4-FFF2-40B4-BE49-F238E27FC236}">
                    <a16:creationId xmlns:a16="http://schemas.microsoft.com/office/drawing/2014/main" id="{3B893543-A57A-DAE7-6762-29FCA3B9BF81}"/>
                  </a:ext>
                </a:extLst>
              </p:cNvPr>
              <p:cNvSpPr txBox="1"/>
              <p:nvPr/>
            </p:nvSpPr>
            <p:spPr>
              <a:xfrm>
                <a:off x="3460252" y="5752147"/>
                <a:ext cx="481312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Comic Sans MS" panose="030F0702030302020204" pitchFamily="66" charset="0"/>
                  </a:rPr>
                  <a:t>Converted Agricultural System</a:t>
                </a:r>
              </a:p>
              <a:p>
                <a:pPr algn="ctr"/>
                <a:r>
                  <a:rPr lang="en-US" altLang="zh-CN" sz="2400" b="1" dirty="0">
                    <a:latin typeface="Comic Sans MS" panose="030F0702030302020204" pitchFamily="66" charset="0"/>
                  </a:rPr>
                  <a:t>(Primary Stage)</a:t>
                </a:r>
                <a:endParaRPr lang="zh-CN" altLang="en-US" sz="2400" b="1" dirty="0"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763F4E56-1090-2B17-48A5-E847211FA89D}"/>
                </a:ext>
              </a:extLst>
            </p:cNvPr>
            <p:cNvGrpSpPr/>
            <p:nvPr/>
          </p:nvGrpSpPr>
          <p:grpSpPr>
            <a:xfrm>
              <a:off x="9109437" y="2378049"/>
              <a:ext cx="4813125" cy="3789596"/>
              <a:chOff x="8842052" y="2424216"/>
              <a:chExt cx="4813125" cy="3789596"/>
            </a:xfrm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5F1663E3-929B-5271-EC30-99583A4F68B6}"/>
                  </a:ext>
                </a:extLst>
              </p:cNvPr>
              <p:cNvGrpSpPr/>
              <p:nvPr/>
            </p:nvGrpSpPr>
            <p:grpSpPr>
              <a:xfrm>
                <a:off x="9004231" y="2424216"/>
                <a:ext cx="4320000" cy="3240000"/>
                <a:chOff x="8451415" y="2157302"/>
                <a:chExt cx="4320000" cy="3240000"/>
              </a:xfrm>
            </p:grpSpPr>
            <p:pic>
              <p:nvPicPr>
                <p:cNvPr id="29" name="图片 28">
                  <a:extLst>
                    <a:ext uri="{FF2B5EF4-FFF2-40B4-BE49-F238E27FC236}">
                      <a16:creationId xmlns:a16="http://schemas.microsoft.com/office/drawing/2014/main" id="{8B3318EB-9D07-160C-6F85-D919DC5A87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51415" y="2157302"/>
                  <a:ext cx="4320000" cy="3240000"/>
                </a:xfrm>
                <a:prstGeom prst="rect">
                  <a:avLst/>
                </a:prstGeom>
              </p:spPr>
            </p:pic>
            <p:sp>
              <p:nvSpPr>
                <p:cNvPr id="34" name="矩形: 圆角 497">
                  <a:extLst>
                    <a:ext uri="{FF2B5EF4-FFF2-40B4-BE49-F238E27FC236}">
                      <a16:creationId xmlns:a16="http://schemas.microsoft.com/office/drawing/2014/main" id="{50277F7E-DF49-A853-2236-1CB1CE655E6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125074" y="3206577"/>
                  <a:ext cx="570725" cy="57072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6C3FF">
                    <a:alpha val="30000"/>
                  </a:srgbClr>
                </a:solidFill>
                <a:ln w="6055" cap="flat">
                  <a:noFill/>
                  <a:prstDash val="solid"/>
                  <a:miter/>
                </a:ln>
              </p:spPr>
              <p:txBody>
                <a:bodyPr lIns="108000" tIns="108000" rIns="108000" bIns="108000" rtlCol="0" anchor="ctr"/>
                <a:lstStyle/>
                <a:p>
                  <a:pPr algn="ctr"/>
                  <a:endPara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5" name="矩形: 圆角 497">
                  <a:extLst>
                    <a:ext uri="{FF2B5EF4-FFF2-40B4-BE49-F238E27FC236}">
                      <a16:creationId xmlns:a16="http://schemas.microsoft.com/office/drawing/2014/main" id="{DC1A5A78-06DF-1839-2703-A9EE730B00E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752540" y="4129062"/>
                  <a:ext cx="570725" cy="57072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>
                    <a:alpha val="30000"/>
                  </a:srgbClr>
                </a:solidFill>
                <a:ln w="6055" cap="flat">
                  <a:noFill/>
                  <a:prstDash val="solid"/>
                  <a:miter/>
                </a:ln>
              </p:spPr>
              <p:txBody>
                <a:bodyPr lIns="108000" tIns="108000" rIns="108000" bIns="108000" rtlCol="0" anchor="ctr"/>
                <a:lstStyle/>
                <a:p>
                  <a:pPr algn="ctr"/>
                  <a:endPara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472" name="文本框 471">
                <a:extLst>
                  <a:ext uri="{FF2B5EF4-FFF2-40B4-BE49-F238E27FC236}">
                    <a16:creationId xmlns:a16="http://schemas.microsoft.com/office/drawing/2014/main" id="{74B1100F-0920-1F4C-E126-9015FE703310}"/>
                  </a:ext>
                </a:extLst>
              </p:cNvPr>
              <p:cNvSpPr txBox="1"/>
              <p:nvPr/>
            </p:nvSpPr>
            <p:spPr>
              <a:xfrm>
                <a:off x="8842052" y="5752147"/>
                <a:ext cx="48131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Comic Sans MS" panose="030F0702030302020204" pitchFamily="66" charset="0"/>
                  </a:rPr>
                  <a:t>Mature Agricultural ecosystem</a:t>
                </a:r>
                <a:endParaRPr lang="zh-CN" altLang="en-US" sz="2400" b="1" dirty="0"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498" name="组合 497">
              <a:extLst>
                <a:ext uri="{FF2B5EF4-FFF2-40B4-BE49-F238E27FC236}">
                  <a16:creationId xmlns:a16="http://schemas.microsoft.com/office/drawing/2014/main" id="{E495FEF2-9FDB-1BB0-F324-E0884E8C9B4B}"/>
                </a:ext>
              </a:extLst>
            </p:cNvPr>
            <p:cNvGrpSpPr/>
            <p:nvPr/>
          </p:nvGrpSpPr>
          <p:grpSpPr>
            <a:xfrm>
              <a:off x="-3541323" y="3148549"/>
              <a:ext cx="3248525" cy="798187"/>
              <a:chOff x="943415" y="1511167"/>
              <a:chExt cx="3248525" cy="798187"/>
            </a:xfrm>
            <a:scene3d>
              <a:camera prst="orthographicFront">
                <a:rot lat="0" lon="0" rev="5400000"/>
              </a:camera>
              <a:lightRig rig="threePt" dir="t"/>
            </a:scene3d>
          </p:grpSpPr>
          <p:sp>
            <p:nvSpPr>
              <p:cNvPr id="487" name="文本框 486">
                <a:extLst>
                  <a:ext uri="{FF2B5EF4-FFF2-40B4-BE49-F238E27FC236}">
                    <a16:creationId xmlns:a16="http://schemas.microsoft.com/office/drawing/2014/main" id="{BD91F319-7965-F620-A59C-579604B28F61}"/>
                  </a:ext>
                </a:extLst>
              </p:cNvPr>
              <p:cNvSpPr txBox="1"/>
              <p:nvPr/>
            </p:nvSpPr>
            <p:spPr>
              <a:xfrm>
                <a:off x="943415" y="1732493"/>
                <a:ext cx="32485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latin typeface="Comic Sans MS" panose="030F0702030302020204" pitchFamily="66" charset="0"/>
                  </a:rPr>
                  <a:t>Species A</a:t>
                </a:r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496" name="组合 495">
                <a:extLst>
                  <a:ext uri="{FF2B5EF4-FFF2-40B4-BE49-F238E27FC236}">
                    <a16:creationId xmlns:a16="http://schemas.microsoft.com/office/drawing/2014/main" id="{7AED457E-6B6D-907B-D6E0-E99C9D4FF97D}"/>
                  </a:ext>
                </a:extLst>
              </p:cNvPr>
              <p:cNvGrpSpPr/>
              <p:nvPr/>
            </p:nvGrpSpPr>
            <p:grpSpPr>
              <a:xfrm>
                <a:off x="1182427" y="1511167"/>
                <a:ext cx="2277826" cy="798187"/>
                <a:chOff x="1182427" y="1511167"/>
                <a:chExt cx="2277826" cy="798187"/>
              </a:xfrm>
            </p:grpSpPr>
            <p:sp>
              <p:nvSpPr>
                <p:cNvPr id="486" name="矩形: 圆角 497">
                  <a:extLst>
                    <a:ext uri="{FF2B5EF4-FFF2-40B4-BE49-F238E27FC236}">
                      <a16:creationId xmlns:a16="http://schemas.microsoft.com/office/drawing/2014/main" id="{5799DF89-4FA0-7B68-6C90-3FB5BB7EAB8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459" y="1644110"/>
                  <a:ext cx="570725" cy="57072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0000">
                    <a:alpha val="30000"/>
                  </a:srgbClr>
                </a:solidFill>
                <a:ln w="6055" cap="flat">
                  <a:noFill/>
                  <a:prstDash val="solid"/>
                  <a:miter/>
                </a:ln>
              </p:spPr>
              <p:txBody>
                <a:bodyPr lIns="108000" tIns="108000" rIns="108000" bIns="108000" rtlCol="0" anchor="ctr"/>
                <a:lstStyle/>
                <a:p>
                  <a:pPr algn="ctr"/>
                  <a:endPara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88" name="矩形: 圆角 50">
                  <a:extLst>
                    <a:ext uri="{FF2B5EF4-FFF2-40B4-BE49-F238E27FC236}">
                      <a16:creationId xmlns:a16="http://schemas.microsoft.com/office/drawing/2014/main" id="{CB376095-5D06-74AF-7299-EB88C4DB4DF9}"/>
                    </a:ext>
                  </a:extLst>
                </p:cNvPr>
                <p:cNvSpPr/>
                <p:nvPr/>
              </p:nvSpPr>
              <p:spPr>
                <a:xfrm>
                  <a:off x="1182427" y="1511167"/>
                  <a:ext cx="2277826" cy="798187"/>
                </a:xfrm>
                <a:prstGeom prst="roundRect">
                  <a:avLst/>
                </a:prstGeom>
                <a:noFill/>
                <a:ln w="38100" cap="flat">
                  <a:solidFill>
                    <a:srgbClr val="FFB2B2"/>
                  </a:solidFill>
                  <a:prstDash val="dash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497" name="组合 496">
              <a:extLst>
                <a:ext uri="{FF2B5EF4-FFF2-40B4-BE49-F238E27FC236}">
                  <a16:creationId xmlns:a16="http://schemas.microsoft.com/office/drawing/2014/main" id="{253DF995-AAE9-C698-5AF1-CC6D414A6B8A}"/>
                </a:ext>
              </a:extLst>
            </p:cNvPr>
            <p:cNvGrpSpPr/>
            <p:nvPr/>
          </p:nvGrpSpPr>
          <p:grpSpPr>
            <a:xfrm>
              <a:off x="12438959" y="3148549"/>
              <a:ext cx="3248525" cy="798187"/>
              <a:chOff x="4327358" y="1538098"/>
              <a:chExt cx="3248525" cy="798187"/>
            </a:xfrm>
            <a:scene3d>
              <a:camera prst="orthographicFront">
                <a:rot lat="0" lon="0" rev="5400000"/>
              </a:camera>
              <a:lightRig rig="threePt" dir="t"/>
            </a:scene3d>
          </p:grpSpPr>
          <p:sp>
            <p:nvSpPr>
              <p:cNvPr id="484" name="矩形: 圆角 497">
                <a:extLst>
                  <a:ext uri="{FF2B5EF4-FFF2-40B4-BE49-F238E27FC236}">
                    <a16:creationId xmlns:a16="http://schemas.microsoft.com/office/drawing/2014/main" id="{EF989F71-30D2-241E-AB9F-4A3F1581B3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50250" y="1644111"/>
                <a:ext cx="570725" cy="570725"/>
              </a:xfrm>
              <a:prstGeom prst="roundRect">
                <a:avLst>
                  <a:gd name="adj" fmla="val 50000"/>
                </a:avLst>
              </a:prstGeom>
              <a:solidFill>
                <a:srgbClr val="F6C3FF">
                  <a:alpha val="30000"/>
                </a:srgbClr>
              </a:solidFill>
              <a:ln w="6055" cap="flat">
                <a:noFill/>
                <a:prstDash val="solid"/>
                <a:miter/>
              </a:ln>
            </p:spPr>
            <p:txBody>
              <a:bodyPr lIns="108000" tIns="108000" rIns="108000" bIns="108000" rtlCol="0" anchor="ctr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0" name="矩形: 圆角 50">
                <a:extLst>
                  <a:ext uri="{FF2B5EF4-FFF2-40B4-BE49-F238E27FC236}">
                    <a16:creationId xmlns:a16="http://schemas.microsoft.com/office/drawing/2014/main" id="{D5EB772E-B56E-8738-14FA-355469ACEA87}"/>
                  </a:ext>
                </a:extLst>
              </p:cNvPr>
              <p:cNvSpPr/>
              <p:nvPr/>
            </p:nvSpPr>
            <p:spPr>
              <a:xfrm>
                <a:off x="4593200" y="1538098"/>
                <a:ext cx="2277826" cy="798187"/>
              </a:xfrm>
              <a:prstGeom prst="roundRect">
                <a:avLst/>
              </a:prstGeom>
              <a:noFill/>
              <a:ln w="38100" cap="flat">
                <a:solidFill>
                  <a:srgbClr val="FCEDFF"/>
                </a:solidFill>
                <a:prstDash val="dash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1" name="文本框 490">
                <a:extLst>
                  <a:ext uri="{FF2B5EF4-FFF2-40B4-BE49-F238E27FC236}">
                    <a16:creationId xmlns:a16="http://schemas.microsoft.com/office/drawing/2014/main" id="{B2279B05-080F-FA90-DDC8-29342EF278AF}"/>
                  </a:ext>
                </a:extLst>
              </p:cNvPr>
              <p:cNvSpPr txBox="1"/>
              <p:nvPr/>
            </p:nvSpPr>
            <p:spPr>
              <a:xfrm>
                <a:off x="4327358" y="1744806"/>
                <a:ext cx="32485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latin typeface="Comic Sans MS" panose="030F0702030302020204" pitchFamily="66" charset="0"/>
                  </a:rPr>
                  <a:t>Species B</a:t>
                </a:r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493" name="文本框 492">
              <a:extLst>
                <a:ext uri="{FF2B5EF4-FFF2-40B4-BE49-F238E27FC236}">
                  <a16:creationId xmlns:a16="http://schemas.microsoft.com/office/drawing/2014/main" id="{6C88F610-709B-6C07-3B62-DEFC912323C0}"/>
                </a:ext>
              </a:extLst>
            </p:cNvPr>
            <p:cNvSpPr txBox="1"/>
            <p:nvPr/>
          </p:nvSpPr>
          <p:spPr>
            <a:xfrm>
              <a:off x="7432870" y="3071419"/>
              <a:ext cx="2455333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Native </a:t>
              </a:r>
            </a:p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Species</a:t>
              </a:r>
            </a:p>
            <a:p>
              <a:pPr algn="ctr"/>
              <a:endPara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pPr algn="ctr"/>
              <a:endPara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pPr algn="ctr"/>
              <a:endPara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Relocation&amp;</a:t>
              </a:r>
            </a:p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Reemergence</a:t>
              </a:r>
              <a:endParaRPr lang="zh-CN" altLang="en-US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95" name="箭头: 右 494">
              <a:extLst>
                <a:ext uri="{FF2B5EF4-FFF2-40B4-BE49-F238E27FC236}">
                  <a16:creationId xmlns:a16="http://schemas.microsoft.com/office/drawing/2014/main" id="{BFBA74B6-19E9-B555-5541-3C956D9B5F14}"/>
                </a:ext>
              </a:extLst>
            </p:cNvPr>
            <p:cNvSpPr>
              <a:spLocks/>
            </p:cNvSpPr>
            <p:nvPr/>
          </p:nvSpPr>
          <p:spPr>
            <a:xfrm>
              <a:off x="8300537" y="3732620"/>
              <a:ext cx="720000" cy="505961"/>
            </a:xfrm>
            <a:prstGeom prst="rightArrow">
              <a:avLst/>
            </a:prstGeom>
            <a:gradFill>
              <a:gsLst>
                <a:gs pos="0">
                  <a:srgbClr val="FCFFF7">
                    <a:lumMod val="97000"/>
                  </a:srgbClr>
                </a:gs>
                <a:gs pos="100000">
                  <a:srgbClr val="FADEFF"/>
                </a:gs>
              </a:gsLst>
              <a:lin ang="5400000" scaled="1"/>
            </a:gradFill>
            <a:ln w="19050" cap="flat">
              <a:solidFill>
                <a:srgbClr val="7030A0"/>
              </a:solidFill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3999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E909A-9D65-CA70-0937-98B99381F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>
            <a:extLst>
              <a:ext uri="{FF2B5EF4-FFF2-40B4-BE49-F238E27FC236}">
                <a16:creationId xmlns:a16="http://schemas.microsoft.com/office/drawing/2014/main" id="{8A89190A-4277-87D1-5EED-EC7959753078}"/>
              </a:ext>
            </a:extLst>
          </p:cNvPr>
          <p:cNvGrpSpPr/>
          <p:nvPr/>
        </p:nvGrpSpPr>
        <p:grpSpPr>
          <a:xfrm>
            <a:off x="-3224462" y="-616016"/>
            <a:ext cx="16841001" cy="8101353"/>
            <a:chOff x="-3224462" y="-616016"/>
            <a:chExt cx="16841001" cy="810135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13C0435-1FD8-17E6-7EFA-EB43E489D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70000"/>
                      </a14:imgEffect>
                      <a14:imgEffect>
                        <a14:brightnessContrast contrast="5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1" t="3706" r="10741" b="19967"/>
            <a:stretch/>
          </p:blipFill>
          <p:spPr>
            <a:xfrm>
              <a:off x="-1191253" y="-616016"/>
              <a:ext cx="13710514" cy="791678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3E8D640-A56F-6748-6525-FDFC811DF182}"/>
                </a:ext>
              </a:extLst>
            </p:cNvPr>
            <p:cNvSpPr txBox="1"/>
            <p:nvPr/>
          </p:nvSpPr>
          <p:spPr>
            <a:xfrm>
              <a:off x="10368014" y="6504057"/>
              <a:ext cx="32485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CN" alt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0F04F19-6110-7847-9256-12B954ECC7DD}"/>
                </a:ext>
              </a:extLst>
            </p:cNvPr>
            <p:cNvSpPr txBox="1"/>
            <p:nvPr/>
          </p:nvSpPr>
          <p:spPr>
            <a:xfrm>
              <a:off x="-3224462" y="1372187"/>
              <a:ext cx="5239350" cy="707886"/>
            </a:xfrm>
            <a:prstGeom prst="rect">
              <a:avLst/>
            </a:prstGeom>
            <a:noFill/>
            <a:scene3d>
              <a:camera prst="orthographicFront">
                <a:rot lat="0" lon="0" rev="540000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Ecosystem Functions</a:t>
              </a:r>
              <a:endParaRPr lang="zh-CN" alt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íśḷîḑe">
              <a:extLst>
                <a:ext uri="{FF2B5EF4-FFF2-40B4-BE49-F238E27FC236}">
                  <a16:creationId xmlns:a16="http://schemas.microsoft.com/office/drawing/2014/main" id="{9BB69FCA-FB4B-BF8F-9FE2-657BB8A06291}"/>
                </a:ext>
              </a:extLst>
            </p:cNvPr>
            <p:cNvSpPr/>
            <p:nvPr/>
          </p:nvSpPr>
          <p:spPr bwMode="auto">
            <a:xfrm rot="19215256">
              <a:off x="1660198" y="1102186"/>
              <a:ext cx="2124000" cy="540000"/>
            </a:xfrm>
            <a:custGeom>
              <a:avLst/>
              <a:gdLst>
                <a:gd name="T0" fmla="*/ 1014 w 1051"/>
                <a:gd name="T1" fmla="*/ 25 h 723"/>
                <a:gd name="T2" fmla="*/ 978 w 1051"/>
                <a:gd name="T3" fmla="*/ 51 h 723"/>
                <a:gd name="T4" fmla="*/ 907 w 1051"/>
                <a:gd name="T5" fmla="*/ 104 h 723"/>
                <a:gd name="T6" fmla="*/ 872 w 1051"/>
                <a:gd name="T7" fmla="*/ 131 h 723"/>
                <a:gd name="T8" fmla="*/ 838 w 1051"/>
                <a:gd name="T9" fmla="*/ 159 h 723"/>
                <a:gd name="T10" fmla="*/ 804 w 1051"/>
                <a:gd name="T11" fmla="*/ 187 h 723"/>
                <a:gd name="T12" fmla="*/ 770 w 1051"/>
                <a:gd name="T13" fmla="*/ 215 h 723"/>
                <a:gd name="T14" fmla="*/ 704 w 1051"/>
                <a:gd name="T15" fmla="*/ 272 h 723"/>
                <a:gd name="T16" fmla="*/ 671 w 1051"/>
                <a:gd name="T17" fmla="*/ 301 h 723"/>
                <a:gd name="T18" fmla="*/ 638 w 1051"/>
                <a:gd name="T19" fmla="*/ 330 h 723"/>
                <a:gd name="T20" fmla="*/ 600 w 1051"/>
                <a:gd name="T21" fmla="*/ 365 h 723"/>
                <a:gd name="T22" fmla="*/ 596 w 1051"/>
                <a:gd name="T23" fmla="*/ 344 h 723"/>
                <a:gd name="T24" fmla="*/ 590 w 1051"/>
                <a:gd name="T25" fmla="*/ 309 h 723"/>
                <a:gd name="T26" fmla="*/ 583 w 1051"/>
                <a:gd name="T27" fmla="*/ 274 h 723"/>
                <a:gd name="T28" fmla="*/ 575 w 1051"/>
                <a:gd name="T29" fmla="*/ 240 h 723"/>
                <a:gd name="T30" fmla="*/ 568 w 1051"/>
                <a:gd name="T31" fmla="*/ 205 h 723"/>
                <a:gd name="T32" fmla="*/ 542 w 1051"/>
                <a:gd name="T33" fmla="*/ 88 h 723"/>
                <a:gd name="T34" fmla="*/ 463 w 1051"/>
                <a:gd name="T35" fmla="*/ 172 h 723"/>
                <a:gd name="T36" fmla="*/ 432 w 1051"/>
                <a:gd name="T37" fmla="*/ 205 h 723"/>
                <a:gd name="T38" fmla="*/ 402 w 1051"/>
                <a:gd name="T39" fmla="*/ 238 h 723"/>
                <a:gd name="T40" fmla="*/ 341 w 1051"/>
                <a:gd name="T41" fmla="*/ 304 h 723"/>
                <a:gd name="T42" fmla="*/ 282 w 1051"/>
                <a:gd name="T43" fmla="*/ 371 h 723"/>
                <a:gd name="T44" fmla="*/ 223 w 1051"/>
                <a:gd name="T45" fmla="*/ 439 h 723"/>
                <a:gd name="T46" fmla="*/ 165 w 1051"/>
                <a:gd name="T47" fmla="*/ 508 h 723"/>
                <a:gd name="T48" fmla="*/ 109 w 1051"/>
                <a:gd name="T49" fmla="*/ 578 h 723"/>
                <a:gd name="T50" fmla="*/ 53 w 1051"/>
                <a:gd name="T51" fmla="*/ 650 h 723"/>
                <a:gd name="T52" fmla="*/ 26 w 1051"/>
                <a:gd name="T53" fmla="*/ 686 h 723"/>
                <a:gd name="T54" fmla="*/ 0 w 1051"/>
                <a:gd name="T55" fmla="*/ 723 h 723"/>
                <a:gd name="T56" fmla="*/ 36 w 1051"/>
                <a:gd name="T57" fmla="*/ 696 h 723"/>
                <a:gd name="T58" fmla="*/ 73 w 1051"/>
                <a:gd name="T59" fmla="*/ 669 h 723"/>
                <a:gd name="T60" fmla="*/ 144 w 1051"/>
                <a:gd name="T61" fmla="*/ 614 h 723"/>
                <a:gd name="T62" fmla="*/ 214 w 1051"/>
                <a:gd name="T63" fmla="*/ 557 h 723"/>
                <a:gd name="T64" fmla="*/ 283 w 1051"/>
                <a:gd name="T65" fmla="*/ 499 h 723"/>
                <a:gd name="T66" fmla="*/ 351 w 1051"/>
                <a:gd name="T67" fmla="*/ 441 h 723"/>
                <a:gd name="T68" fmla="*/ 418 w 1051"/>
                <a:gd name="T69" fmla="*/ 381 h 723"/>
                <a:gd name="T70" fmla="*/ 462 w 1051"/>
                <a:gd name="T71" fmla="*/ 342 h 723"/>
                <a:gd name="T72" fmla="*/ 466 w 1051"/>
                <a:gd name="T73" fmla="*/ 367 h 723"/>
                <a:gd name="T74" fmla="*/ 478 w 1051"/>
                <a:gd name="T75" fmla="*/ 437 h 723"/>
                <a:gd name="T76" fmla="*/ 485 w 1051"/>
                <a:gd name="T77" fmla="*/ 472 h 723"/>
                <a:gd name="T78" fmla="*/ 492 w 1051"/>
                <a:gd name="T79" fmla="*/ 506 h 723"/>
                <a:gd name="T80" fmla="*/ 517 w 1051"/>
                <a:gd name="T81" fmla="*/ 628 h 723"/>
                <a:gd name="T82" fmla="*/ 601 w 1051"/>
                <a:gd name="T83" fmla="*/ 541 h 723"/>
                <a:gd name="T84" fmla="*/ 661 w 1051"/>
                <a:gd name="T85" fmla="*/ 477 h 723"/>
                <a:gd name="T86" fmla="*/ 720 w 1051"/>
                <a:gd name="T87" fmla="*/ 412 h 723"/>
                <a:gd name="T88" fmla="*/ 750 w 1051"/>
                <a:gd name="T89" fmla="*/ 380 h 723"/>
                <a:gd name="T90" fmla="*/ 779 w 1051"/>
                <a:gd name="T91" fmla="*/ 347 h 723"/>
                <a:gd name="T92" fmla="*/ 836 w 1051"/>
                <a:gd name="T93" fmla="*/ 280 h 723"/>
                <a:gd name="T94" fmla="*/ 864 w 1051"/>
                <a:gd name="T95" fmla="*/ 247 h 723"/>
                <a:gd name="T96" fmla="*/ 892 w 1051"/>
                <a:gd name="T97" fmla="*/ 213 h 723"/>
                <a:gd name="T98" fmla="*/ 920 w 1051"/>
                <a:gd name="T99" fmla="*/ 178 h 723"/>
                <a:gd name="T100" fmla="*/ 947 w 1051"/>
                <a:gd name="T101" fmla="*/ 144 h 723"/>
                <a:gd name="T102" fmla="*/ 1000 w 1051"/>
                <a:gd name="T103" fmla="*/ 73 h 723"/>
                <a:gd name="T104" fmla="*/ 1026 w 1051"/>
                <a:gd name="T105" fmla="*/ 37 h 723"/>
                <a:gd name="T106" fmla="*/ 1051 w 1051"/>
                <a:gd name="T107" fmla="*/ 0 h 723"/>
                <a:gd name="T108" fmla="*/ 1014 w 1051"/>
                <a:gd name="T109" fmla="*/ 25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51" h="723">
                  <a:moveTo>
                    <a:pt x="1014" y="25"/>
                  </a:moveTo>
                  <a:cubicBezTo>
                    <a:pt x="1002" y="33"/>
                    <a:pt x="990" y="42"/>
                    <a:pt x="978" y="51"/>
                  </a:cubicBezTo>
                  <a:cubicBezTo>
                    <a:pt x="954" y="68"/>
                    <a:pt x="930" y="86"/>
                    <a:pt x="907" y="104"/>
                  </a:cubicBezTo>
                  <a:cubicBezTo>
                    <a:pt x="872" y="131"/>
                    <a:pt x="872" y="131"/>
                    <a:pt x="872" y="131"/>
                  </a:cubicBezTo>
                  <a:cubicBezTo>
                    <a:pt x="838" y="159"/>
                    <a:pt x="838" y="159"/>
                    <a:pt x="838" y="159"/>
                  </a:cubicBezTo>
                  <a:cubicBezTo>
                    <a:pt x="827" y="168"/>
                    <a:pt x="815" y="177"/>
                    <a:pt x="804" y="187"/>
                  </a:cubicBezTo>
                  <a:cubicBezTo>
                    <a:pt x="793" y="196"/>
                    <a:pt x="781" y="205"/>
                    <a:pt x="770" y="215"/>
                  </a:cubicBezTo>
                  <a:cubicBezTo>
                    <a:pt x="748" y="234"/>
                    <a:pt x="726" y="253"/>
                    <a:pt x="704" y="272"/>
                  </a:cubicBezTo>
                  <a:cubicBezTo>
                    <a:pt x="671" y="301"/>
                    <a:pt x="671" y="301"/>
                    <a:pt x="671" y="301"/>
                  </a:cubicBezTo>
                  <a:cubicBezTo>
                    <a:pt x="638" y="330"/>
                    <a:pt x="638" y="330"/>
                    <a:pt x="638" y="330"/>
                  </a:cubicBezTo>
                  <a:cubicBezTo>
                    <a:pt x="625" y="342"/>
                    <a:pt x="613" y="353"/>
                    <a:pt x="600" y="365"/>
                  </a:cubicBezTo>
                  <a:cubicBezTo>
                    <a:pt x="599" y="358"/>
                    <a:pt x="597" y="351"/>
                    <a:pt x="596" y="344"/>
                  </a:cubicBezTo>
                  <a:cubicBezTo>
                    <a:pt x="590" y="309"/>
                    <a:pt x="590" y="309"/>
                    <a:pt x="590" y="309"/>
                  </a:cubicBezTo>
                  <a:cubicBezTo>
                    <a:pt x="588" y="298"/>
                    <a:pt x="585" y="286"/>
                    <a:pt x="583" y="274"/>
                  </a:cubicBezTo>
                  <a:cubicBezTo>
                    <a:pt x="575" y="240"/>
                    <a:pt x="575" y="240"/>
                    <a:pt x="575" y="240"/>
                  </a:cubicBezTo>
                  <a:cubicBezTo>
                    <a:pt x="573" y="228"/>
                    <a:pt x="570" y="217"/>
                    <a:pt x="568" y="205"/>
                  </a:cubicBezTo>
                  <a:cubicBezTo>
                    <a:pt x="542" y="88"/>
                    <a:pt x="542" y="88"/>
                    <a:pt x="542" y="88"/>
                  </a:cubicBezTo>
                  <a:cubicBezTo>
                    <a:pt x="463" y="172"/>
                    <a:pt x="463" y="172"/>
                    <a:pt x="463" y="172"/>
                  </a:cubicBezTo>
                  <a:cubicBezTo>
                    <a:pt x="432" y="205"/>
                    <a:pt x="432" y="205"/>
                    <a:pt x="432" y="205"/>
                  </a:cubicBezTo>
                  <a:cubicBezTo>
                    <a:pt x="422" y="216"/>
                    <a:pt x="412" y="227"/>
                    <a:pt x="402" y="238"/>
                  </a:cubicBezTo>
                  <a:cubicBezTo>
                    <a:pt x="382" y="260"/>
                    <a:pt x="361" y="282"/>
                    <a:pt x="341" y="304"/>
                  </a:cubicBezTo>
                  <a:cubicBezTo>
                    <a:pt x="321" y="326"/>
                    <a:pt x="301" y="349"/>
                    <a:pt x="282" y="371"/>
                  </a:cubicBezTo>
                  <a:cubicBezTo>
                    <a:pt x="262" y="394"/>
                    <a:pt x="242" y="416"/>
                    <a:pt x="223" y="439"/>
                  </a:cubicBezTo>
                  <a:cubicBezTo>
                    <a:pt x="204" y="462"/>
                    <a:pt x="184" y="485"/>
                    <a:pt x="165" y="508"/>
                  </a:cubicBezTo>
                  <a:cubicBezTo>
                    <a:pt x="146" y="532"/>
                    <a:pt x="127" y="555"/>
                    <a:pt x="109" y="578"/>
                  </a:cubicBezTo>
                  <a:cubicBezTo>
                    <a:pt x="90" y="602"/>
                    <a:pt x="71" y="626"/>
                    <a:pt x="53" y="650"/>
                  </a:cubicBezTo>
                  <a:cubicBezTo>
                    <a:pt x="44" y="662"/>
                    <a:pt x="35" y="674"/>
                    <a:pt x="26" y="686"/>
                  </a:cubicBezTo>
                  <a:cubicBezTo>
                    <a:pt x="17" y="698"/>
                    <a:pt x="8" y="710"/>
                    <a:pt x="0" y="723"/>
                  </a:cubicBezTo>
                  <a:cubicBezTo>
                    <a:pt x="12" y="714"/>
                    <a:pt x="24" y="705"/>
                    <a:pt x="36" y="696"/>
                  </a:cubicBezTo>
                  <a:cubicBezTo>
                    <a:pt x="49" y="688"/>
                    <a:pt x="61" y="679"/>
                    <a:pt x="73" y="669"/>
                  </a:cubicBezTo>
                  <a:cubicBezTo>
                    <a:pt x="97" y="651"/>
                    <a:pt x="121" y="633"/>
                    <a:pt x="144" y="614"/>
                  </a:cubicBezTo>
                  <a:cubicBezTo>
                    <a:pt x="168" y="595"/>
                    <a:pt x="191" y="576"/>
                    <a:pt x="214" y="557"/>
                  </a:cubicBezTo>
                  <a:cubicBezTo>
                    <a:pt x="237" y="538"/>
                    <a:pt x="260" y="519"/>
                    <a:pt x="283" y="499"/>
                  </a:cubicBezTo>
                  <a:cubicBezTo>
                    <a:pt x="306" y="480"/>
                    <a:pt x="329" y="460"/>
                    <a:pt x="351" y="441"/>
                  </a:cubicBezTo>
                  <a:cubicBezTo>
                    <a:pt x="374" y="421"/>
                    <a:pt x="396" y="401"/>
                    <a:pt x="418" y="381"/>
                  </a:cubicBezTo>
                  <a:cubicBezTo>
                    <a:pt x="433" y="368"/>
                    <a:pt x="448" y="355"/>
                    <a:pt x="462" y="342"/>
                  </a:cubicBezTo>
                  <a:cubicBezTo>
                    <a:pt x="466" y="367"/>
                    <a:pt x="466" y="367"/>
                    <a:pt x="466" y="367"/>
                  </a:cubicBezTo>
                  <a:cubicBezTo>
                    <a:pt x="470" y="390"/>
                    <a:pt x="474" y="413"/>
                    <a:pt x="478" y="437"/>
                  </a:cubicBezTo>
                  <a:cubicBezTo>
                    <a:pt x="485" y="472"/>
                    <a:pt x="485" y="472"/>
                    <a:pt x="485" y="472"/>
                  </a:cubicBezTo>
                  <a:cubicBezTo>
                    <a:pt x="492" y="506"/>
                    <a:pt x="492" y="506"/>
                    <a:pt x="492" y="506"/>
                  </a:cubicBezTo>
                  <a:cubicBezTo>
                    <a:pt x="517" y="628"/>
                    <a:pt x="517" y="628"/>
                    <a:pt x="517" y="628"/>
                  </a:cubicBezTo>
                  <a:cubicBezTo>
                    <a:pt x="601" y="541"/>
                    <a:pt x="601" y="541"/>
                    <a:pt x="601" y="541"/>
                  </a:cubicBezTo>
                  <a:cubicBezTo>
                    <a:pt x="621" y="520"/>
                    <a:pt x="642" y="499"/>
                    <a:pt x="661" y="477"/>
                  </a:cubicBezTo>
                  <a:cubicBezTo>
                    <a:pt x="681" y="456"/>
                    <a:pt x="701" y="434"/>
                    <a:pt x="720" y="412"/>
                  </a:cubicBezTo>
                  <a:cubicBezTo>
                    <a:pt x="750" y="380"/>
                    <a:pt x="750" y="380"/>
                    <a:pt x="750" y="380"/>
                  </a:cubicBezTo>
                  <a:cubicBezTo>
                    <a:pt x="779" y="347"/>
                    <a:pt x="779" y="347"/>
                    <a:pt x="779" y="347"/>
                  </a:cubicBezTo>
                  <a:cubicBezTo>
                    <a:pt x="798" y="325"/>
                    <a:pt x="817" y="303"/>
                    <a:pt x="836" y="280"/>
                  </a:cubicBezTo>
                  <a:cubicBezTo>
                    <a:pt x="845" y="269"/>
                    <a:pt x="855" y="258"/>
                    <a:pt x="864" y="247"/>
                  </a:cubicBezTo>
                  <a:cubicBezTo>
                    <a:pt x="873" y="235"/>
                    <a:pt x="883" y="224"/>
                    <a:pt x="892" y="213"/>
                  </a:cubicBezTo>
                  <a:cubicBezTo>
                    <a:pt x="920" y="178"/>
                    <a:pt x="920" y="178"/>
                    <a:pt x="920" y="178"/>
                  </a:cubicBezTo>
                  <a:cubicBezTo>
                    <a:pt x="947" y="144"/>
                    <a:pt x="947" y="144"/>
                    <a:pt x="947" y="144"/>
                  </a:cubicBezTo>
                  <a:cubicBezTo>
                    <a:pt x="965" y="120"/>
                    <a:pt x="982" y="97"/>
                    <a:pt x="1000" y="73"/>
                  </a:cubicBezTo>
                  <a:cubicBezTo>
                    <a:pt x="1008" y="61"/>
                    <a:pt x="1017" y="49"/>
                    <a:pt x="1026" y="37"/>
                  </a:cubicBezTo>
                  <a:cubicBezTo>
                    <a:pt x="1034" y="25"/>
                    <a:pt x="1043" y="13"/>
                    <a:pt x="1051" y="0"/>
                  </a:cubicBezTo>
                  <a:cubicBezTo>
                    <a:pt x="1038" y="8"/>
                    <a:pt x="1026" y="17"/>
                    <a:pt x="1014" y="25"/>
                  </a:cubicBezTo>
                  <a:close/>
                </a:path>
              </a:pathLst>
            </a:custGeom>
            <a:solidFill>
              <a:srgbClr val="F8DF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6AF879B-9205-650B-338D-503DFAB9C752}"/>
                </a:ext>
              </a:extLst>
            </p:cNvPr>
            <p:cNvSpPr txBox="1"/>
            <p:nvPr/>
          </p:nvSpPr>
          <p:spPr>
            <a:xfrm>
              <a:off x="1867405" y="23897"/>
              <a:ext cx="3248525" cy="461665"/>
            </a:xfrm>
            <a:prstGeom prst="rect">
              <a:avLst/>
            </a:prstGeom>
            <a:noFill/>
            <a:ln w="38100">
              <a:solidFill>
                <a:srgbClr val="F8DF7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8DF70"/>
                  </a:solidFill>
                  <a:latin typeface="Comic Sans MS" panose="030F0702030302020204" pitchFamily="66" charset="0"/>
                </a:rPr>
                <a:t>Disturbance</a:t>
              </a:r>
              <a:endParaRPr lang="zh-CN" altLang="en-US" sz="2400" b="1" dirty="0">
                <a:solidFill>
                  <a:srgbClr val="F8DF7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71C81A07-8D31-5E50-6AE9-B16F9D943297}"/>
                </a:ext>
              </a:extLst>
            </p:cNvPr>
            <p:cNvSpPr/>
            <p:nvPr/>
          </p:nvSpPr>
          <p:spPr>
            <a:xfrm>
              <a:off x="6398400" y="3102080"/>
              <a:ext cx="180000" cy="1080000"/>
            </a:xfrm>
            <a:prstGeom prst="roundRect">
              <a:avLst>
                <a:gd name="adj" fmla="val 0"/>
              </a:avLst>
            </a:prstGeom>
            <a:solidFill>
              <a:srgbClr val="7D3FAE">
                <a:alpha val="30000"/>
              </a:srgbClr>
            </a:solidFill>
            <a:ln w="6055" cap="flat">
              <a:noFill/>
              <a:prstDash val="solid"/>
              <a:miter/>
            </a:ln>
            <a:scene3d>
              <a:camera prst="orthographicFront">
                <a:rot lat="0" lon="0" rev="2400000"/>
              </a:camera>
              <a:lightRig rig="threePt" dir="t"/>
            </a:scene3d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68DFCBDD-B978-2FDD-24EB-5F4CDC0E3E96}"/>
                </a:ext>
              </a:extLst>
            </p:cNvPr>
            <p:cNvSpPr/>
            <p:nvPr/>
          </p:nvSpPr>
          <p:spPr>
            <a:xfrm>
              <a:off x="5594785" y="3039733"/>
              <a:ext cx="180000" cy="1620000"/>
            </a:xfrm>
            <a:prstGeom prst="roundRect">
              <a:avLst>
                <a:gd name="adj" fmla="val 0"/>
              </a:avLst>
            </a:prstGeom>
            <a:solidFill>
              <a:srgbClr val="7D3FAE">
                <a:alpha val="30000"/>
              </a:srgbClr>
            </a:solidFill>
            <a:ln w="6055" cap="flat">
              <a:noFill/>
              <a:prstDash val="solid"/>
              <a:miter/>
            </a:ln>
            <a:scene3d>
              <a:camera prst="orthographicFront">
                <a:rot lat="0" lon="0" rev="2400000"/>
              </a:camera>
              <a:lightRig rig="threePt" dir="t"/>
            </a:scene3d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412D1CB5-56D9-68A1-AE72-522A1882BDF8}"/>
                </a:ext>
              </a:extLst>
            </p:cNvPr>
            <p:cNvSpPr/>
            <p:nvPr/>
          </p:nvSpPr>
          <p:spPr>
            <a:xfrm>
              <a:off x="4978209" y="2935826"/>
              <a:ext cx="180000" cy="2232000"/>
            </a:xfrm>
            <a:prstGeom prst="roundRect">
              <a:avLst>
                <a:gd name="adj" fmla="val 0"/>
              </a:avLst>
            </a:prstGeom>
            <a:solidFill>
              <a:srgbClr val="7D3FAE">
                <a:alpha val="30000"/>
              </a:srgbClr>
            </a:solidFill>
            <a:ln w="6055" cap="flat">
              <a:noFill/>
              <a:prstDash val="solid"/>
              <a:miter/>
            </a:ln>
            <a:scene3d>
              <a:camera prst="orthographicFront">
                <a:rot lat="0" lon="0" rev="2400000"/>
              </a:camera>
              <a:lightRig rig="threePt" dir="t"/>
            </a:scene3d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55A23237-D3EA-87D2-5059-7FE985D97B2D}"/>
                </a:ext>
              </a:extLst>
            </p:cNvPr>
            <p:cNvSpPr/>
            <p:nvPr/>
          </p:nvSpPr>
          <p:spPr>
            <a:xfrm>
              <a:off x="3311667" y="3039733"/>
              <a:ext cx="180000" cy="2376000"/>
            </a:xfrm>
            <a:prstGeom prst="roundRect">
              <a:avLst>
                <a:gd name="adj" fmla="val 0"/>
              </a:avLst>
            </a:prstGeom>
            <a:solidFill>
              <a:srgbClr val="7D3FAE">
                <a:alpha val="30000"/>
              </a:srgbClr>
            </a:solidFill>
            <a:ln w="6055" cap="flat">
              <a:noFill/>
              <a:prstDash val="solid"/>
              <a:miter/>
            </a:ln>
            <a:scene3d>
              <a:camera prst="orthographicFront">
                <a:rot lat="0" lon="0" rev="2400000"/>
              </a:camera>
              <a:lightRig rig="threePt" dir="t"/>
            </a:scene3d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742097D3-2F6B-2520-11A4-81300659201C}"/>
                </a:ext>
              </a:extLst>
            </p:cNvPr>
            <p:cNvSpPr/>
            <p:nvPr/>
          </p:nvSpPr>
          <p:spPr>
            <a:xfrm>
              <a:off x="4174594" y="2935826"/>
              <a:ext cx="180000" cy="2700000"/>
            </a:xfrm>
            <a:prstGeom prst="roundRect">
              <a:avLst>
                <a:gd name="adj" fmla="val 0"/>
              </a:avLst>
            </a:prstGeom>
            <a:solidFill>
              <a:srgbClr val="7D3FAE">
                <a:alpha val="30000"/>
              </a:srgbClr>
            </a:solidFill>
            <a:ln w="6055" cap="flat">
              <a:noFill/>
              <a:prstDash val="solid"/>
              <a:miter/>
            </a:ln>
            <a:scene3d>
              <a:camera prst="orthographicFront">
                <a:rot lat="0" lon="0" rev="2400000"/>
              </a:camera>
              <a:lightRig rig="threePt" dir="t"/>
            </a:scene3d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3C8686E-C1F5-1BC2-CB38-70FBD838A177}"/>
                </a:ext>
              </a:extLst>
            </p:cNvPr>
            <p:cNvSpPr txBox="1"/>
            <p:nvPr/>
          </p:nvSpPr>
          <p:spPr>
            <a:xfrm>
              <a:off x="3239875" y="3741993"/>
              <a:ext cx="3248525" cy="830997"/>
            </a:xfrm>
            <a:prstGeom prst="rect">
              <a:avLst/>
            </a:prstGeom>
            <a:noFill/>
            <a:ln w="38100">
              <a:solidFill>
                <a:srgbClr val="7030A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7030A0"/>
                  </a:solidFill>
                  <a:latin typeface="Comic Sans MS" panose="030F0702030302020204" pitchFamily="66" charset="0"/>
                </a:rPr>
                <a:t>Total Ecosystem Stability</a:t>
              </a:r>
              <a:endParaRPr lang="zh-CN" altLang="en-US" sz="2400" b="1" dirty="0">
                <a:solidFill>
                  <a:srgbClr val="7030A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A3467F13-3580-F220-9947-57941538B655}"/>
                </a:ext>
              </a:extLst>
            </p:cNvPr>
            <p:cNvSpPr/>
            <p:nvPr/>
          </p:nvSpPr>
          <p:spPr>
            <a:xfrm>
              <a:off x="-54935" y="1490670"/>
              <a:ext cx="10941107" cy="1724168"/>
            </a:xfrm>
            <a:prstGeom prst="roundRect">
              <a:avLst>
                <a:gd name="adj" fmla="val 0"/>
              </a:avLst>
            </a:prstGeom>
            <a:solidFill>
              <a:srgbClr val="FFB2B2">
                <a:alpha val="29000"/>
              </a:srgbClr>
            </a:solidFill>
            <a:ln w="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8D462FC4-7CE4-5756-6306-CD8A2BADDB1B}"/>
                </a:ext>
              </a:extLst>
            </p:cNvPr>
            <p:cNvSpPr txBox="1"/>
            <p:nvPr/>
          </p:nvSpPr>
          <p:spPr>
            <a:xfrm>
              <a:off x="3170297" y="1969448"/>
              <a:ext cx="3248525" cy="4616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Normal Fluctuation</a:t>
              </a:r>
              <a:endParaRPr lang="zh-CN" altLang="en-US" sz="2400" b="1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EF8D560-CF2E-0979-6E7C-3B696BE694D1}"/>
                </a:ext>
              </a:extLst>
            </p:cNvPr>
            <p:cNvSpPr txBox="1"/>
            <p:nvPr/>
          </p:nvSpPr>
          <p:spPr>
            <a:xfrm>
              <a:off x="2444817" y="6912576"/>
              <a:ext cx="4993905" cy="461665"/>
            </a:xfrm>
            <a:prstGeom prst="rect">
              <a:avLst/>
            </a:prstGeom>
            <a:noFill/>
            <a:ln w="88900">
              <a:solidFill>
                <a:schemeClr val="accent5">
                  <a:lumMod val="60000"/>
                  <a:lumOff val="40000"/>
                </a:schemeClr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</a:rPr>
                <a:t>Resilience Stability</a:t>
              </a:r>
              <a:endParaRPr lang="zh-CN" alt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endParaRP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2263FED-24AD-421C-2B31-FF79399465C8}"/>
                </a:ext>
              </a:extLst>
            </p:cNvPr>
            <p:cNvCxnSpPr/>
            <p:nvPr/>
          </p:nvCxnSpPr>
          <p:spPr>
            <a:xfrm>
              <a:off x="2444817" y="3214838"/>
              <a:ext cx="0" cy="4071660"/>
            </a:xfrm>
            <a:prstGeom prst="line">
              <a:avLst/>
            </a:prstGeom>
            <a:ln w="88900">
              <a:solidFill>
                <a:schemeClr val="accent5">
                  <a:lumMod val="40000"/>
                  <a:lumOff val="60000"/>
                  <a:alpha val="7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609426ED-5782-6762-E429-45A32BCAB744}"/>
                </a:ext>
              </a:extLst>
            </p:cNvPr>
            <p:cNvCxnSpPr/>
            <p:nvPr/>
          </p:nvCxnSpPr>
          <p:spPr>
            <a:xfrm>
              <a:off x="7438724" y="3229104"/>
              <a:ext cx="0" cy="4071660"/>
            </a:xfrm>
            <a:prstGeom prst="line">
              <a:avLst/>
            </a:prstGeom>
            <a:ln w="88900">
              <a:solidFill>
                <a:schemeClr val="accent5">
                  <a:lumMod val="60000"/>
                  <a:lumOff val="40000"/>
                  <a:alpha val="7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881F6CA7-7194-6C8C-FC40-669F79A92FBC}"/>
                </a:ext>
              </a:extLst>
            </p:cNvPr>
            <p:cNvCxnSpPr/>
            <p:nvPr/>
          </p:nvCxnSpPr>
          <p:spPr>
            <a:xfrm>
              <a:off x="6859604" y="3413677"/>
              <a:ext cx="0" cy="4071660"/>
            </a:xfrm>
            <a:prstGeom prst="line">
              <a:avLst/>
            </a:prstGeom>
            <a:ln w="88900">
              <a:solidFill>
                <a:schemeClr val="accent2">
                  <a:lumMod val="60000"/>
                  <a:lumOff val="40000"/>
                </a:schemeClr>
              </a:solidFill>
              <a:prstDash val="sysDash"/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BCFE5C10-703F-5FB5-6430-2472F2F3B2E2}"/>
                </a:ext>
              </a:extLst>
            </p:cNvPr>
            <p:cNvSpPr txBox="1"/>
            <p:nvPr/>
          </p:nvSpPr>
          <p:spPr>
            <a:xfrm>
              <a:off x="8681049" y="3170590"/>
              <a:ext cx="1783891" cy="2308324"/>
            </a:xfrm>
            <a:prstGeom prst="rect">
              <a:avLst/>
            </a:prstGeom>
            <a:noFill/>
            <a:ln w="63500">
              <a:solidFill>
                <a:srgbClr val="FFC0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endParaRPr>
            </a:p>
            <a:p>
              <a:pPr algn="ctr"/>
              <a:endPara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endParaRPr>
            </a:p>
            <a:p>
              <a:pPr algn="ctr"/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</a:rPr>
                <a:t>Resistance</a:t>
              </a:r>
            </a:p>
            <a:p>
              <a:pPr algn="ctr"/>
              <a:r>
                <a: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</a:rPr>
                <a:t>Stability</a:t>
              </a:r>
            </a:p>
            <a:p>
              <a:pPr algn="ctr"/>
              <a:endPara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endParaRPr>
            </a:p>
            <a:p>
              <a:pPr algn="ctr"/>
              <a:endPara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1D5F0BD1-3E06-FE4E-2613-21EA4DD719F4}"/>
                </a:ext>
              </a:extLst>
            </p:cNvPr>
            <p:cNvCxnSpPr>
              <a:endCxn id="46" idx="0"/>
            </p:cNvCxnSpPr>
            <p:nvPr/>
          </p:nvCxnSpPr>
          <p:spPr>
            <a:xfrm flipV="1">
              <a:off x="7438722" y="3170590"/>
              <a:ext cx="2134273" cy="44248"/>
            </a:xfrm>
            <a:prstGeom prst="line">
              <a:avLst/>
            </a:prstGeom>
            <a:ln w="88900">
              <a:solidFill>
                <a:schemeClr val="accent2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2559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0582-A202-F371-4891-A5767E21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1E29D116-DF93-4D03-B690-837958E82C04}"/>
              </a:ext>
            </a:extLst>
          </p:cNvPr>
          <p:cNvGrpSpPr/>
          <p:nvPr/>
        </p:nvGrpSpPr>
        <p:grpSpPr>
          <a:xfrm>
            <a:off x="252653" y="1911268"/>
            <a:ext cx="11246428" cy="3187864"/>
            <a:chOff x="252653" y="1911268"/>
            <a:chExt cx="11246428" cy="3187864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116A6544-6560-7798-67BB-3D7A001D2D15}"/>
                </a:ext>
              </a:extLst>
            </p:cNvPr>
            <p:cNvGrpSpPr/>
            <p:nvPr/>
          </p:nvGrpSpPr>
          <p:grpSpPr>
            <a:xfrm>
              <a:off x="252653" y="1911268"/>
              <a:ext cx="11246428" cy="3187864"/>
              <a:chOff x="252653" y="1911268"/>
              <a:chExt cx="11246428" cy="3187864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10AC3AE5-66F7-82A3-84FA-9B8FA67487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653" y="1911268"/>
                <a:ext cx="11246428" cy="3187864"/>
              </a:xfrm>
              <a:prstGeom prst="rect">
                <a:avLst/>
              </a:prstGeom>
            </p:spPr>
          </p:pic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B8B8E691-D4DE-3494-7C24-A061D930BEAD}"/>
                  </a:ext>
                </a:extLst>
              </p:cNvPr>
              <p:cNvCxnSpPr/>
              <p:nvPr/>
            </p:nvCxnSpPr>
            <p:spPr>
              <a:xfrm flipH="1">
                <a:off x="9553244" y="2246466"/>
                <a:ext cx="2734" cy="208800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星形: 六角 71">
                <a:extLst>
                  <a:ext uri="{FF2B5EF4-FFF2-40B4-BE49-F238E27FC236}">
                    <a16:creationId xmlns:a16="http://schemas.microsoft.com/office/drawing/2014/main" id="{F8F8F4BE-4F93-1251-829B-9724722577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11978" y="2102466"/>
                <a:ext cx="288000" cy="288000"/>
              </a:xfrm>
              <a:prstGeom prst="star6">
                <a:avLst/>
              </a:prstGeom>
              <a:solidFill>
                <a:srgbClr val="FFFF00"/>
              </a:solidFill>
              <a:ln w="19050" cap="flat">
                <a:solidFill>
                  <a:srgbClr val="FFCE6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1CDCD0B-5079-4F8B-87A8-A2BE12DE4FB5}"/>
                  </a:ext>
                </a:extLst>
              </p:cNvPr>
              <p:cNvSpPr txBox="1"/>
              <p:nvPr/>
            </p:nvSpPr>
            <p:spPr>
              <a:xfrm>
                <a:off x="7787715" y="2326272"/>
                <a:ext cx="3248525" cy="307777"/>
              </a:xfrm>
              <a:prstGeom prst="rect">
                <a:avLst/>
              </a:prstGeom>
              <a:noFill/>
              <a:ln w="12700">
                <a:noFill/>
                <a:prstDash val="sys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FFCE69"/>
                    </a:solidFill>
                    <a:latin typeface="Comic Sans MS" panose="030F0702030302020204" pitchFamily="66" charset="0"/>
                  </a:rPr>
                  <a:t>2023 Sept. </a:t>
                </a:r>
                <a:r>
                  <a:rPr lang="zh-CN" altLang="en-US" sz="1400" b="1" dirty="0">
                    <a:solidFill>
                      <a:srgbClr val="FFCE69"/>
                    </a:solidFill>
                    <a:latin typeface="Comic Sans MS" panose="030F0702030302020204" pitchFamily="66" charset="0"/>
                  </a:rPr>
                  <a:t>（</a:t>
                </a:r>
                <a:r>
                  <a:rPr lang="en-US" altLang="zh-CN" sz="1400" b="1" dirty="0">
                    <a:solidFill>
                      <a:srgbClr val="FFCE69"/>
                    </a:solidFill>
                    <a:latin typeface="Comic Sans MS" panose="030F0702030302020204" pitchFamily="66" charset="0"/>
                  </a:rPr>
                  <a:t>83%</a:t>
                </a:r>
                <a:r>
                  <a:rPr lang="zh-CN" altLang="en-US" sz="1400" b="1" dirty="0">
                    <a:solidFill>
                      <a:srgbClr val="FFCE69"/>
                    </a:solidFill>
                    <a:latin typeface="Comic Sans MS" panose="030F0702030302020204" pitchFamily="66" charset="0"/>
                  </a:rPr>
                  <a:t>）</a:t>
                </a:r>
              </a:p>
            </p:txBody>
          </p:sp>
          <p:sp>
            <p:nvSpPr>
              <p:cNvPr id="10" name="星形: 六角 71">
                <a:extLst>
                  <a:ext uri="{FF2B5EF4-FFF2-40B4-BE49-F238E27FC236}">
                    <a16:creationId xmlns:a16="http://schemas.microsoft.com/office/drawing/2014/main" id="{FAD3220B-2ECD-BB97-69D8-B642ECAFB0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11978" y="4184514"/>
                <a:ext cx="288000" cy="288000"/>
              </a:xfrm>
              <a:prstGeom prst="star6">
                <a:avLst/>
              </a:prstGeom>
              <a:solidFill>
                <a:srgbClr val="FFFF00"/>
              </a:solidFill>
              <a:ln w="19050" cap="flat">
                <a:solidFill>
                  <a:srgbClr val="FFCE6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B14426BC-96CD-1B89-406D-6A436C1A0C94}"/>
                  </a:ext>
                </a:extLst>
              </p:cNvPr>
              <p:cNvCxnSpPr/>
              <p:nvPr/>
            </p:nvCxnSpPr>
            <p:spPr>
              <a:xfrm flipH="1">
                <a:off x="7329478" y="2670395"/>
                <a:ext cx="2734" cy="129600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星形: 六角 71">
                <a:extLst>
                  <a:ext uri="{FF2B5EF4-FFF2-40B4-BE49-F238E27FC236}">
                    <a16:creationId xmlns:a16="http://schemas.microsoft.com/office/drawing/2014/main" id="{5194F511-8E26-194F-D9B8-70B7934C551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80874" y="2490049"/>
                <a:ext cx="288000" cy="288000"/>
              </a:xfrm>
              <a:prstGeom prst="star6">
                <a:avLst/>
              </a:prstGeom>
              <a:solidFill>
                <a:srgbClr val="FFC6C6"/>
              </a:solidFill>
              <a:ln w="19050" cap="flat">
                <a:solidFill>
                  <a:srgbClr val="E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solidFill>
                    <a:srgbClr val="E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星形: 六角 71">
                <a:extLst>
                  <a:ext uri="{FF2B5EF4-FFF2-40B4-BE49-F238E27FC236}">
                    <a16:creationId xmlns:a16="http://schemas.microsoft.com/office/drawing/2014/main" id="{49A9AE31-4FE0-5CDF-1910-539DAFA48A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80874" y="3789098"/>
                <a:ext cx="288000" cy="288000"/>
              </a:xfrm>
              <a:prstGeom prst="star6">
                <a:avLst/>
              </a:prstGeom>
              <a:solidFill>
                <a:srgbClr val="FFC6C6"/>
              </a:solidFill>
              <a:ln w="19050" cap="flat">
                <a:solidFill>
                  <a:srgbClr val="E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solidFill>
                    <a:srgbClr val="E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5D3EB68-BA5E-5723-012F-C920ECE6D9BE}"/>
                  </a:ext>
                </a:extLst>
              </p:cNvPr>
              <p:cNvSpPr txBox="1"/>
              <p:nvPr/>
            </p:nvSpPr>
            <p:spPr>
              <a:xfrm>
                <a:off x="5556611" y="2713855"/>
                <a:ext cx="3248525" cy="307777"/>
              </a:xfrm>
              <a:prstGeom prst="rect">
                <a:avLst/>
              </a:prstGeom>
              <a:noFill/>
              <a:ln w="12700">
                <a:noFill/>
                <a:prstDash val="sys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2024 Apr.</a:t>
                </a:r>
                <a:r>
                  <a:rPr lang="zh-CN" altLang="en-US" sz="1400" b="1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（</a:t>
                </a:r>
                <a:r>
                  <a:rPr lang="en-US" altLang="zh-CN" sz="1400" b="1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65%</a:t>
                </a:r>
                <a:r>
                  <a:rPr lang="zh-CN" altLang="en-US" sz="1400" b="1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）</a:t>
                </a:r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4AE16AA8-B340-5A47-4328-EE4A06B8B9C1}"/>
                  </a:ext>
                </a:extLst>
              </p:cNvPr>
              <p:cNvCxnSpPr/>
              <p:nvPr/>
            </p:nvCxnSpPr>
            <p:spPr>
              <a:xfrm flipH="1">
                <a:off x="3116803" y="2274395"/>
                <a:ext cx="2734" cy="208800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星形: 六角 71">
                <a:extLst>
                  <a:ext uri="{FF2B5EF4-FFF2-40B4-BE49-F238E27FC236}">
                    <a16:creationId xmlns:a16="http://schemas.microsoft.com/office/drawing/2014/main" id="{A4D58091-95C7-2ED6-AC47-063A72843F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81343" y="2182272"/>
                <a:ext cx="288000" cy="288000"/>
              </a:xfrm>
              <a:prstGeom prst="star6">
                <a:avLst/>
              </a:prstGeom>
              <a:solidFill>
                <a:srgbClr val="76E3FF"/>
              </a:solidFill>
              <a:ln w="19050" cap="flat">
                <a:solidFill>
                  <a:srgbClr val="0070C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solidFill>
                    <a:srgbClr val="E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星形: 六角 71">
                <a:extLst>
                  <a:ext uri="{FF2B5EF4-FFF2-40B4-BE49-F238E27FC236}">
                    <a16:creationId xmlns:a16="http://schemas.microsoft.com/office/drawing/2014/main" id="{00138D92-8252-F815-0249-261B9C049B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81343" y="4184514"/>
                <a:ext cx="288000" cy="288000"/>
              </a:xfrm>
              <a:prstGeom prst="star6">
                <a:avLst/>
              </a:prstGeom>
              <a:solidFill>
                <a:srgbClr val="76E3FF"/>
              </a:solidFill>
              <a:ln w="19050" cap="flat">
                <a:solidFill>
                  <a:srgbClr val="0070C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solidFill>
                    <a:srgbClr val="E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B2B8B5D-B5B5-0D0B-2D5B-0C63550EA4E8}"/>
                  </a:ext>
                </a:extLst>
              </p:cNvPr>
              <p:cNvSpPr txBox="1"/>
              <p:nvPr/>
            </p:nvSpPr>
            <p:spPr>
              <a:xfrm>
                <a:off x="1379785" y="2470272"/>
                <a:ext cx="3248525" cy="307777"/>
              </a:xfrm>
              <a:prstGeom prst="rect">
                <a:avLst/>
              </a:prstGeom>
              <a:noFill/>
              <a:ln w="12700">
                <a:noFill/>
                <a:prstDash val="sys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00B0F0"/>
                    </a:solidFill>
                    <a:latin typeface="Comic Sans MS" panose="030F0702030302020204" pitchFamily="66" charset="0"/>
                  </a:rPr>
                  <a:t>2022 Jan.</a:t>
                </a:r>
                <a:r>
                  <a:rPr lang="zh-CN" altLang="en-US" sz="1400" b="1" dirty="0">
                    <a:solidFill>
                      <a:srgbClr val="00B0F0"/>
                    </a:solidFill>
                    <a:latin typeface="Comic Sans MS" panose="030F0702030302020204" pitchFamily="66" charset="0"/>
                  </a:rPr>
                  <a:t>（</a:t>
                </a:r>
                <a:r>
                  <a:rPr lang="en-US" altLang="zh-CN" sz="1400" b="1" dirty="0">
                    <a:solidFill>
                      <a:srgbClr val="00B0F0"/>
                    </a:solidFill>
                    <a:latin typeface="Comic Sans MS" panose="030F0702030302020204" pitchFamily="66" charset="0"/>
                  </a:rPr>
                  <a:t>21%</a:t>
                </a:r>
                <a:r>
                  <a:rPr lang="zh-CN" altLang="en-US" sz="1400" b="1" dirty="0">
                    <a:solidFill>
                      <a:srgbClr val="00B0F0"/>
                    </a:solidFill>
                    <a:latin typeface="Comic Sans MS" panose="030F0702030302020204" pitchFamily="66" charset="0"/>
                  </a:rPr>
                  <a:t>）</a:t>
                </a:r>
              </a:p>
            </p:txBody>
          </p:sp>
        </p:grp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BB9E3D1B-C391-F571-95BB-FFF15E88A3E5}"/>
                </a:ext>
              </a:extLst>
            </p:cNvPr>
            <p:cNvCxnSpPr/>
            <p:nvPr/>
          </p:nvCxnSpPr>
          <p:spPr>
            <a:xfrm flipH="1">
              <a:off x="5347907" y="2867743"/>
              <a:ext cx="2734" cy="75600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星形: 六角 71">
              <a:extLst>
                <a:ext uri="{FF2B5EF4-FFF2-40B4-BE49-F238E27FC236}">
                  <a16:creationId xmlns:a16="http://schemas.microsoft.com/office/drawing/2014/main" id="{4EFF6889-28E3-B183-9D2A-0FD268D0B7FA}"/>
                </a:ext>
              </a:extLst>
            </p:cNvPr>
            <p:cNvSpPr>
              <a:spLocks/>
            </p:cNvSpPr>
            <p:nvPr/>
          </p:nvSpPr>
          <p:spPr>
            <a:xfrm>
              <a:off x="5203907" y="2775155"/>
              <a:ext cx="288000" cy="288000"/>
            </a:xfrm>
            <a:prstGeom prst="star6">
              <a:avLst/>
            </a:prstGeom>
            <a:solidFill>
              <a:srgbClr val="7DEB99"/>
            </a:solidFill>
            <a:ln w="19050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srgbClr val="E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星形: 六角 71">
              <a:extLst>
                <a:ext uri="{FF2B5EF4-FFF2-40B4-BE49-F238E27FC236}">
                  <a16:creationId xmlns:a16="http://schemas.microsoft.com/office/drawing/2014/main" id="{87780DC6-36CA-729F-E03F-00CFBE49E514}"/>
                </a:ext>
              </a:extLst>
            </p:cNvPr>
            <p:cNvSpPr>
              <a:spLocks/>
            </p:cNvSpPr>
            <p:nvPr/>
          </p:nvSpPr>
          <p:spPr>
            <a:xfrm>
              <a:off x="5203907" y="3501098"/>
              <a:ext cx="288000" cy="288000"/>
            </a:xfrm>
            <a:prstGeom prst="star6">
              <a:avLst/>
            </a:prstGeom>
            <a:solidFill>
              <a:srgbClr val="7DEB99"/>
            </a:solidFill>
            <a:ln w="19050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srgbClr val="E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D9B79DA-EA55-2C85-AA6D-F0ADC1072B9A}"/>
                </a:ext>
              </a:extLst>
            </p:cNvPr>
            <p:cNvSpPr txBox="1"/>
            <p:nvPr/>
          </p:nvSpPr>
          <p:spPr>
            <a:xfrm>
              <a:off x="3599770" y="3009716"/>
              <a:ext cx="3248525" cy="307777"/>
            </a:xfrm>
            <a:prstGeom prst="rect">
              <a:avLst/>
            </a:prstGeom>
            <a:noFill/>
            <a:ln w="12700">
              <a:noFill/>
              <a:prstDash val="sys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00B050"/>
                  </a:solidFill>
                  <a:latin typeface="Comic Sans MS" panose="030F0702030302020204" pitchFamily="66" charset="0"/>
                </a:rPr>
                <a:t>2022 Jan.</a:t>
              </a:r>
              <a:r>
                <a:rPr lang="zh-CN" altLang="en-US" sz="1400" b="1" dirty="0">
                  <a:solidFill>
                    <a:srgbClr val="00B050"/>
                  </a:solidFill>
                  <a:latin typeface="Comic Sans MS" panose="030F0702030302020204" pitchFamily="66" charset="0"/>
                </a:rPr>
                <a:t>（</a:t>
              </a:r>
              <a:r>
                <a:rPr lang="en-US" altLang="zh-CN" sz="1400" b="1" dirty="0">
                  <a:solidFill>
                    <a:srgbClr val="00B050"/>
                  </a:solidFill>
                  <a:latin typeface="Comic Sans MS" panose="030F0702030302020204" pitchFamily="66" charset="0"/>
                </a:rPr>
                <a:t>42%</a:t>
              </a:r>
              <a:r>
                <a:rPr lang="zh-CN" altLang="en-US" sz="1400" b="1" dirty="0">
                  <a:solidFill>
                    <a:srgbClr val="00B050"/>
                  </a:solidFill>
                  <a:latin typeface="Comic Sans MS" panose="030F0702030302020204" pitchFamily="66" charset="0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4266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EAA2D-1BCC-CA85-3AAF-0B5DD6E5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6" name="组合 1285">
            <a:extLst>
              <a:ext uri="{FF2B5EF4-FFF2-40B4-BE49-F238E27FC236}">
                <a16:creationId xmlns:a16="http://schemas.microsoft.com/office/drawing/2014/main" id="{06FA1942-330B-6602-0CC7-EE4DC7FB81E4}"/>
              </a:ext>
            </a:extLst>
          </p:cNvPr>
          <p:cNvGrpSpPr/>
          <p:nvPr/>
        </p:nvGrpSpPr>
        <p:grpSpPr>
          <a:xfrm>
            <a:off x="611226" y="4396604"/>
            <a:ext cx="9657731" cy="1800000"/>
            <a:chOff x="810492" y="4062881"/>
            <a:chExt cx="9657731" cy="1800000"/>
          </a:xfrm>
        </p:grpSpPr>
        <p:grpSp>
          <p:nvGrpSpPr>
            <p:cNvPr id="1255" name="组合 1254">
              <a:extLst>
                <a:ext uri="{FF2B5EF4-FFF2-40B4-BE49-F238E27FC236}">
                  <a16:creationId xmlns:a16="http://schemas.microsoft.com/office/drawing/2014/main" id="{39509A16-1901-8009-727B-3FECE6503E8D}"/>
                </a:ext>
              </a:extLst>
            </p:cNvPr>
            <p:cNvGrpSpPr/>
            <p:nvPr/>
          </p:nvGrpSpPr>
          <p:grpSpPr>
            <a:xfrm>
              <a:off x="810492" y="4062881"/>
              <a:ext cx="3150936" cy="1800000"/>
              <a:chOff x="810492" y="4062881"/>
              <a:chExt cx="3150936" cy="1800000"/>
            </a:xfrm>
          </p:grpSpPr>
          <p:sp>
            <p:nvSpPr>
              <p:cNvPr id="1222" name="Google Shape;1566;p30">
                <a:extLst>
                  <a:ext uri="{FF2B5EF4-FFF2-40B4-BE49-F238E27FC236}">
                    <a16:creationId xmlns:a16="http://schemas.microsoft.com/office/drawing/2014/main" id="{FC118CFE-4BD7-EBE6-36CA-D02C116F5E1C}"/>
                  </a:ext>
                </a:extLst>
              </p:cNvPr>
              <p:cNvSpPr/>
              <p:nvPr/>
            </p:nvSpPr>
            <p:spPr>
              <a:xfrm flipH="1">
                <a:off x="2159817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0.37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3" name="Google Shape;1567;p30">
                <a:extLst>
                  <a:ext uri="{FF2B5EF4-FFF2-40B4-BE49-F238E27FC236}">
                    <a16:creationId xmlns:a16="http://schemas.microsoft.com/office/drawing/2014/main" id="{C7477B67-8421-4BDB-0D9B-FD31499B2579}"/>
                  </a:ext>
                </a:extLst>
              </p:cNvPr>
              <p:cNvSpPr/>
              <p:nvPr/>
            </p:nvSpPr>
            <p:spPr>
              <a:xfrm flipH="1">
                <a:off x="2760354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0.19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4" name="Google Shape;1568;p30">
                <a:extLst>
                  <a:ext uri="{FF2B5EF4-FFF2-40B4-BE49-F238E27FC236}">
                    <a16:creationId xmlns:a16="http://schemas.microsoft.com/office/drawing/2014/main" id="{1C460D2D-EF84-F66B-BBD6-2E0BA86B1D69}"/>
                  </a:ext>
                </a:extLst>
              </p:cNvPr>
              <p:cNvSpPr/>
              <p:nvPr/>
            </p:nvSpPr>
            <p:spPr>
              <a:xfrm flipH="1">
                <a:off x="3360891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0.28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7" name="Google Shape;1571;p30">
                <a:extLst>
                  <a:ext uri="{FF2B5EF4-FFF2-40B4-BE49-F238E27FC236}">
                    <a16:creationId xmlns:a16="http://schemas.microsoft.com/office/drawing/2014/main" id="{69D39B59-488A-A2AA-AF11-864112E5CEEA}"/>
                  </a:ext>
                </a:extLst>
              </p:cNvPr>
              <p:cNvSpPr/>
              <p:nvPr/>
            </p:nvSpPr>
            <p:spPr>
              <a:xfrm flipH="1">
                <a:off x="2159817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0.18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8" name="Google Shape;1572;p30">
                <a:extLst>
                  <a:ext uri="{FF2B5EF4-FFF2-40B4-BE49-F238E27FC236}">
                    <a16:creationId xmlns:a16="http://schemas.microsoft.com/office/drawing/2014/main" id="{DC219A5A-23BD-FC2A-2002-E6D782BE821E}"/>
                  </a:ext>
                </a:extLst>
              </p:cNvPr>
              <p:cNvSpPr/>
              <p:nvPr/>
            </p:nvSpPr>
            <p:spPr>
              <a:xfrm flipH="1">
                <a:off x="2760354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0.12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9" name="Google Shape;1573;p30">
                <a:extLst>
                  <a:ext uri="{FF2B5EF4-FFF2-40B4-BE49-F238E27FC236}">
                    <a16:creationId xmlns:a16="http://schemas.microsoft.com/office/drawing/2014/main" id="{DA20361E-C33D-0F33-1781-AE997401731A}"/>
                  </a:ext>
                </a:extLst>
              </p:cNvPr>
              <p:cNvSpPr/>
              <p:nvPr/>
            </p:nvSpPr>
            <p:spPr>
              <a:xfrm flipH="1">
                <a:off x="3360891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0.22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2" name="Google Shape;1576;p30">
                <a:extLst>
                  <a:ext uri="{FF2B5EF4-FFF2-40B4-BE49-F238E27FC236}">
                    <a16:creationId xmlns:a16="http://schemas.microsoft.com/office/drawing/2014/main" id="{6DC61443-FB6D-5CDF-47AD-59EC9F23265A}"/>
                  </a:ext>
                </a:extLst>
              </p:cNvPr>
              <p:cNvSpPr/>
              <p:nvPr/>
            </p:nvSpPr>
            <p:spPr>
              <a:xfrm flipH="1">
                <a:off x="2159817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0.26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3" name="Google Shape;1577;p30">
                <a:extLst>
                  <a:ext uri="{FF2B5EF4-FFF2-40B4-BE49-F238E27FC236}">
                    <a16:creationId xmlns:a16="http://schemas.microsoft.com/office/drawing/2014/main" id="{4133EECC-2403-787E-2B82-9AA08A9C55DF}"/>
                  </a:ext>
                </a:extLst>
              </p:cNvPr>
              <p:cNvSpPr/>
              <p:nvPr/>
            </p:nvSpPr>
            <p:spPr>
              <a:xfrm flipH="1">
                <a:off x="2760354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0.20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4" name="Google Shape;1578;p30">
                <a:extLst>
                  <a:ext uri="{FF2B5EF4-FFF2-40B4-BE49-F238E27FC236}">
                    <a16:creationId xmlns:a16="http://schemas.microsoft.com/office/drawing/2014/main" id="{4AD52D7D-B98B-3DE1-56AB-9584E9651030}"/>
                  </a:ext>
                </a:extLst>
              </p:cNvPr>
              <p:cNvSpPr/>
              <p:nvPr/>
            </p:nvSpPr>
            <p:spPr>
              <a:xfrm flipH="1">
                <a:off x="3360891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0.35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4" name="文本框 1253">
                <a:extLst>
                  <a:ext uri="{FF2B5EF4-FFF2-40B4-BE49-F238E27FC236}">
                    <a16:creationId xmlns:a16="http://schemas.microsoft.com/office/drawing/2014/main" id="{F6B9CA0F-8E7F-9B12-57FD-AB195325FE14}"/>
                  </a:ext>
                </a:extLst>
              </p:cNvPr>
              <p:cNvSpPr txBox="1"/>
              <p:nvPr/>
            </p:nvSpPr>
            <p:spPr>
              <a:xfrm>
                <a:off x="810492" y="4590417"/>
                <a:ext cx="2105890" cy="584775"/>
              </a:xfrm>
              <a:prstGeom prst="rect">
                <a:avLst/>
              </a:prstGeom>
              <a:noFill/>
              <a:scene3d>
                <a:camera prst="orthographicFront">
                  <a:rot lat="0" lon="0" rev="5400000"/>
                </a:camera>
                <a:lightRig rig="threePt" dir="t"/>
              </a:scene3d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Convolution Kernel Values on </a:t>
                </a:r>
                <a:r>
                  <a:rPr lang="en-US" altLang="zh-CN" sz="16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Insect </a:t>
                </a:r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layer</a:t>
                </a:r>
                <a:endParaRPr lang="zh-CN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56" name="组合 1255">
              <a:extLst>
                <a:ext uri="{FF2B5EF4-FFF2-40B4-BE49-F238E27FC236}">
                  <a16:creationId xmlns:a16="http://schemas.microsoft.com/office/drawing/2014/main" id="{8DF82AF7-295A-FC54-AD23-286C94347829}"/>
                </a:ext>
              </a:extLst>
            </p:cNvPr>
            <p:cNvGrpSpPr/>
            <p:nvPr/>
          </p:nvGrpSpPr>
          <p:grpSpPr>
            <a:xfrm>
              <a:off x="7317287" y="4062881"/>
              <a:ext cx="3150936" cy="1800000"/>
              <a:chOff x="810492" y="4062881"/>
              <a:chExt cx="3150936" cy="1800000"/>
            </a:xfrm>
          </p:grpSpPr>
          <p:sp>
            <p:nvSpPr>
              <p:cNvPr id="1257" name="Google Shape;1566;p30">
                <a:extLst>
                  <a:ext uri="{FF2B5EF4-FFF2-40B4-BE49-F238E27FC236}">
                    <a16:creationId xmlns:a16="http://schemas.microsoft.com/office/drawing/2014/main" id="{8777D02B-D00C-DA50-C2C8-F1F05E6C6580}"/>
                  </a:ext>
                </a:extLst>
              </p:cNvPr>
              <p:cNvSpPr/>
              <p:nvPr/>
            </p:nvSpPr>
            <p:spPr>
              <a:xfrm flipH="1">
                <a:off x="2159817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1.42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8" name="Google Shape;1567;p30">
                <a:extLst>
                  <a:ext uri="{FF2B5EF4-FFF2-40B4-BE49-F238E27FC236}">
                    <a16:creationId xmlns:a16="http://schemas.microsoft.com/office/drawing/2014/main" id="{3C749DB4-34E2-EBFA-1E28-6B80E76C0AA6}"/>
                  </a:ext>
                </a:extLst>
              </p:cNvPr>
              <p:cNvSpPr/>
              <p:nvPr/>
            </p:nvSpPr>
            <p:spPr>
              <a:xfrm flipH="1">
                <a:off x="2760354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1.82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9" name="Google Shape;1568;p30">
                <a:extLst>
                  <a:ext uri="{FF2B5EF4-FFF2-40B4-BE49-F238E27FC236}">
                    <a16:creationId xmlns:a16="http://schemas.microsoft.com/office/drawing/2014/main" id="{173AAFBD-317A-A630-29DB-5168BAA6D292}"/>
                  </a:ext>
                </a:extLst>
              </p:cNvPr>
              <p:cNvSpPr/>
              <p:nvPr/>
            </p:nvSpPr>
            <p:spPr>
              <a:xfrm flipH="1">
                <a:off x="3360891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1.51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0" name="Google Shape;1571;p30">
                <a:extLst>
                  <a:ext uri="{FF2B5EF4-FFF2-40B4-BE49-F238E27FC236}">
                    <a16:creationId xmlns:a16="http://schemas.microsoft.com/office/drawing/2014/main" id="{066FFD3C-4BEA-AA45-2B40-48E3B00BDEFD}"/>
                  </a:ext>
                </a:extLst>
              </p:cNvPr>
              <p:cNvSpPr/>
              <p:nvPr/>
            </p:nvSpPr>
            <p:spPr>
              <a:xfrm flipH="1">
                <a:off x="2159817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1.75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1" name="Google Shape;1572;p30">
                <a:extLst>
                  <a:ext uri="{FF2B5EF4-FFF2-40B4-BE49-F238E27FC236}">
                    <a16:creationId xmlns:a16="http://schemas.microsoft.com/office/drawing/2014/main" id="{C71EB1B1-A04B-2E09-646F-415F3646261D}"/>
                  </a:ext>
                </a:extLst>
              </p:cNvPr>
              <p:cNvSpPr/>
              <p:nvPr/>
            </p:nvSpPr>
            <p:spPr>
              <a:xfrm flipH="1">
                <a:off x="2760354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1.91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2" name="Google Shape;1573;p30">
                <a:extLst>
                  <a:ext uri="{FF2B5EF4-FFF2-40B4-BE49-F238E27FC236}">
                    <a16:creationId xmlns:a16="http://schemas.microsoft.com/office/drawing/2014/main" id="{1E33CD79-8BD6-1655-B23F-3AFD2C28B88D}"/>
                  </a:ext>
                </a:extLst>
              </p:cNvPr>
              <p:cNvSpPr/>
              <p:nvPr/>
            </p:nvSpPr>
            <p:spPr>
              <a:xfrm flipH="1">
                <a:off x="3360891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1.80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3" name="Google Shape;1576;p30">
                <a:extLst>
                  <a:ext uri="{FF2B5EF4-FFF2-40B4-BE49-F238E27FC236}">
                    <a16:creationId xmlns:a16="http://schemas.microsoft.com/office/drawing/2014/main" id="{B9FC20C8-6FA8-86A8-D39C-7A673A360378}"/>
                  </a:ext>
                </a:extLst>
              </p:cNvPr>
              <p:cNvSpPr/>
              <p:nvPr/>
            </p:nvSpPr>
            <p:spPr>
              <a:xfrm flipH="1">
                <a:off x="2159817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1.48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4" name="Google Shape;1577;p30">
                <a:extLst>
                  <a:ext uri="{FF2B5EF4-FFF2-40B4-BE49-F238E27FC236}">
                    <a16:creationId xmlns:a16="http://schemas.microsoft.com/office/drawing/2014/main" id="{7965422D-BE34-5AD1-E145-0C022FB1B1C3}"/>
                  </a:ext>
                </a:extLst>
              </p:cNvPr>
              <p:cNvSpPr/>
              <p:nvPr/>
            </p:nvSpPr>
            <p:spPr>
              <a:xfrm flipH="1">
                <a:off x="2760354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1.65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5" name="Google Shape;1578;p30">
                <a:extLst>
                  <a:ext uri="{FF2B5EF4-FFF2-40B4-BE49-F238E27FC236}">
                    <a16:creationId xmlns:a16="http://schemas.microsoft.com/office/drawing/2014/main" id="{21481F8D-6C8F-3E02-290E-8C27D69D513E}"/>
                  </a:ext>
                </a:extLst>
              </p:cNvPr>
              <p:cNvSpPr/>
              <p:nvPr/>
            </p:nvSpPr>
            <p:spPr>
              <a:xfrm flipH="1">
                <a:off x="3360891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1.47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6" name="文本框 1265">
                <a:extLst>
                  <a:ext uri="{FF2B5EF4-FFF2-40B4-BE49-F238E27FC236}">
                    <a16:creationId xmlns:a16="http://schemas.microsoft.com/office/drawing/2014/main" id="{9730277E-C892-9480-CF72-EC84CB73A7ED}"/>
                  </a:ext>
                </a:extLst>
              </p:cNvPr>
              <p:cNvSpPr txBox="1"/>
              <p:nvPr/>
            </p:nvSpPr>
            <p:spPr>
              <a:xfrm>
                <a:off x="810492" y="4590417"/>
                <a:ext cx="2105890" cy="584775"/>
              </a:xfrm>
              <a:prstGeom prst="rect">
                <a:avLst/>
              </a:prstGeom>
              <a:noFill/>
              <a:scene3d>
                <a:camera prst="orthographicFront">
                  <a:rot lat="0" lon="0" rev="5400000"/>
                </a:camera>
                <a:lightRig rig="threePt" dir="t"/>
              </a:scene3d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Convolution Kernel Values on </a:t>
                </a:r>
                <a:r>
                  <a:rPr lang="en-US" altLang="zh-CN" sz="16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</a:t>
                </a:r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layer</a:t>
                </a:r>
                <a:endParaRPr lang="zh-CN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67" name="组合 1266">
              <a:extLst>
                <a:ext uri="{FF2B5EF4-FFF2-40B4-BE49-F238E27FC236}">
                  <a16:creationId xmlns:a16="http://schemas.microsoft.com/office/drawing/2014/main" id="{C75078C3-0FE1-D222-B3CE-615F8FA9A0D1}"/>
                </a:ext>
              </a:extLst>
            </p:cNvPr>
            <p:cNvGrpSpPr/>
            <p:nvPr/>
          </p:nvGrpSpPr>
          <p:grpSpPr>
            <a:xfrm>
              <a:off x="4011934" y="4062881"/>
              <a:ext cx="3254847" cy="1800000"/>
              <a:chOff x="706581" y="4062881"/>
              <a:chExt cx="3254847" cy="1800000"/>
            </a:xfrm>
          </p:grpSpPr>
          <p:sp>
            <p:nvSpPr>
              <p:cNvPr id="1268" name="Google Shape;1566;p30">
                <a:extLst>
                  <a:ext uri="{FF2B5EF4-FFF2-40B4-BE49-F238E27FC236}">
                    <a16:creationId xmlns:a16="http://schemas.microsoft.com/office/drawing/2014/main" id="{1713E176-52D3-6FDD-E76F-BC4D1D53D069}"/>
                  </a:ext>
                </a:extLst>
              </p:cNvPr>
              <p:cNvSpPr/>
              <p:nvPr/>
            </p:nvSpPr>
            <p:spPr>
              <a:xfrm flipH="1">
                <a:off x="2159817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0.92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9" name="Google Shape;1567;p30">
                <a:extLst>
                  <a:ext uri="{FF2B5EF4-FFF2-40B4-BE49-F238E27FC236}">
                    <a16:creationId xmlns:a16="http://schemas.microsoft.com/office/drawing/2014/main" id="{4DC8603F-4071-1FE3-FF1D-F8A1BE816F58}"/>
                  </a:ext>
                </a:extLst>
              </p:cNvPr>
              <p:cNvSpPr/>
              <p:nvPr/>
            </p:nvSpPr>
            <p:spPr>
              <a:xfrm flipH="1">
                <a:off x="2760354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1.05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0" name="Google Shape;1568;p30">
                <a:extLst>
                  <a:ext uri="{FF2B5EF4-FFF2-40B4-BE49-F238E27FC236}">
                    <a16:creationId xmlns:a16="http://schemas.microsoft.com/office/drawing/2014/main" id="{E939DABB-4847-9943-7D6C-9BCD2AC4DCE6}"/>
                  </a:ext>
                </a:extLst>
              </p:cNvPr>
              <p:cNvSpPr/>
              <p:nvPr/>
            </p:nvSpPr>
            <p:spPr>
              <a:xfrm flipH="1">
                <a:off x="3360891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0.95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1" name="Google Shape;1571;p30">
                <a:extLst>
                  <a:ext uri="{FF2B5EF4-FFF2-40B4-BE49-F238E27FC236}">
                    <a16:creationId xmlns:a16="http://schemas.microsoft.com/office/drawing/2014/main" id="{B19D2E04-E15A-18CD-E425-A52D72A946E1}"/>
                  </a:ext>
                </a:extLst>
              </p:cNvPr>
              <p:cNvSpPr/>
              <p:nvPr/>
            </p:nvSpPr>
            <p:spPr>
              <a:xfrm flipH="1">
                <a:off x="2159817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0.81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2" name="Google Shape;1572;p30">
                <a:extLst>
                  <a:ext uri="{FF2B5EF4-FFF2-40B4-BE49-F238E27FC236}">
                    <a16:creationId xmlns:a16="http://schemas.microsoft.com/office/drawing/2014/main" id="{757757C1-F9DD-2AC6-C5B6-93D79B108B51}"/>
                  </a:ext>
                </a:extLst>
              </p:cNvPr>
              <p:cNvSpPr/>
              <p:nvPr/>
            </p:nvSpPr>
            <p:spPr>
              <a:xfrm flipH="1">
                <a:off x="2760354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0.84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3" name="Google Shape;1573;p30">
                <a:extLst>
                  <a:ext uri="{FF2B5EF4-FFF2-40B4-BE49-F238E27FC236}">
                    <a16:creationId xmlns:a16="http://schemas.microsoft.com/office/drawing/2014/main" id="{34DE93BF-4C1A-9BF3-5C0E-DFBC7C593075}"/>
                  </a:ext>
                </a:extLst>
              </p:cNvPr>
              <p:cNvSpPr/>
              <p:nvPr/>
            </p:nvSpPr>
            <p:spPr>
              <a:xfrm flipH="1">
                <a:off x="3360891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0.94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4" name="Google Shape;1576;p30">
                <a:extLst>
                  <a:ext uri="{FF2B5EF4-FFF2-40B4-BE49-F238E27FC236}">
                    <a16:creationId xmlns:a16="http://schemas.microsoft.com/office/drawing/2014/main" id="{1C797521-6BA7-DF2A-6149-72843B5EEA09}"/>
                  </a:ext>
                </a:extLst>
              </p:cNvPr>
              <p:cNvSpPr/>
              <p:nvPr/>
            </p:nvSpPr>
            <p:spPr>
              <a:xfrm flipH="1">
                <a:off x="2159817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0.98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5" name="Google Shape;1577;p30">
                <a:extLst>
                  <a:ext uri="{FF2B5EF4-FFF2-40B4-BE49-F238E27FC236}">
                    <a16:creationId xmlns:a16="http://schemas.microsoft.com/office/drawing/2014/main" id="{B6FDAF19-2E4C-7C49-9260-F1D6F505D13E}"/>
                  </a:ext>
                </a:extLst>
              </p:cNvPr>
              <p:cNvSpPr/>
              <p:nvPr/>
            </p:nvSpPr>
            <p:spPr>
              <a:xfrm flipH="1">
                <a:off x="2760354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0.88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6" name="Google Shape;1578;p30">
                <a:extLst>
                  <a:ext uri="{FF2B5EF4-FFF2-40B4-BE49-F238E27FC236}">
                    <a16:creationId xmlns:a16="http://schemas.microsoft.com/office/drawing/2014/main" id="{69C730A0-524D-5FF5-AA6B-E7908AB7C0C5}"/>
                  </a:ext>
                </a:extLst>
              </p:cNvPr>
              <p:cNvSpPr/>
              <p:nvPr/>
            </p:nvSpPr>
            <p:spPr>
              <a:xfrm flipH="1">
                <a:off x="3360891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1.10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7" name="文本框 1276">
                <a:extLst>
                  <a:ext uri="{FF2B5EF4-FFF2-40B4-BE49-F238E27FC236}">
                    <a16:creationId xmlns:a16="http://schemas.microsoft.com/office/drawing/2014/main" id="{5260DA93-DEA4-1D9C-2050-4761B7E78296}"/>
                  </a:ext>
                </a:extLst>
              </p:cNvPr>
              <p:cNvSpPr txBox="1"/>
              <p:nvPr/>
            </p:nvSpPr>
            <p:spPr>
              <a:xfrm>
                <a:off x="706581" y="4673541"/>
                <a:ext cx="2335403" cy="584775"/>
              </a:xfrm>
              <a:prstGeom prst="rect">
                <a:avLst/>
              </a:prstGeom>
              <a:noFill/>
              <a:scene3d>
                <a:camera prst="orthographicFront">
                  <a:rot lat="0" lon="0" rev="5400000"/>
                </a:camera>
                <a:lightRig rig="threePt" dir="t"/>
              </a:scene3d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Convolution Kernel Values on </a:t>
                </a:r>
                <a:r>
                  <a:rPr lang="en-US" altLang="zh-CN" sz="16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Predator</a:t>
                </a:r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layer</a:t>
                </a:r>
                <a:endParaRPr lang="zh-CN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85" name="组合 1284">
            <a:extLst>
              <a:ext uri="{FF2B5EF4-FFF2-40B4-BE49-F238E27FC236}">
                <a16:creationId xmlns:a16="http://schemas.microsoft.com/office/drawing/2014/main" id="{FD8EADEB-EE59-A71E-8B3F-83F86599A93F}"/>
              </a:ext>
            </a:extLst>
          </p:cNvPr>
          <p:cNvGrpSpPr/>
          <p:nvPr/>
        </p:nvGrpSpPr>
        <p:grpSpPr>
          <a:xfrm>
            <a:off x="-204941" y="-359937"/>
            <a:ext cx="12132502" cy="4610062"/>
            <a:chOff x="-204941" y="-359937"/>
            <a:chExt cx="12132502" cy="4610062"/>
          </a:xfrm>
        </p:grpSpPr>
        <p:grpSp>
          <p:nvGrpSpPr>
            <p:cNvPr id="1215" name="组合 1214">
              <a:extLst>
                <a:ext uri="{FF2B5EF4-FFF2-40B4-BE49-F238E27FC236}">
                  <a16:creationId xmlns:a16="http://schemas.microsoft.com/office/drawing/2014/main" id="{1858A258-9882-1405-10F2-2CC3A0D6E13B}"/>
                </a:ext>
              </a:extLst>
            </p:cNvPr>
            <p:cNvGrpSpPr/>
            <p:nvPr/>
          </p:nvGrpSpPr>
          <p:grpSpPr>
            <a:xfrm>
              <a:off x="-204941" y="-359937"/>
              <a:ext cx="12132502" cy="4610062"/>
              <a:chOff x="321531" y="-55792"/>
              <a:chExt cx="12132502" cy="4610062"/>
            </a:xfrm>
          </p:grpSpPr>
          <p:grpSp>
            <p:nvGrpSpPr>
              <p:cNvPr id="1214" name="组合 1213">
                <a:extLst>
                  <a:ext uri="{FF2B5EF4-FFF2-40B4-BE49-F238E27FC236}">
                    <a16:creationId xmlns:a16="http://schemas.microsoft.com/office/drawing/2014/main" id="{F77F2DB7-B40B-31E7-306C-61DC89A9774D}"/>
                  </a:ext>
                </a:extLst>
              </p:cNvPr>
              <p:cNvGrpSpPr/>
              <p:nvPr/>
            </p:nvGrpSpPr>
            <p:grpSpPr>
              <a:xfrm>
                <a:off x="4409012" y="858363"/>
                <a:ext cx="2960428" cy="2781753"/>
                <a:chOff x="4409012" y="858363"/>
                <a:chExt cx="2960428" cy="2781753"/>
              </a:xfrm>
            </p:grpSpPr>
            <p:cxnSp>
              <p:nvCxnSpPr>
                <p:cNvPr id="8" name="Google Shape;2726;p41">
                  <a:extLst>
                    <a:ext uri="{FF2B5EF4-FFF2-40B4-BE49-F238E27FC236}">
                      <a16:creationId xmlns:a16="http://schemas.microsoft.com/office/drawing/2014/main" id="{8570F80D-5F4D-D490-0EDD-551E79853E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57592" y="1540442"/>
                  <a:ext cx="498066" cy="507257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dk2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9" name="组合 8">
                  <a:extLst>
                    <a:ext uri="{FF2B5EF4-FFF2-40B4-BE49-F238E27FC236}">
                      <a16:creationId xmlns:a16="http://schemas.microsoft.com/office/drawing/2014/main" id="{29AF57B7-D73E-BCC1-7746-33B197BBAF70}"/>
                    </a:ext>
                  </a:extLst>
                </p:cNvPr>
                <p:cNvGrpSpPr/>
                <p:nvPr/>
              </p:nvGrpSpPr>
              <p:grpSpPr>
                <a:xfrm>
                  <a:off x="4984083" y="1374940"/>
                  <a:ext cx="2259313" cy="2265176"/>
                  <a:chOff x="2190775" y="1065641"/>
                  <a:chExt cx="1763777" cy="1768354"/>
                </a:xfrm>
              </p:grpSpPr>
              <p:grpSp>
                <p:nvGrpSpPr>
                  <p:cNvPr id="568" name="Google Shape;1591;p30">
                    <a:extLst>
                      <a:ext uri="{FF2B5EF4-FFF2-40B4-BE49-F238E27FC236}">
                        <a16:creationId xmlns:a16="http://schemas.microsoft.com/office/drawing/2014/main" id="{BEFD7CE5-8722-2F45-19A7-0A4FEBDD0BFE}"/>
                      </a:ext>
                    </a:extLst>
                  </p:cNvPr>
                  <p:cNvGrpSpPr/>
                  <p:nvPr/>
                </p:nvGrpSpPr>
                <p:grpSpPr>
                  <a:xfrm>
                    <a:off x="2190775" y="1065641"/>
                    <a:ext cx="877298" cy="879686"/>
                    <a:chOff x="2854300" y="1168125"/>
                    <a:chExt cx="2904000" cy="2668950"/>
                  </a:xfrm>
                </p:grpSpPr>
                <p:sp>
                  <p:nvSpPr>
                    <p:cNvPr id="1111" name="Google Shape;1592;p30">
                      <a:extLst>
                        <a:ext uri="{FF2B5EF4-FFF2-40B4-BE49-F238E27FC236}">
                          <a16:creationId xmlns:a16="http://schemas.microsoft.com/office/drawing/2014/main" id="{F7079795-7AFB-C599-E9DB-B4EE547C931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1168125"/>
                      <a:ext cx="2904000" cy="26673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2" name="Google Shape;1593;p30">
                      <a:extLst>
                        <a:ext uri="{FF2B5EF4-FFF2-40B4-BE49-F238E27FC236}">
                          <a16:creationId xmlns:a16="http://schemas.microsoft.com/office/drawing/2014/main" id="{1AE76F83-94EA-2D08-6B17-203E047E821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CCD9F8"/>
                        </a:gs>
                        <a:gs pos="64000">
                          <a:srgbClr val="DABBF5"/>
                        </a:gs>
                        <a:gs pos="100000">
                          <a:srgbClr val="DE9AF3"/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3" name="Google Shape;1594;p30">
                      <a:extLst>
                        <a:ext uri="{FF2B5EF4-FFF2-40B4-BE49-F238E27FC236}">
                          <a16:creationId xmlns:a16="http://schemas.microsoft.com/office/drawing/2014/main" id="{220BD450-D18C-C9C9-65E5-46F22F06A78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CCD9F8"/>
                        </a:gs>
                        <a:gs pos="64000">
                          <a:srgbClr val="DABBF5"/>
                        </a:gs>
                        <a:gs pos="100000">
                          <a:srgbClr val="DE9AF3"/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4" name="Google Shape;1595;p30">
                      <a:extLst>
                        <a:ext uri="{FF2B5EF4-FFF2-40B4-BE49-F238E27FC236}">
                          <a16:creationId xmlns:a16="http://schemas.microsoft.com/office/drawing/2014/main" id="{F0EB54EA-9938-9B19-BF4B-A78B49DE664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CCD9F8"/>
                        </a:gs>
                        <a:gs pos="64000">
                          <a:srgbClr val="DABBF5"/>
                        </a:gs>
                        <a:gs pos="100000">
                          <a:srgbClr val="DE9AF3"/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5" name="Google Shape;1596;p30">
                      <a:extLst>
                        <a:ext uri="{FF2B5EF4-FFF2-40B4-BE49-F238E27FC236}">
                          <a16:creationId xmlns:a16="http://schemas.microsoft.com/office/drawing/2014/main" id="{202B3958-FEFE-0E61-27F5-A9DB679C18C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6" name="Google Shape;1597;p30">
                      <a:extLst>
                        <a:ext uri="{FF2B5EF4-FFF2-40B4-BE49-F238E27FC236}">
                          <a16:creationId xmlns:a16="http://schemas.microsoft.com/office/drawing/2014/main" id="{2CC23A17-1D64-E28C-BE7E-F8A7B421C54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7" name="Google Shape;1598;p30">
                      <a:extLst>
                        <a:ext uri="{FF2B5EF4-FFF2-40B4-BE49-F238E27FC236}">
                          <a16:creationId xmlns:a16="http://schemas.microsoft.com/office/drawing/2014/main" id="{A062B922-B4B1-5FB4-D68F-18DDE6E52A7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CCD9F8"/>
                        </a:gs>
                        <a:gs pos="64000">
                          <a:srgbClr val="DABBF5"/>
                        </a:gs>
                        <a:gs pos="100000">
                          <a:srgbClr val="DE9AF3"/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9" name="Google Shape;1599;p30">
                      <a:extLst>
                        <a:ext uri="{FF2B5EF4-FFF2-40B4-BE49-F238E27FC236}">
                          <a16:creationId xmlns:a16="http://schemas.microsoft.com/office/drawing/2014/main" id="{37203B91-426E-4271-C475-A382E076466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CCD9F8"/>
                        </a:gs>
                        <a:gs pos="64000">
                          <a:srgbClr val="DABBF5"/>
                        </a:gs>
                        <a:gs pos="100000">
                          <a:srgbClr val="DE9AF3"/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5" name="Google Shape;1600;p30">
                      <a:extLst>
                        <a:ext uri="{FF2B5EF4-FFF2-40B4-BE49-F238E27FC236}">
                          <a16:creationId xmlns:a16="http://schemas.microsoft.com/office/drawing/2014/main" id="{43EB5167-2D92-3BE0-ABA3-55C28D114E9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CCD9F8"/>
                        </a:gs>
                        <a:gs pos="64000">
                          <a:srgbClr val="DABBF5"/>
                        </a:gs>
                        <a:gs pos="100000">
                          <a:srgbClr val="DE9AF3"/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6" name="Google Shape;1601;p30">
                      <a:extLst>
                        <a:ext uri="{FF2B5EF4-FFF2-40B4-BE49-F238E27FC236}">
                          <a16:creationId xmlns:a16="http://schemas.microsoft.com/office/drawing/2014/main" id="{15225EC2-DE36-A5AA-2847-1E7714C4749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3" name="Google Shape;1602;p30">
                      <a:extLst>
                        <a:ext uri="{FF2B5EF4-FFF2-40B4-BE49-F238E27FC236}">
                          <a16:creationId xmlns:a16="http://schemas.microsoft.com/office/drawing/2014/main" id="{3CCAD3B4-7FC9-87E0-AF79-295F353A170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4" name="Google Shape;1603;p30">
                      <a:extLst>
                        <a:ext uri="{FF2B5EF4-FFF2-40B4-BE49-F238E27FC236}">
                          <a16:creationId xmlns:a16="http://schemas.microsoft.com/office/drawing/2014/main" id="{DCB52B0F-0EDD-F07B-29ED-A612FF45B0F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CCD9F8"/>
                        </a:gs>
                        <a:gs pos="64000">
                          <a:srgbClr val="DABBF5"/>
                        </a:gs>
                        <a:gs pos="100000">
                          <a:srgbClr val="DE9AF3"/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5" name="Google Shape;1604;p30">
                      <a:extLst>
                        <a:ext uri="{FF2B5EF4-FFF2-40B4-BE49-F238E27FC236}">
                          <a16:creationId xmlns:a16="http://schemas.microsoft.com/office/drawing/2014/main" id="{24CBE7D1-2A6B-AE99-C029-B604720A24C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CCD9F8"/>
                        </a:gs>
                        <a:gs pos="64000">
                          <a:srgbClr val="DABBF5"/>
                        </a:gs>
                        <a:gs pos="100000">
                          <a:srgbClr val="DE9AF3"/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6" name="Google Shape;1605;p30">
                      <a:extLst>
                        <a:ext uri="{FF2B5EF4-FFF2-40B4-BE49-F238E27FC236}">
                          <a16:creationId xmlns:a16="http://schemas.microsoft.com/office/drawing/2014/main" id="{F795BCE3-C40C-168C-DC5A-E376D8BCDE3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CCD9F8"/>
                        </a:gs>
                        <a:gs pos="64000">
                          <a:srgbClr val="DABBF5"/>
                        </a:gs>
                        <a:gs pos="100000">
                          <a:srgbClr val="DE9AF3"/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7" name="Google Shape;1606;p30">
                      <a:extLst>
                        <a:ext uri="{FF2B5EF4-FFF2-40B4-BE49-F238E27FC236}">
                          <a16:creationId xmlns:a16="http://schemas.microsoft.com/office/drawing/2014/main" id="{71771DA1-4A57-20F9-288D-991DF5043EC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8" name="Google Shape;1607;p30">
                      <a:extLst>
                        <a:ext uri="{FF2B5EF4-FFF2-40B4-BE49-F238E27FC236}">
                          <a16:creationId xmlns:a16="http://schemas.microsoft.com/office/drawing/2014/main" id="{79CC83A0-C095-0F2F-EB2F-76BE721B4FE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9" name="Google Shape;1608;p30">
                      <a:extLst>
                        <a:ext uri="{FF2B5EF4-FFF2-40B4-BE49-F238E27FC236}">
                          <a16:creationId xmlns:a16="http://schemas.microsoft.com/office/drawing/2014/main" id="{A9C87DE4-94DB-49AE-3702-3B0D7EE8B5E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0" name="Google Shape;1609;p30">
                      <a:extLst>
                        <a:ext uri="{FF2B5EF4-FFF2-40B4-BE49-F238E27FC236}">
                          <a16:creationId xmlns:a16="http://schemas.microsoft.com/office/drawing/2014/main" id="{CDC56439-C4A6-F650-DA95-E7F0EE9992E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1" name="Google Shape;1610;p30">
                      <a:extLst>
                        <a:ext uri="{FF2B5EF4-FFF2-40B4-BE49-F238E27FC236}">
                          <a16:creationId xmlns:a16="http://schemas.microsoft.com/office/drawing/2014/main" id="{ECFA0DCD-90F7-9228-B766-63F2E0B5F5A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2" name="Google Shape;1611;p30">
                      <a:extLst>
                        <a:ext uri="{FF2B5EF4-FFF2-40B4-BE49-F238E27FC236}">
                          <a16:creationId xmlns:a16="http://schemas.microsoft.com/office/drawing/2014/main" id="{5B442C9B-3621-570E-E983-FA8A9558239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3" name="Google Shape;1612;p30">
                      <a:extLst>
                        <a:ext uri="{FF2B5EF4-FFF2-40B4-BE49-F238E27FC236}">
                          <a16:creationId xmlns:a16="http://schemas.microsoft.com/office/drawing/2014/main" id="{10C23835-6616-CA1E-2F84-A1FC31A0FA8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6" name="Google Shape;1613;p30">
                      <a:extLst>
                        <a:ext uri="{FF2B5EF4-FFF2-40B4-BE49-F238E27FC236}">
                          <a16:creationId xmlns:a16="http://schemas.microsoft.com/office/drawing/2014/main" id="{6502D4E7-CD6A-F448-48C8-DBD278C9ACB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7" name="Google Shape;1614;p30">
                      <a:extLst>
                        <a:ext uri="{FF2B5EF4-FFF2-40B4-BE49-F238E27FC236}">
                          <a16:creationId xmlns:a16="http://schemas.microsoft.com/office/drawing/2014/main" id="{2DC7BB3A-C70B-2826-BFA6-D15E90F35C4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8" name="Google Shape;1615;p30">
                      <a:extLst>
                        <a:ext uri="{FF2B5EF4-FFF2-40B4-BE49-F238E27FC236}">
                          <a16:creationId xmlns:a16="http://schemas.microsoft.com/office/drawing/2014/main" id="{7E43A4F9-8CAE-D28B-89E9-F11CCBCD27A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9" name="Google Shape;1616;p30">
                      <a:extLst>
                        <a:ext uri="{FF2B5EF4-FFF2-40B4-BE49-F238E27FC236}">
                          <a16:creationId xmlns:a16="http://schemas.microsoft.com/office/drawing/2014/main" id="{9C84AEE6-7EC9-BDD9-7480-C8EEE30F96B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0" name="Google Shape;1617;p30">
                      <a:extLst>
                        <a:ext uri="{FF2B5EF4-FFF2-40B4-BE49-F238E27FC236}">
                          <a16:creationId xmlns:a16="http://schemas.microsoft.com/office/drawing/2014/main" id="{77232888-D693-73B4-C915-56D720D16F6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569" name="Google Shape;1591;p30">
                    <a:extLst>
                      <a:ext uri="{FF2B5EF4-FFF2-40B4-BE49-F238E27FC236}">
                        <a16:creationId xmlns:a16="http://schemas.microsoft.com/office/drawing/2014/main" id="{310190F0-6C6F-540A-20DF-2BD68949FABC}"/>
                      </a:ext>
                    </a:extLst>
                  </p:cNvPr>
                  <p:cNvGrpSpPr/>
                  <p:nvPr/>
                </p:nvGrpSpPr>
                <p:grpSpPr>
                  <a:xfrm>
                    <a:off x="3077254" y="1065641"/>
                    <a:ext cx="877298" cy="879686"/>
                    <a:chOff x="2854300" y="1168125"/>
                    <a:chExt cx="2904000" cy="2668950"/>
                  </a:xfrm>
                </p:grpSpPr>
                <p:sp>
                  <p:nvSpPr>
                    <p:cNvPr id="637" name="Google Shape;1592;p30">
                      <a:extLst>
                        <a:ext uri="{FF2B5EF4-FFF2-40B4-BE49-F238E27FC236}">
                          <a16:creationId xmlns:a16="http://schemas.microsoft.com/office/drawing/2014/main" id="{B4CBD2E4-6ECE-9F98-5A9D-DE4C0BD14BE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1168125"/>
                      <a:ext cx="2904000" cy="26673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38" name="Google Shape;1593;p30">
                      <a:extLst>
                        <a:ext uri="{FF2B5EF4-FFF2-40B4-BE49-F238E27FC236}">
                          <a16:creationId xmlns:a16="http://schemas.microsoft.com/office/drawing/2014/main" id="{AC5678E9-E935-77FF-B1DB-FF608B38B12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39" name="Google Shape;1594;p30">
                      <a:extLst>
                        <a:ext uri="{FF2B5EF4-FFF2-40B4-BE49-F238E27FC236}">
                          <a16:creationId xmlns:a16="http://schemas.microsoft.com/office/drawing/2014/main" id="{913FFA6B-396C-0890-80D9-3EF09AAA934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88" name="Google Shape;1595;p30">
                      <a:extLst>
                        <a:ext uri="{FF2B5EF4-FFF2-40B4-BE49-F238E27FC236}">
                          <a16:creationId xmlns:a16="http://schemas.microsoft.com/office/drawing/2014/main" id="{DE076772-F6D4-A17B-9A25-B23C6E551F1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89" name="Google Shape;1596;p30">
                      <a:extLst>
                        <a:ext uri="{FF2B5EF4-FFF2-40B4-BE49-F238E27FC236}">
                          <a16:creationId xmlns:a16="http://schemas.microsoft.com/office/drawing/2014/main" id="{F3ABC7C9-AE30-409B-3D3C-317DCB1BFBB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0" name="Google Shape;1597;p30">
                      <a:extLst>
                        <a:ext uri="{FF2B5EF4-FFF2-40B4-BE49-F238E27FC236}">
                          <a16:creationId xmlns:a16="http://schemas.microsoft.com/office/drawing/2014/main" id="{6C96381C-DDC1-D1F5-859E-EBA3E3C8DF0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1" name="Google Shape;1598;p30">
                      <a:extLst>
                        <a:ext uri="{FF2B5EF4-FFF2-40B4-BE49-F238E27FC236}">
                          <a16:creationId xmlns:a16="http://schemas.microsoft.com/office/drawing/2014/main" id="{DE8D57CC-6646-2669-5E70-5D4CCEC9916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2" name="Google Shape;1599;p30">
                      <a:extLst>
                        <a:ext uri="{FF2B5EF4-FFF2-40B4-BE49-F238E27FC236}">
                          <a16:creationId xmlns:a16="http://schemas.microsoft.com/office/drawing/2014/main" id="{7FE9DD5A-7FD6-F173-A2C7-C79720D07BE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3" name="Google Shape;1600;p30">
                      <a:extLst>
                        <a:ext uri="{FF2B5EF4-FFF2-40B4-BE49-F238E27FC236}">
                          <a16:creationId xmlns:a16="http://schemas.microsoft.com/office/drawing/2014/main" id="{8A79068F-6FC4-7640-F024-8408B63AE74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4" name="Google Shape;1601;p30">
                      <a:extLst>
                        <a:ext uri="{FF2B5EF4-FFF2-40B4-BE49-F238E27FC236}">
                          <a16:creationId xmlns:a16="http://schemas.microsoft.com/office/drawing/2014/main" id="{E008FD86-A930-25AA-BD3E-7E6937636E3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5" name="Google Shape;1602;p30">
                      <a:extLst>
                        <a:ext uri="{FF2B5EF4-FFF2-40B4-BE49-F238E27FC236}">
                          <a16:creationId xmlns:a16="http://schemas.microsoft.com/office/drawing/2014/main" id="{19F95B3F-09B1-6CB2-0086-48EE69277A0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6" name="Google Shape;1603;p30">
                      <a:extLst>
                        <a:ext uri="{FF2B5EF4-FFF2-40B4-BE49-F238E27FC236}">
                          <a16:creationId xmlns:a16="http://schemas.microsoft.com/office/drawing/2014/main" id="{122621D9-9191-8396-9538-6EA6F3A7D05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7" name="Google Shape;1604;p30">
                      <a:extLst>
                        <a:ext uri="{FF2B5EF4-FFF2-40B4-BE49-F238E27FC236}">
                          <a16:creationId xmlns:a16="http://schemas.microsoft.com/office/drawing/2014/main" id="{313A3565-4A11-7F16-C9B8-0866919B027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8" name="Google Shape;1605;p30">
                      <a:extLst>
                        <a:ext uri="{FF2B5EF4-FFF2-40B4-BE49-F238E27FC236}">
                          <a16:creationId xmlns:a16="http://schemas.microsoft.com/office/drawing/2014/main" id="{6D810FAE-0E30-5E99-200F-7917C2EE261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9" name="Google Shape;1606;p30">
                      <a:extLst>
                        <a:ext uri="{FF2B5EF4-FFF2-40B4-BE49-F238E27FC236}">
                          <a16:creationId xmlns:a16="http://schemas.microsoft.com/office/drawing/2014/main" id="{86E60836-7F2A-477D-5F95-71A28C51702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0" name="Google Shape;1607;p30">
                      <a:extLst>
                        <a:ext uri="{FF2B5EF4-FFF2-40B4-BE49-F238E27FC236}">
                          <a16:creationId xmlns:a16="http://schemas.microsoft.com/office/drawing/2014/main" id="{D27369EF-288E-422B-C6AD-6E756F65338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1" name="Google Shape;1608;p30">
                      <a:extLst>
                        <a:ext uri="{FF2B5EF4-FFF2-40B4-BE49-F238E27FC236}">
                          <a16:creationId xmlns:a16="http://schemas.microsoft.com/office/drawing/2014/main" id="{6D305F28-3F28-264C-2C52-E64FB7155B7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2" name="Google Shape;1609;p30">
                      <a:extLst>
                        <a:ext uri="{FF2B5EF4-FFF2-40B4-BE49-F238E27FC236}">
                          <a16:creationId xmlns:a16="http://schemas.microsoft.com/office/drawing/2014/main" id="{A0535554-29D6-375D-A410-6A48ABCA5B9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3" name="Google Shape;1610;p30">
                      <a:extLst>
                        <a:ext uri="{FF2B5EF4-FFF2-40B4-BE49-F238E27FC236}">
                          <a16:creationId xmlns:a16="http://schemas.microsoft.com/office/drawing/2014/main" id="{2705DA88-9227-EEE3-03F8-8CA950E556A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4" name="Google Shape;1611;p30">
                      <a:extLst>
                        <a:ext uri="{FF2B5EF4-FFF2-40B4-BE49-F238E27FC236}">
                          <a16:creationId xmlns:a16="http://schemas.microsoft.com/office/drawing/2014/main" id="{B7F86D24-B26A-4BA0-1A23-FB03DFCE907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5" name="Google Shape;1612;p30">
                      <a:extLst>
                        <a:ext uri="{FF2B5EF4-FFF2-40B4-BE49-F238E27FC236}">
                          <a16:creationId xmlns:a16="http://schemas.microsoft.com/office/drawing/2014/main" id="{D0F3F090-8F97-4697-7C59-521691DC276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6" name="Google Shape;1613;p30">
                      <a:extLst>
                        <a:ext uri="{FF2B5EF4-FFF2-40B4-BE49-F238E27FC236}">
                          <a16:creationId xmlns:a16="http://schemas.microsoft.com/office/drawing/2014/main" id="{6AF8A491-B4BC-1F82-DB14-673E963026F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7" name="Google Shape;1614;p30">
                      <a:extLst>
                        <a:ext uri="{FF2B5EF4-FFF2-40B4-BE49-F238E27FC236}">
                          <a16:creationId xmlns:a16="http://schemas.microsoft.com/office/drawing/2014/main" id="{50B2813B-10BB-4D2D-377F-6FEFD0060DD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8" name="Google Shape;1615;p30">
                      <a:extLst>
                        <a:ext uri="{FF2B5EF4-FFF2-40B4-BE49-F238E27FC236}">
                          <a16:creationId xmlns:a16="http://schemas.microsoft.com/office/drawing/2014/main" id="{D25112A0-7435-E051-FD67-FD78BF12A75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9" name="Google Shape;1616;p30">
                      <a:extLst>
                        <a:ext uri="{FF2B5EF4-FFF2-40B4-BE49-F238E27FC236}">
                          <a16:creationId xmlns:a16="http://schemas.microsoft.com/office/drawing/2014/main" id="{709F2C8B-A02E-317E-544D-5238911A2C5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0" name="Google Shape;1617;p30">
                      <a:extLst>
                        <a:ext uri="{FF2B5EF4-FFF2-40B4-BE49-F238E27FC236}">
                          <a16:creationId xmlns:a16="http://schemas.microsoft.com/office/drawing/2014/main" id="{1867BB80-227C-F6F9-3550-3F4FA97846E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570" name="Google Shape;1591;p30">
                    <a:extLst>
                      <a:ext uri="{FF2B5EF4-FFF2-40B4-BE49-F238E27FC236}">
                        <a16:creationId xmlns:a16="http://schemas.microsoft.com/office/drawing/2014/main" id="{3717023A-E38A-0D5E-DE8D-9E885E09DD94}"/>
                      </a:ext>
                    </a:extLst>
                  </p:cNvPr>
                  <p:cNvGrpSpPr/>
                  <p:nvPr/>
                </p:nvGrpSpPr>
                <p:grpSpPr>
                  <a:xfrm>
                    <a:off x="2190775" y="1952439"/>
                    <a:ext cx="877298" cy="879686"/>
                    <a:chOff x="2854300" y="1168125"/>
                    <a:chExt cx="2904000" cy="2668950"/>
                  </a:xfrm>
                </p:grpSpPr>
                <p:sp>
                  <p:nvSpPr>
                    <p:cNvPr id="611" name="Google Shape;1592;p30">
                      <a:extLst>
                        <a:ext uri="{FF2B5EF4-FFF2-40B4-BE49-F238E27FC236}">
                          <a16:creationId xmlns:a16="http://schemas.microsoft.com/office/drawing/2014/main" id="{3D7D5BF7-6894-6E53-7908-C00FD961AEE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1168125"/>
                      <a:ext cx="2904000" cy="26673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12" name="Google Shape;1593;p30">
                      <a:extLst>
                        <a:ext uri="{FF2B5EF4-FFF2-40B4-BE49-F238E27FC236}">
                          <a16:creationId xmlns:a16="http://schemas.microsoft.com/office/drawing/2014/main" id="{AD06854E-5AEE-2401-C575-776512B5B91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13" name="Google Shape;1594;p30">
                      <a:extLst>
                        <a:ext uri="{FF2B5EF4-FFF2-40B4-BE49-F238E27FC236}">
                          <a16:creationId xmlns:a16="http://schemas.microsoft.com/office/drawing/2014/main" id="{EED06439-EB06-1C69-E3A1-3ECF8601251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14" name="Google Shape;1595;p30">
                      <a:extLst>
                        <a:ext uri="{FF2B5EF4-FFF2-40B4-BE49-F238E27FC236}">
                          <a16:creationId xmlns:a16="http://schemas.microsoft.com/office/drawing/2014/main" id="{A85F270B-F959-30F8-7A1E-6C6A9779FF8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15" name="Google Shape;1596;p30">
                      <a:extLst>
                        <a:ext uri="{FF2B5EF4-FFF2-40B4-BE49-F238E27FC236}">
                          <a16:creationId xmlns:a16="http://schemas.microsoft.com/office/drawing/2014/main" id="{B0565399-1096-C6E8-7A67-B265E0C46FB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16" name="Google Shape;1597;p30">
                      <a:extLst>
                        <a:ext uri="{FF2B5EF4-FFF2-40B4-BE49-F238E27FC236}">
                          <a16:creationId xmlns:a16="http://schemas.microsoft.com/office/drawing/2014/main" id="{09E6B163-2E64-7931-ECA8-026A3C21599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17" name="Google Shape;1598;p30">
                      <a:extLst>
                        <a:ext uri="{FF2B5EF4-FFF2-40B4-BE49-F238E27FC236}">
                          <a16:creationId xmlns:a16="http://schemas.microsoft.com/office/drawing/2014/main" id="{F430FEEB-8B12-45FA-6E1C-54ACCEEBFAC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18" name="Google Shape;1599;p30">
                      <a:extLst>
                        <a:ext uri="{FF2B5EF4-FFF2-40B4-BE49-F238E27FC236}">
                          <a16:creationId xmlns:a16="http://schemas.microsoft.com/office/drawing/2014/main" id="{5B9D27A3-BC74-A7E1-8649-C360817935A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19" name="Google Shape;1600;p30">
                      <a:extLst>
                        <a:ext uri="{FF2B5EF4-FFF2-40B4-BE49-F238E27FC236}">
                          <a16:creationId xmlns:a16="http://schemas.microsoft.com/office/drawing/2014/main" id="{217AA847-6246-6497-30BC-61137277D0F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20" name="Google Shape;1601;p30">
                      <a:extLst>
                        <a:ext uri="{FF2B5EF4-FFF2-40B4-BE49-F238E27FC236}">
                          <a16:creationId xmlns:a16="http://schemas.microsoft.com/office/drawing/2014/main" id="{468AE7F9-1F14-4B6A-A90C-5B94DDA394A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21" name="Google Shape;1602;p30">
                      <a:extLst>
                        <a:ext uri="{FF2B5EF4-FFF2-40B4-BE49-F238E27FC236}">
                          <a16:creationId xmlns:a16="http://schemas.microsoft.com/office/drawing/2014/main" id="{690184A1-846E-48F8-F286-9E1C6BE6308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22" name="Google Shape;1603;p30">
                      <a:extLst>
                        <a:ext uri="{FF2B5EF4-FFF2-40B4-BE49-F238E27FC236}">
                          <a16:creationId xmlns:a16="http://schemas.microsoft.com/office/drawing/2014/main" id="{59BA9F88-395E-4CDE-F6A3-7E0E1531080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23" name="Google Shape;1604;p30">
                      <a:extLst>
                        <a:ext uri="{FF2B5EF4-FFF2-40B4-BE49-F238E27FC236}">
                          <a16:creationId xmlns:a16="http://schemas.microsoft.com/office/drawing/2014/main" id="{5D538ECD-2AE7-B62E-1144-832C6262EC7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24" name="Google Shape;1605;p30">
                      <a:extLst>
                        <a:ext uri="{FF2B5EF4-FFF2-40B4-BE49-F238E27FC236}">
                          <a16:creationId xmlns:a16="http://schemas.microsoft.com/office/drawing/2014/main" id="{770FAAE9-2920-01CD-A167-08D1AEF9DF3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25" name="Google Shape;1606;p30">
                      <a:extLst>
                        <a:ext uri="{FF2B5EF4-FFF2-40B4-BE49-F238E27FC236}">
                          <a16:creationId xmlns:a16="http://schemas.microsoft.com/office/drawing/2014/main" id="{E70D8755-FBEE-D725-5C1C-3897D08A115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26" name="Google Shape;1607;p30">
                      <a:extLst>
                        <a:ext uri="{FF2B5EF4-FFF2-40B4-BE49-F238E27FC236}">
                          <a16:creationId xmlns:a16="http://schemas.microsoft.com/office/drawing/2014/main" id="{6C846F0E-DAB6-CE48-E8DA-C53829AD861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27" name="Google Shape;1608;p30">
                      <a:extLst>
                        <a:ext uri="{FF2B5EF4-FFF2-40B4-BE49-F238E27FC236}">
                          <a16:creationId xmlns:a16="http://schemas.microsoft.com/office/drawing/2014/main" id="{A2D1C116-A114-A4C5-F40D-750FD0E3F19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28" name="Google Shape;1609;p30">
                      <a:extLst>
                        <a:ext uri="{FF2B5EF4-FFF2-40B4-BE49-F238E27FC236}">
                          <a16:creationId xmlns:a16="http://schemas.microsoft.com/office/drawing/2014/main" id="{5749B9AE-D6A5-B291-8641-E499D6EAB94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29" name="Google Shape;1610;p30">
                      <a:extLst>
                        <a:ext uri="{FF2B5EF4-FFF2-40B4-BE49-F238E27FC236}">
                          <a16:creationId xmlns:a16="http://schemas.microsoft.com/office/drawing/2014/main" id="{CB098F41-C5D9-878B-7CD0-46284FE4787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30" name="Google Shape;1611;p30">
                      <a:extLst>
                        <a:ext uri="{FF2B5EF4-FFF2-40B4-BE49-F238E27FC236}">
                          <a16:creationId xmlns:a16="http://schemas.microsoft.com/office/drawing/2014/main" id="{7051DDD5-812B-0D06-8287-020AF75D008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31" name="Google Shape;1612;p30">
                      <a:extLst>
                        <a:ext uri="{FF2B5EF4-FFF2-40B4-BE49-F238E27FC236}">
                          <a16:creationId xmlns:a16="http://schemas.microsoft.com/office/drawing/2014/main" id="{86E7FF0E-D02E-741A-8806-3C88B5CA5BD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32" name="Google Shape;1613;p30">
                      <a:extLst>
                        <a:ext uri="{FF2B5EF4-FFF2-40B4-BE49-F238E27FC236}">
                          <a16:creationId xmlns:a16="http://schemas.microsoft.com/office/drawing/2014/main" id="{7C7382AE-DD3C-9E68-20DE-05B73B3FE2E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33" name="Google Shape;1614;p30">
                      <a:extLst>
                        <a:ext uri="{FF2B5EF4-FFF2-40B4-BE49-F238E27FC236}">
                          <a16:creationId xmlns:a16="http://schemas.microsoft.com/office/drawing/2014/main" id="{A64CB607-7F30-0152-D2A7-76A4CDBCC2A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34" name="Google Shape;1615;p30">
                      <a:extLst>
                        <a:ext uri="{FF2B5EF4-FFF2-40B4-BE49-F238E27FC236}">
                          <a16:creationId xmlns:a16="http://schemas.microsoft.com/office/drawing/2014/main" id="{E4EDA6C7-0459-0A48-EA9D-61004F91D45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35" name="Google Shape;1616;p30">
                      <a:extLst>
                        <a:ext uri="{FF2B5EF4-FFF2-40B4-BE49-F238E27FC236}">
                          <a16:creationId xmlns:a16="http://schemas.microsoft.com/office/drawing/2014/main" id="{2450FA05-05FB-A8D8-B20A-D9AEA689593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36" name="Google Shape;1617;p30">
                      <a:extLst>
                        <a:ext uri="{FF2B5EF4-FFF2-40B4-BE49-F238E27FC236}">
                          <a16:creationId xmlns:a16="http://schemas.microsoft.com/office/drawing/2014/main" id="{B84523C3-9B61-8846-09E9-12C77B55315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571" name="Google Shape;1591;p30">
                    <a:extLst>
                      <a:ext uri="{FF2B5EF4-FFF2-40B4-BE49-F238E27FC236}">
                        <a16:creationId xmlns:a16="http://schemas.microsoft.com/office/drawing/2014/main" id="{1DA28681-D6B4-C133-DCA6-40099B8DE896}"/>
                      </a:ext>
                    </a:extLst>
                  </p:cNvPr>
                  <p:cNvGrpSpPr/>
                  <p:nvPr/>
                </p:nvGrpSpPr>
                <p:grpSpPr>
                  <a:xfrm>
                    <a:off x="3077254" y="1954309"/>
                    <a:ext cx="877298" cy="879686"/>
                    <a:chOff x="2854300" y="1168125"/>
                    <a:chExt cx="2904000" cy="2668950"/>
                  </a:xfrm>
                </p:grpSpPr>
                <p:sp>
                  <p:nvSpPr>
                    <p:cNvPr id="572" name="Google Shape;1592;p30">
                      <a:extLst>
                        <a:ext uri="{FF2B5EF4-FFF2-40B4-BE49-F238E27FC236}">
                          <a16:creationId xmlns:a16="http://schemas.microsoft.com/office/drawing/2014/main" id="{75704887-EE9C-6CC8-CCEB-69CFF6A5914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1168125"/>
                      <a:ext cx="2904000" cy="26673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73" name="Google Shape;1593;p30">
                      <a:extLst>
                        <a:ext uri="{FF2B5EF4-FFF2-40B4-BE49-F238E27FC236}">
                          <a16:creationId xmlns:a16="http://schemas.microsoft.com/office/drawing/2014/main" id="{8AEF3B24-254F-9808-D403-2AA50635FC7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74" name="Google Shape;1594;p30">
                      <a:extLst>
                        <a:ext uri="{FF2B5EF4-FFF2-40B4-BE49-F238E27FC236}">
                          <a16:creationId xmlns:a16="http://schemas.microsoft.com/office/drawing/2014/main" id="{80E13766-AADB-1BE4-7115-2EC61BA3FB7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75" name="Google Shape;1595;p30">
                      <a:extLst>
                        <a:ext uri="{FF2B5EF4-FFF2-40B4-BE49-F238E27FC236}">
                          <a16:creationId xmlns:a16="http://schemas.microsoft.com/office/drawing/2014/main" id="{99EAC67B-A7FE-6167-E573-20085DA7FFF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76" name="Google Shape;1596;p30">
                      <a:extLst>
                        <a:ext uri="{FF2B5EF4-FFF2-40B4-BE49-F238E27FC236}">
                          <a16:creationId xmlns:a16="http://schemas.microsoft.com/office/drawing/2014/main" id="{B05A6241-17FE-0B65-9D1A-F6925A91C1B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77" name="Google Shape;1597;p30">
                      <a:extLst>
                        <a:ext uri="{FF2B5EF4-FFF2-40B4-BE49-F238E27FC236}">
                          <a16:creationId xmlns:a16="http://schemas.microsoft.com/office/drawing/2014/main" id="{F5FF6231-3699-4BA2-83DE-33FCC267FA0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11681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78" name="Google Shape;1598;p30">
                      <a:extLst>
                        <a:ext uri="{FF2B5EF4-FFF2-40B4-BE49-F238E27FC236}">
                          <a16:creationId xmlns:a16="http://schemas.microsoft.com/office/drawing/2014/main" id="{6364B61E-2307-FF37-0285-92E49F0269A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81" name="Google Shape;1599;p30">
                      <a:extLst>
                        <a:ext uri="{FF2B5EF4-FFF2-40B4-BE49-F238E27FC236}">
                          <a16:creationId xmlns:a16="http://schemas.microsoft.com/office/drawing/2014/main" id="{AF8EFF22-B972-731C-6F22-E2972439862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90" name="Google Shape;1600;p30">
                      <a:extLst>
                        <a:ext uri="{FF2B5EF4-FFF2-40B4-BE49-F238E27FC236}">
                          <a16:creationId xmlns:a16="http://schemas.microsoft.com/office/drawing/2014/main" id="{C22689B2-F8D8-278E-B94A-355E700151E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92" name="Google Shape;1601;p30">
                      <a:extLst>
                        <a:ext uri="{FF2B5EF4-FFF2-40B4-BE49-F238E27FC236}">
                          <a16:creationId xmlns:a16="http://schemas.microsoft.com/office/drawing/2014/main" id="{344BF50C-0BF5-89CC-140E-27175512612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93" name="Google Shape;1602;p30">
                      <a:extLst>
                        <a:ext uri="{FF2B5EF4-FFF2-40B4-BE49-F238E27FC236}">
                          <a16:creationId xmlns:a16="http://schemas.microsoft.com/office/drawing/2014/main" id="{A5E5B87F-F818-CC31-12EA-3F443EA5913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17009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96" name="Google Shape;1603;p30">
                      <a:extLst>
                        <a:ext uri="{FF2B5EF4-FFF2-40B4-BE49-F238E27FC236}">
                          <a16:creationId xmlns:a16="http://schemas.microsoft.com/office/drawing/2014/main" id="{8372A742-283F-E0D6-4A62-FB333851CE7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97" name="Google Shape;1604;p30">
                      <a:extLst>
                        <a:ext uri="{FF2B5EF4-FFF2-40B4-BE49-F238E27FC236}">
                          <a16:creationId xmlns:a16="http://schemas.microsoft.com/office/drawing/2014/main" id="{8B6E2FC1-1B95-5005-46D3-A598CE93ADE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98" name="Google Shape;1605;p30">
                      <a:extLst>
                        <a:ext uri="{FF2B5EF4-FFF2-40B4-BE49-F238E27FC236}">
                          <a16:creationId xmlns:a16="http://schemas.microsoft.com/office/drawing/2014/main" id="{20610E18-861D-9B70-AB82-0DE8748ECFE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99" name="Google Shape;1606;p30">
                      <a:extLst>
                        <a:ext uri="{FF2B5EF4-FFF2-40B4-BE49-F238E27FC236}">
                          <a16:creationId xmlns:a16="http://schemas.microsoft.com/office/drawing/2014/main" id="{536F95A0-3119-C365-C465-50ED939D539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00" name="Google Shape;1607;p30">
                      <a:extLst>
                        <a:ext uri="{FF2B5EF4-FFF2-40B4-BE49-F238E27FC236}">
                          <a16:creationId xmlns:a16="http://schemas.microsoft.com/office/drawing/2014/main" id="{38BFE1F2-3601-7EE7-F2DA-B0EB514453B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22353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01" name="Google Shape;1608;p30">
                      <a:extLst>
                        <a:ext uri="{FF2B5EF4-FFF2-40B4-BE49-F238E27FC236}">
                          <a16:creationId xmlns:a16="http://schemas.microsoft.com/office/drawing/2014/main" id="{CA74B41D-57F4-FC3A-5F60-5BEDFABDC22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02" name="Google Shape;1609;p30">
                      <a:extLst>
                        <a:ext uri="{FF2B5EF4-FFF2-40B4-BE49-F238E27FC236}">
                          <a16:creationId xmlns:a16="http://schemas.microsoft.com/office/drawing/2014/main" id="{CB82B902-6393-D1CA-ED1C-826DD2E315E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03" name="Google Shape;1610;p30">
                      <a:extLst>
                        <a:ext uri="{FF2B5EF4-FFF2-40B4-BE49-F238E27FC236}">
                          <a16:creationId xmlns:a16="http://schemas.microsoft.com/office/drawing/2014/main" id="{0CD8AC7D-6CBC-9E93-B9FB-B4D21D105E8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04" name="Google Shape;1611;p30">
                      <a:extLst>
                        <a:ext uri="{FF2B5EF4-FFF2-40B4-BE49-F238E27FC236}">
                          <a16:creationId xmlns:a16="http://schemas.microsoft.com/office/drawing/2014/main" id="{FF9BD47D-4D64-02C3-D97D-0B5F62827E1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05" name="Google Shape;1612;p30">
                      <a:extLst>
                        <a:ext uri="{FF2B5EF4-FFF2-40B4-BE49-F238E27FC236}">
                          <a16:creationId xmlns:a16="http://schemas.microsoft.com/office/drawing/2014/main" id="{7C9674D6-B0E2-A3C9-FA81-2131B1960F0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276982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06" name="Google Shape;1613;p30">
                      <a:extLst>
                        <a:ext uri="{FF2B5EF4-FFF2-40B4-BE49-F238E27FC236}">
                          <a16:creationId xmlns:a16="http://schemas.microsoft.com/office/drawing/2014/main" id="{CE1B7AF4-C06A-FF39-7B6D-862B785EF7F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8543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07" name="Google Shape;1614;p30">
                      <a:extLst>
                        <a:ext uri="{FF2B5EF4-FFF2-40B4-BE49-F238E27FC236}">
                          <a16:creationId xmlns:a16="http://schemas.microsoft.com/office/drawing/2014/main" id="{3E75F215-7BCB-0F69-0BA2-C667ABAF813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4351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08" name="Google Shape;1615;p30">
                      <a:extLst>
                        <a:ext uri="{FF2B5EF4-FFF2-40B4-BE49-F238E27FC236}">
                          <a16:creationId xmlns:a16="http://schemas.microsoft.com/office/drawing/2014/main" id="{5590FBAA-413D-52DE-F045-EC1BFA7E96C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0159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09" name="Google Shape;1616;p30">
                      <a:extLst>
                        <a:ext uri="{FF2B5EF4-FFF2-40B4-BE49-F238E27FC236}">
                          <a16:creationId xmlns:a16="http://schemas.microsoft.com/office/drawing/2014/main" id="{FFB183BC-2B54-7286-95D0-9522B3EE834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5967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610" name="Google Shape;1617;p30">
                      <a:extLst>
                        <a:ext uri="{FF2B5EF4-FFF2-40B4-BE49-F238E27FC236}">
                          <a16:creationId xmlns:a16="http://schemas.microsoft.com/office/drawing/2014/main" id="{0E3CEDED-C91A-1C9F-1CD5-BD59F01617E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177500" y="3304275"/>
                      <a:ext cx="580800" cy="53280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6D7A8"/>
                        </a:gs>
                        <a:gs pos="64000">
                          <a:srgbClr val="A4C2F4"/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0" name="组合 9">
                  <a:extLst>
                    <a:ext uri="{FF2B5EF4-FFF2-40B4-BE49-F238E27FC236}">
                      <a16:creationId xmlns:a16="http://schemas.microsoft.com/office/drawing/2014/main" id="{2B9D8076-B412-9140-9094-1136F43D1361}"/>
                    </a:ext>
                  </a:extLst>
                </p:cNvPr>
                <p:cNvGrpSpPr/>
                <p:nvPr/>
              </p:nvGrpSpPr>
              <p:grpSpPr>
                <a:xfrm>
                  <a:off x="4458683" y="858363"/>
                  <a:ext cx="680116" cy="680698"/>
                  <a:chOff x="1543800" y="2870500"/>
                  <a:chExt cx="530946" cy="531400"/>
                </a:xfrm>
              </p:grpSpPr>
              <p:sp>
                <p:nvSpPr>
                  <p:cNvPr id="559" name="Google Shape;2717;p41">
                    <a:extLst>
                      <a:ext uri="{FF2B5EF4-FFF2-40B4-BE49-F238E27FC236}">
                        <a16:creationId xmlns:a16="http://schemas.microsoft.com/office/drawing/2014/main" id="{45D49181-61BF-0356-41AF-736BEA432DDE}"/>
                      </a:ext>
                    </a:extLst>
                  </p:cNvPr>
                  <p:cNvSpPr/>
                  <p:nvPr/>
                </p:nvSpPr>
                <p:spPr>
                  <a:xfrm>
                    <a:off x="1543800" y="2870500"/>
                    <a:ext cx="176832" cy="177133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6">
                          <a:lumMod val="20000"/>
                          <a:lumOff val="80000"/>
                        </a:schemeClr>
                      </a:gs>
                      <a:gs pos="64000">
                        <a:srgbClr val="76E3FF"/>
                      </a:gs>
                      <a:gs pos="100000">
                        <a:srgbClr val="7CEB99"/>
                      </a:gs>
                    </a:gsLst>
                    <a:lin ang="13500032" scaled="0"/>
                  </a:gra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2718;p41">
                    <a:extLst>
                      <a:ext uri="{FF2B5EF4-FFF2-40B4-BE49-F238E27FC236}">
                        <a16:creationId xmlns:a16="http://schemas.microsoft.com/office/drawing/2014/main" id="{8C1DB711-B8B8-8FF2-AAE3-E0674D804B5A}"/>
                      </a:ext>
                    </a:extLst>
                  </p:cNvPr>
                  <p:cNvSpPr/>
                  <p:nvPr/>
                </p:nvSpPr>
                <p:spPr>
                  <a:xfrm>
                    <a:off x="1720632" y="2870500"/>
                    <a:ext cx="176832" cy="177133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6">
                          <a:lumMod val="20000"/>
                          <a:lumOff val="80000"/>
                        </a:schemeClr>
                      </a:gs>
                      <a:gs pos="64000">
                        <a:srgbClr val="76E3FF"/>
                      </a:gs>
                      <a:gs pos="100000">
                        <a:srgbClr val="7CEB99"/>
                      </a:gs>
                    </a:gsLst>
                    <a:lin ang="13500032" scaled="0"/>
                  </a:gra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2719;p41">
                    <a:extLst>
                      <a:ext uri="{FF2B5EF4-FFF2-40B4-BE49-F238E27FC236}">
                        <a16:creationId xmlns:a16="http://schemas.microsoft.com/office/drawing/2014/main" id="{65A98CB7-D34B-D5AE-D7BA-617967B24BA6}"/>
                      </a:ext>
                    </a:extLst>
                  </p:cNvPr>
                  <p:cNvSpPr/>
                  <p:nvPr/>
                </p:nvSpPr>
                <p:spPr>
                  <a:xfrm>
                    <a:off x="1897463" y="2870500"/>
                    <a:ext cx="176832" cy="177133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6">
                          <a:lumMod val="20000"/>
                          <a:lumOff val="80000"/>
                        </a:schemeClr>
                      </a:gs>
                      <a:gs pos="64000">
                        <a:srgbClr val="76E3FF"/>
                      </a:gs>
                      <a:gs pos="100000">
                        <a:srgbClr val="7CEB99"/>
                      </a:gs>
                    </a:gsLst>
                    <a:lin ang="13500032" scaled="0"/>
                  </a:gra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2720;p41">
                    <a:extLst>
                      <a:ext uri="{FF2B5EF4-FFF2-40B4-BE49-F238E27FC236}">
                        <a16:creationId xmlns:a16="http://schemas.microsoft.com/office/drawing/2014/main" id="{F9C5F689-32B1-1A4E-8B93-E4F76267BCDD}"/>
                      </a:ext>
                    </a:extLst>
                  </p:cNvPr>
                  <p:cNvSpPr/>
                  <p:nvPr/>
                </p:nvSpPr>
                <p:spPr>
                  <a:xfrm>
                    <a:off x="1543800" y="3047633"/>
                    <a:ext cx="176832" cy="177133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6">
                          <a:lumMod val="20000"/>
                          <a:lumOff val="80000"/>
                        </a:schemeClr>
                      </a:gs>
                      <a:gs pos="64000">
                        <a:srgbClr val="76E3FF"/>
                      </a:gs>
                      <a:gs pos="100000">
                        <a:srgbClr val="7CEB99"/>
                      </a:gs>
                    </a:gsLst>
                    <a:lin ang="13500032" scaled="0"/>
                  </a:gra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2721;p41">
                    <a:extLst>
                      <a:ext uri="{FF2B5EF4-FFF2-40B4-BE49-F238E27FC236}">
                        <a16:creationId xmlns:a16="http://schemas.microsoft.com/office/drawing/2014/main" id="{6F6AF72B-AC78-251D-FD64-BA9328089E0C}"/>
                      </a:ext>
                    </a:extLst>
                  </p:cNvPr>
                  <p:cNvSpPr/>
                  <p:nvPr/>
                </p:nvSpPr>
                <p:spPr>
                  <a:xfrm>
                    <a:off x="1720632" y="3047633"/>
                    <a:ext cx="176832" cy="177133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6">
                          <a:lumMod val="20000"/>
                          <a:lumOff val="80000"/>
                        </a:schemeClr>
                      </a:gs>
                      <a:gs pos="64000">
                        <a:srgbClr val="76E3FF"/>
                      </a:gs>
                      <a:gs pos="100000">
                        <a:srgbClr val="7CEB99"/>
                      </a:gs>
                    </a:gsLst>
                    <a:lin ang="13500032" scaled="0"/>
                  </a:gra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2722;p41">
                    <a:extLst>
                      <a:ext uri="{FF2B5EF4-FFF2-40B4-BE49-F238E27FC236}">
                        <a16:creationId xmlns:a16="http://schemas.microsoft.com/office/drawing/2014/main" id="{7B866662-2F6A-696E-1F4D-7091ED3102D7}"/>
                      </a:ext>
                    </a:extLst>
                  </p:cNvPr>
                  <p:cNvSpPr/>
                  <p:nvPr/>
                </p:nvSpPr>
                <p:spPr>
                  <a:xfrm>
                    <a:off x="1897463" y="3047633"/>
                    <a:ext cx="176832" cy="177133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6">
                          <a:lumMod val="20000"/>
                          <a:lumOff val="80000"/>
                        </a:schemeClr>
                      </a:gs>
                      <a:gs pos="64000">
                        <a:srgbClr val="76E3FF"/>
                      </a:gs>
                      <a:gs pos="100000">
                        <a:srgbClr val="7CEB99"/>
                      </a:gs>
                    </a:gsLst>
                    <a:lin ang="13500032" scaled="0"/>
                  </a:gra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2723;p41">
                    <a:extLst>
                      <a:ext uri="{FF2B5EF4-FFF2-40B4-BE49-F238E27FC236}">
                        <a16:creationId xmlns:a16="http://schemas.microsoft.com/office/drawing/2014/main" id="{A98BE827-2BD2-0B72-FE99-1216E8E7C890}"/>
                      </a:ext>
                    </a:extLst>
                  </p:cNvPr>
                  <p:cNvSpPr/>
                  <p:nvPr/>
                </p:nvSpPr>
                <p:spPr>
                  <a:xfrm>
                    <a:off x="1544251" y="3224767"/>
                    <a:ext cx="176832" cy="177133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6">
                          <a:lumMod val="20000"/>
                          <a:lumOff val="80000"/>
                        </a:schemeClr>
                      </a:gs>
                      <a:gs pos="64000">
                        <a:srgbClr val="76E3FF"/>
                      </a:gs>
                      <a:gs pos="100000">
                        <a:srgbClr val="7CEB99"/>
                      </a:gs>
                    </a:gsLst>
                    <a:lin ang="13500032" scaled="0"/>
                  </a:gra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2724;p41">
                    <a:extLst>
                      <a:ext uri="{FF2B5EF4-FFF2-40B4-BE49-F238E27FC236}">
                        <a16:creationId xmlns:a16="http://schemas.microsoft.com/office/drawing/2014/main" id="{372EE667-1D7C-986D-C57B-4FEE27B391E3}"/>
                      </a:ext>
                    </a:extLst>
                  </p:cNvPr>
                  <p:cNvSpPr/>
                  <p:nvPr/>
                </p:nvSpPr>
                <p:spPr>
                  <a:xfrm>
                    <a:off x="1721083" y="3224767"/>
                    <a:ext cx="176832" cy="177133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6">
                          <a:lumMod val="20000"/>
                          <a:lumOff val="80000"/>
                        </a:schemeClr>
                      </a:gs>
                      <a:gs pos="64000">
                        <a:srgbClr val="76E3FF"/>
                      </a:gs>
                      <a:gs pos="100000">
                        <a:srgbClr val="7CEB99"/>
                      </a:gs>
                    </a:gsLst>
                    <a:lin ang="13500032" scaled="0"/>
                  </a:gra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2725;p41">
                    <a:extLst>
                      <a:ext uri="{FF2B5EF4-FFF2-40B4-BE49-F238E27FC236}">
                        <a16:creationId xmlns:a16="http://schemas.microsoft.com/office/drawing/2014/main" id="{2764B356-5D3E-CF75-D349-82B78DDE3D01}"/>
                      </a:ext>
                    </a:extLst>
                  </p:cNvPr>
                  <p:cNvSpPr/>
                  <p:nvPr/>
                </p:nvSpPr>
                <p:spPr>
                  <a:xfrm>
                    <a:off x="1897914" y="3224767"/>
                    <a:ext cx="176832" cy="177133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6">
                          <a:lumMod val="20000"/>
                          <a:lumOff val="80000"/>
                        </a:schemeClr>
                      </a:gs>
                      <a:gs pos="64000">
                        <a:srgbClr val="76E3FF"/>
                      </a:gs>
                      <a:gs pos="100000">
                        <a:srgbClr val="7CEB99"/>
                      </a:gs>
                    </a:gsLst>
                    <a:lin ang="13500032" scaled="0"/>
                  </a:gra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cxnSp>
              <p:nvCxnSpPr>
                <p:cNvPr id="11" name="Google Shape;2726;p41">
                  <a:extLst>
                    <a:ext uri="{FF2B5EF4-FFF2-40B4-BE49-F238E27FC236}">
                      <a16:creationId xmlns:a16="http://schemas.microsoft.com/office/drawing/2014/main" id="{11189E82-A7CD-7680-BDFF-362CB56A40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6953" y="1540442"/>
                  <a:ext cx="498066" cy="507257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dk2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" name="Google Shape;2726;p41">
                  <a:extLst>
                    <a:ext uri="{FF2B5EF4-FFF2-40B4-BE49-F238E27FC236}">
                      <a16:creationId xmlns:a16="http://schemas.microsoft.com/office/drawing/2014/main" id="{91636352-D098-9B8E-C05D-6B599E1A39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6953" y="861249"/>
                  <a:ext cx="498066" cy="507257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dk2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3" name="i$ļiḍé">
                  <a:extLst>
                    <a:ext uri="{FF2B5EF4-FFF2-40B4-BE49-F238E27FC236}">
                      <a16:creationId xmlns:a16="http://schemas.microsoft.com/office/drawing/2014/main" id="{1EE7098A-7954-CDE5-0801-4FD1BFBAEA6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68698" y="977228"/>
                  <a:ext cx="465655" cy="275298"/>
                </a:xfrm>
                <a:custGeom>
                  <a:avLst/>
                  <a:gdLst>
                    <a:gd name="T0" fmla="*/ 0 w 2167"/>
                    <a:gd name="T1" fmla="*/ 644 h 1283"/>
                    <a:gd name="T2" fmla="*/ 603 w 2167"/>
                    <a:gd name="T3" fmla="*/ 465 h 1283"/>
                    <a:gd name="T4" fmla="*/ 609 w 2167"/>
                    <a:gd name="T5" fmla="*/ 496 h 1283"/>
                    <a:gd name="T6" fmla="*/ 1044 w 2167"/>
                    <a:gd name="T7" fmla="*/ 670 h 1283"/>
                    <a:gd name="T8" fmla="*/ 1097 w 2167"/>
                    <a:gd name="T9" fmla="*/ 558 h 1283"/>
                    <a:gd name="T10" fmla="*/ 1143 w 2167"/>
                    <a:gd name="T11" fmla="*/ 650 h 1283"/>
                    <a:gd name="T12" fmla="*/ 1162 w 2167"/>
                    <a:gd name="T13" fmla="*/ 645 h 1283"/>
                    <a:gd name="T14" fmla="*/ 1198 w 2167"/>
                    <a:gd name="T15" fmla="*/ 633 h 1283"/>
                    <a:gd name="T16" fmla="*/ 1186 w 2167"/>
                    <a:gd name="T17" fmla="*/ 526 h 1283"/>
                    <a:gd name="T18" fmla="*/ 1292 w 2167"/>
                    <a:gd name="T19" fmla="*/ 593 h 1283"/>
                    <a:gd name="T20" fmla="*/ 1543 w 2167"/>
                    <a:gd name="T21" fmla="*/ 218 h 1283"/>
                    <a:gd name="T22" fmla="*/ 1532 w 2167"/>
                    <a:gd name="T23" fmla="*/ 189 h 1283"/>
                    <a:gd name="T24" fmla="*/ 2167 w 2167"/>
                    <a:gd name="T25" fmla="*/ 0 h 1283"/>
                    <a:gd name="T26" fmla="*/ 2002 w 2167"/>
                    <a:gd name="T27" fmla="*/ 607 h 1283"/>
                    <a:gd name="T28" fmla="*/ 1629 w 2167"/>
                    <a:gd name="T29" fmla="*/ 904 h 1283"/>
                    <a:gd name="T30" fmla="*/ 1370 w 2167"/>
                    <a:gd name="T31" fmla="*/ 1283 h 1283"/>
                    <a:gd name="T32" fmla="*/ 945 w 2167"/>
                    <a:gd name="T33" fmla="*/ 1108 h 1283"/>
                    <a:gd name="T34" fmla="*/ 471 w 2167"/>
                    <a:gd name="T35" fmla="*/ 1063 h 1283"/>
                    <a:gd name="T36" fmla="*/ 0 w 2167"/>
                    <a:gd name="T37" fmla="*/ 644 h 12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167" h="1283">
                      <a:moveTo>
                        <a:pt x="0" y="644"/>
                      </a:moveTo>
                      <a:cubicBezTo>
                        <a:pt x="603" y="465"/>
                        <a:pt x="603" y="465"/>
                        <a:pt x="603" y="465"/>
                      </a:cubicBezTo>
                      <a:cubicBezTo>
                        <a:pt x="604" y="475"/>
                        <a:pt x="606" y="486"/>
                        <a:pt x="609" y="496"/>
                      </a:cubicBezTo>
                      <a:cubicBezTo>
                        <a:pt x="649" y="630"/>
                        <a:pt x="832" y="699"/>
                        <a:pt x="1044" y="670"/>
                      </a:cubicBezTo>
                      <a:cubicBezTo>
                        <a:pt x="1041" y="640"/>
                        <a:pt x="1013" y="386"/>
                        <a:pt x="1097" y="558"/>
                      </a:cubicBezTo>
                      <a:cubicBezTo>
                        <a:pt x="1117" y="599"/>
                        <a:pt x="1132" y="629"/>
                        <a:pt x="1143" y="650"/>
                      </a:cubicBezTo>
                      <a:cubicBezTo>
                        <a:pt x="1149" y="648"/>
                        <a:pt x="1156" y="646"/>
                        <a:pt x="1162" y="645"/>
                      </a:cubicBezTo>
                      <a:cubicBezTo>
                        <a:pt x="1174" y="641"/>
                        <a:pt x="1186" y="637"/>
                        <a:pt x="1198" y="633"/>
                      </a:cubicBezTo>
                      <a:cubicBezTo>
                        <a:pt x="1195" y="609"/>
                        <a:pt x="1191" y="575"/>
                        <a:pt x="1186" y="526"/>
                      </a:cubicBezTo>
                      <a:cubicBezTo>
                        <a:pt x="1162" y="333"/>
                        <a:pt x="1283" y="575"/>
                        <a:pt x="1292" y="593"/>
                      </a:cubicBezTo>
                      <a:cubicBezTo>
                        <a:pt x="1474" y="500"/>
                        <a:pt x="1582" y="348"/>
                        <a:pt x="1543" y="218"/>
                      </a:cubicBezTo>
                      <a:cubicBezTo>
                        <a:pt x="1540" y="208"/>
                        <a:pt x="1536" y="198"/>
                        <a:pt x="1532" y="189"/>
                      </a:cubicBezTo>
                      <a:cubicBezTo>
                        <a:pt x="2167" y="0"/>
                        <a:pt x="2167" y="0"/>
                        <a:pt x="2167" y="0"/>
                      </a:cubicBezTo>
                      <a:cubicBezTo>
                        <a:pt x="2167" y="0"/>
                        <a:pt x="1806" y="337"/>
                        <a:pt x="2002" y="607"/>
                      </a:cubicBezTo>
                      <a:cubicBezTo>
                        <a:pt x="2002" y="607"/>
                        <a:pt x="1470" y="429"/>
                        <a:pt x="1629" y="904"/>
                      </a:cubicBezTo>
                      <a:cubicBezTo>
                        <a:pt x="1629" y="904"/>
                        <a:pt x="1225" y="768"/>
                        <a:pt x="1370" y="1283"/>
                      </a:cubicBezTo>
                      <a:cubicBezTo>
                        <a:pt x="1209" y="772"/>
                        <a:pt x="945" y="1108"/>
                        <a:pt x="945" y="1108"/>
                      </a:cubicBezTo>
                      <a:cubicBezTo>
                        <a:pt x="818" y="623"/>
                        <a:pt x="471" y="1063"/>
                        <a:pt x="471" y="1063"/>
                      </a:cubicBezTo>
                      <a:cubicBezTo>
                        <a:pt x="487" y="730"/>
                        <a:pt x="0" y="644"/>
                        <a:pt x="0" y="644"/>
                      </a:cubicBezTo>
                      <a:close/>
                    </a:path>
                  </a:pathLst>
                </a:custGeom>
                <a:solidFill>
                  <a:srgbClr val="0C28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8A9C6F9-A193-DD49-D6AB-9EF6927C84C9}"/>
                    </a:ext>
                  </a:extLst>
                </p:cNvPr>
                <p:cNvSpPr txBox="1"/>
                <p:nvPr/>
              </p:nvSpPr>
              <p:spPr>
                <a:xfrm>
                  <a:off x="4409012" y="1230519"/>
                  <a:ext cx="1025484" cy="2539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Bat Kernel</a:t>
                  </a:r>
                  <a:endParaRPr lang="zh-CN" altLang="en-US" sz="105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CFA704DE-CD6B-CAF0-7891-D57F4E92FDD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759815" y="1988339"/>
                  <a:ext cx="202483" cy="432000"/>
                  <a:chOff x="7591280" y="740773"/>
                  <a:chExt cx="1104054" cy="2355523"/>
                </a:xfrm>
              </p:grpSpPr>
              <p:grpSp>
                <p:nvGrpSpPr>
                  <p:cNvPr id="24" name="íśḻîḍe">
                    <a:extLst>
                      <a:ext uri="{FF2B5EF4-FFF2-40B4-BE49-F238E27FC236}">
                        <a16:creationId xmlns:a16="http://schemas.microsoft.com/office/drawing/2014/main" id="{F04556E6-8736-55D3-C534-8BFB05FBFDF1}"/>
                      </a:ext>
                    </a:extLst>
                  </p:cNvPr>
                  <p:cNvGrpSpPr/>
                  <p:nvPr/>
                </p:nvGrpSpPr>
                <p:grpSpPr>
                  <a:xfrm>
                    <a:off x="7591280" y="916329"/>
                    <a:ext cx="1104054" cy="2179967"/>
                    <a:chOff x="5746122" y="2672178"/>
                    <a:chExt cx="249008" cy="491669"/>
                  </a:xfrm>
                </p:grpSpPr>
                <p:grpSp>
                  <p:nvGrpSpPr>
                    <p:cNvPr id="29" name="ïṡ1ïḋê">
                      <a:extLst>
                        <a:ext uri="{FF2B5EF4-FFF2-40B4-BE49-F238E27FC236}">
                          <a16:creationId xmlns:a16="http://schemas.microsoft.com/office/drawing/2014/main" id="{D0ED40D0-EB66-44EB-BAA8-896EA0392C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60540" y="2672178"/>
                      <a:ext cx="89769" cy="56444"/>
                      <a:chOff x="5860540" y="2672178"/>
                      <a:chExt cx="89769" cy="56444"/>
                    </a:xfrm>
                  </p:grpSpPr>
                  <p:sp>
                    <p:nvSpPr>
                      <p:cNvPr id="554" name="íSḻíḓè">
                        <a:extLst>
                          <a:ext uri="{FF2B5EF4-FFF2-40B4-BE49-F238E27FC236}">
                            <a16:creationId xmlns:a16="http://schemas.microsoft.com/office/drawing/2014/main" id="{00E86B78-FBDB-8012-2CB2-ACAFF99FC8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81090" y="2672178"/>
                        <a:ext cx="69219" cy="56444"/>
                      </a:xfrm>
                      <a:custGeom>
                        <a:avLst/>
                        <a:gdLst>
                          <a:gd name="connsiteX0" fmla="*/ 311 w 69219"/>
                          <a:gd name="connsiteY0" fmla="*/ 37208 h 56444"/>
                          <a:gd name="connsiteX1" fmla="*/ 311 w 69219"/>
                          <a:gd name="connsiteY1" fmla="*/ 29969 h 56444"/>
                          <a:gd name="connsiteX2" fmla="*/ 26 w 69219"/>
                          <a:gd name="connsiteY2" fmla="*/ 22825 h 56444"/>
                          <a:gd name="connsiteX3" fmla="*/ 14504 w 69219"/>
                          <a:gd name="connsiteY3" fmla="*/ 6918 h 56444"/>
                          <a:gd name="connsiteX4" fmla="*/ 50508 w 69219"/>
                          <a:gd name="connsiteY4" fmla="*/ 60 h 56444"/>
                          <a:gd name="connsiteX5" fmla="*/ 68796 w 69219"/>
                          <a:gd name="connsiteY5" fmla="*/ 18539 h 56444"/>
                          <a:gd name="connsiteX6" fmla="*/ 69177 w 69219"/>
                          <a:gd name="connsiteY6" fmla="*/ 28540 h 56444"/>
                          <a:gd name="connsiteX7" fmla="*/ 69177 w 69219"/>
                          <a:gd name="connsiteY7" fmla="*/ 38446 h 56444"/>
                          <a:gd name="connsiteX8" fmla="*/ 52032 w 69219"/>
                          <a:gd name="connsiteY8" fmla="*/ 56353 h 56444"/>
                          <a:gd name="connsiteX9" fmla="*/ 15552 w 69219"/>
                          <a:gd name="connsiteY9" fmla="*/ 52734 h 56444"/>
                          <a:gd name="connsiteX10" fmla="*/ 311 w 69219"/>
                          <a:gd name="connsiteY10" fmla="*/ 37208 h 5644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69219" h="56444">
                            <a:moveTo>
                              <a:pt x="311" y="37208"/>
                            </a:moveTo>
                            <a:cubicBezTo>
                              <a:pt x="311" y="37208"/>
                              <a:pt x="407" y="33588"/>
                              <a:pt x="311" y="29969"/>
                            </a:cubicBezTo>
                            <a:cubicBezTo>
                              <a:pt x="121" y="26349"/>
                              <a:pt x="26" y="22825"/>
                              <a:pt x="26" y="22825"/>
                            </a:cubicBezTo>
                            <a:cubicBezTo>
                              <a:pt x="-451" y="15205"/>
                              <a:pt x="5741" y="8442"/>
                              <a:pt x="14504" y="6918"/>
                            </a:cubicBezTo>
                            <a:lnTo>
                              <a:pt x="50508" y="60"/>
                            </a:lnTo>
                            <a:cubicBezTo>
                              <a:pt x="59462" y="-797"/>
                              <a:pt x="68129" y="7585"/>
                              <a:pt x="68796" y="18539"/>
                            </a:cubicBezTo>
                            <a:cubicBezTo>
                              <a:pt x="68796" y="18539"/>
                              <a:pt x="68987" y="23492"/>
                              <a:pt x="69177" y="28540"/>
                            </a:cubicBezTo>
                            <a:cubicBezTo>
                              <a:pt x="69273" y="33493"/>
                              <a:pt x="69177" y="38446"/>
                              <a:pt x="69177" y="38446"/>
                            </a:cubicBezTo>
                            <a:cubicBezTo>
                              <a:pt x="68987" y="49305"/>
                              <a:pt x="60795" y="57401"/>
                              <a:pt x="52032" y="56353"/>
                            </a:cubicBezTo>
                            <a:lnTo>
                              <a:pt x="15552" y="52734"/>
                            </a:lnTo>
                            <a:cubicBezTo>
                              <a:pt x="6598" y="51876"/>
                              <a:pt x="121" y="44923"/>
                              <a:pt x="311" y="37208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55" name="ís1îďe">
                        <a:extLst>
                          <a:ext uri="{FF2B5EF4-FFF2-40B4-BE49-F238E27FC236}">
                            <a16:creationId xmlns:a16="http://schemas.microsoft.com/office/drawing/2014/main" id="{E875AC1B-F031-4267-CCE8-048565EE3F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60540" y="2693955"/>
                        <a:ext cx="31857" cy="16001"/>
                      </a:xfrm>
                      <a:custGeom>
                        <a:avLst/>
                        <a:gdLst>
                          <a:gd name="connsiteX0" fmla="*/ 2 w 31857"/>
                          <a:gd name="connsiteY0" fmla="*/ 8763 h 16001"/>
                          <a:gd name="connsiteX1" fmla="*/ 2 w 31857"/>
                          <a:gd name="connsiteY1" fmla="*/ 8668 h 16001"/>
                          <a:gd name="connsiteX2" fmla="*/ 8288 w 31857"/>
                          <a:gd name="connsiteY2" fmla="*/ 1524 h 16001"/>
                          <a:gd name="connsiteX3" fmla="*/ 31434 w 31857"/>
                          <a:gd name="connsiteY3" fmla="*/ 0 h 16001"/>
                          <a:gd name="connsiteX4" fmla="*/ 31815 w 31857"/>
                          <a:gd name="connsiteY4" fmla="*/ 8001 h 16001"/>
                          <a:gd name="connsiteX5" fmla="*/ 31815 w 31857"/>
                          <a:gd name="connsiteY5" fmla="*/ 16002 h 16001"/>
                          <a:gd name="connsiteX6" fmla="*/ 8574 w 31857"/>
                          <a:gd name="connsiteY6" fmla="*/ 15526 h 16001"/>
                          <a:gd name="connsiteX7" fmla="*/ 2 w 31857"/>
                          <a:gd name="connsiteY7" fmla="*/ 8763 h 160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31857" h="16001">
                            <a:moveTo>
                              <a:pt x="2" y="8763"/>
                            </a:moveTo>
                            <a:lnTo>
                              <a:pt x="2" y="8668"/>
                            </a:lnTo>
                            <a:cubicBezTo>
                              <a:pt x="-93" y="5048"/>
                              <a:pt x="3621" y="1905"/>
                              <a:pt x="8288" y="1524"/>
                            </a:cubicBezTo>
                            <a:lnTo>
                              <a:pt x="31434" y="0"/>
                            </a:lnTo>
                            <a:cubicBezTo>
                              <a:pt x="31434" y="0"/>
                              <a:pt x="31625" y="4000"/>
                              <a:pt x="31815" y="8001"/>
                            </a:cubicBezTo>
                            <a:cubicBezTo>
                              <a:pt x="31911" y="12001"/>
                              <a:pt x="31815" y="16002"/>
                              <a:pt x="31815" y="16002"/>
                            </a:cubicBezTo>
                            <a:lnTo>
                              <a:pt x="8574" y="15526"/>
                            </a:lnTo>
                            <a:cubicBezTo>
                              <a:pt x="3907" y="15430"/>
                              <a:pt x="97" y="12383"/>
                              <a:pt x="2" y="8763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56" name="ïşľîďê">
                        <a:extLst>
                          <a:ext uri="{FF2B5EF4-FFF2-40B4-BE49-F238E27FC236}">
                            <a16:creationId xmlns:a16="http://schemas.microsoft.com/office/drawing/2014/main" id="{F35683ED-0CDE-F383-290B-F8D86E27EA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3872" y="2675333"/>
                        <a:ext cx="76395" cy="50749"/>
                      </a:xfrm>
                      <a:custGeom>
                        <a:avLst/>
                        <a:gdLst>
                          <a:gd name="connsiteX0" fmla="*/ 5 w 76395"/>
                          <a:gd name="connsiteY0" fmla="*/ 27099 h 50749"/>
                          <a:gd name="connsiteX1" fmla="*/ 5 w 76395"/>
                          <a:gd name="connsiteY1" fmla="*/ 26814 h 50749"/>
                          <a:gd name="connsiteX2" fmla="*/ 13054 w 76395"/>
                          <a:gd name="connsiteY2" fmla="*/ 12145 h 50749"/>
                          <a:gd name="connsiteX3" fmla="*/ 34676 w 76395"/>
                          <a:gd name="connsiteY3" fmla="*/ 6811 h 50749"/>
                          <a:gd name="connsiteX4" fmla="*/ 56107 w 76395"/>
                          <a:gd name="connsiteY4" fmla="*/ 620 h 50749"/>
                          <a:gd name="connsiteX5" fmla="*/ 76014 w 76395"/>
                          <a:gd name="connsiteY5" fmla="*/ 18051 h 50749"/>
                          <a:gd name="connsiteX6" fmla="*/ 76300 w 76395"/>
                          <a:gd name="connsiteY6" fmla="*/ 25289 h 50749"/>
                          <a:gd name="connsiteX7" fmla="*/ 76395 w 76395"/>
                          <a:gd name="connsiteY7" fmla="*/ 32528 h 50749"/>
                          <a:gd name="connsiteX8" fmla="*/ 57345 w 76395"/>
                          <a:gd name="connsiteY8" fmla="*/ 50340 h 50749"/>
                          <a:gd name="connsiteX9" fmla="*/ 35628 w 76395"/>
                          <a:gd name="connsiteY9" fmla="*/ 45482 h 50749"/>
                          <a:gd name="connsiteX10" fmla="*/ 13816 w 76395"/>
                          <a:gd name="connsiteY10" fmla="*/ 41292 h 50749"/>
                          <a:gd name="connsiteX11" fmla="*/ 5 w 76395"/>
                          <a:gd name="connsiteY11" fmla="*/ 27099 h 5074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76395" h="50749">
                            <a:moveTo>
                              <a:pt x="5" y="27099"/>
                            </a:moveTo>
                            <a:lnTo>
                              <a:pt x="5" y="26814"/>
                            </a:lnTo>
                            <a:cubicBezTo>
                              <a:pt x="-186" y="20146"/>
                              <a:pt x="5244" y="14050"/>
                              <a:pt x="13054" y="12145"/>
                            </a:cubicBezTo>
                            <a:cubicBezTo>
                              <a:pt x="13054" y="12145"/>
                              <a:pt x="23913" y="9764"/>
                              <a:pt x="34676" y="6811"/>
                            </a:cubicBezTo>
                            <a:cubicBezTo>
                              <a:pt x="45439" y="3953"/>
                              <a:pt x="56107" y="620"/>
                              <a:pt x="56107" y="620"/>
                            </a:cubicBezTo>
                            <a:cubicBezTo>
                              <a:pt x="65346" y="-2428"/>
                              <a:pt x="75443" y="6144"/>
                              <a:pt x="76014" y="18051"/>
                            </a:cubicBezTo>
                            <a:cubicBezTo>
                              <a:pt x="76014" y="18051"/>
                              <a:pt x="76110" y="21670"/>
                              <a:pt x="76300" y="25289"/>
                            </a:cubicBezTo>
                            <a:cubicBezTo>
                              <a:pt x="76300" y="28909"/>
                              <a:pt x="76395" y="32528"/>
                              <a:pt x="76395" y="32528"/>
                            </a:cubicBezTo>
                            <a:cubicBezTo>
                              <a:pt x="76300" y="44435"/>
                              <a:pt x="66775" y="52722"/>
                              <a:pt x="57345" y="50340"/>
                            </a:cubicBezTo>
                            <a:cubicBezTo>
                              <a:pt x="57345" y="50340"/>
                              <a:pt x="46487" y="47768"/>
                              <a:pt x="35628" y="45482"/>
                            </a:cubicBezTo>
                            <a:cubicBezTo>
                              <a:pt x="24770" y="43197"/>
                              <a:pt x="13816" y="41292"/>
                              <a:pt x="13816" y="41292"/>
                            </a:cubicBezTo>
                            <a:cubicBezTo>
                              <a:pt x="5815" y="39863"/>
                              <a:pt x="195" y="33862"/>
                              <a:pt x="5" y="27099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57" name="îşḻiḑê">
                        <a:extLst>
                          <a:ext uri="{FF2B5EF4-FFF2-40B4-BE49-F238E27FC236}">
                            <a16:creationId xmlns:a16="http://schemas.microsoft.com/office/drawing/2014/main" id="{322BC239-95B3-3340-5DD6-437DE76239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7196" y="2683448"/>
                        <a:ext cx="13565" cy="15462"/>
                      </a:xfrm>
                      <a:custGeom>
                        <a:avLst/>
                        <a:gdLst>
                          <a:gd name="connsiteX0" fmla="*/ 7165 w 13565"/>
                          <a:gd name="connsiteY0" fmla="*/ 15460 h 15462"/>
                          <a:gd name="connsiteX1" fmla="*/ 21 w 13565"/>
                          <a:gd name="connsiteY1" fmla="*/ 8221 h 15462"/>
                          <a:gd name="connsiteX2" fmla="*/ 6117 w 13565"/>
                          <a:gd name="connsiteY2" fmla="*/ 30 h 15462"/>
                          <a:gd name="connsiteX3" fmla="*/ 13546 w 13565"/>
                          <a:gd name="connsiteY3" fmla="*/ 7364 h 15462"/>
                          <a:gd name="connsiteX4" fmla="*/ 7165 w 13565"/>
                          <a:gd name="connsiteY4" fmla="*/ 15460 h 15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565" h="15462">
                            <a:moveTo>
                              <a:pt x="7165" y="15460"/>
                            </a:moveTo>
                            <a:cubicBezTo>
                              <a:pt x="3450" y="15555"/>
                              <a:pt x="307" y="12317"/>
                              <a:pt x="21" y="8221"/>
                            </a:cubicBezTo>
                            <a:cubicBezTo>
                              <a:pt x="-265" y="4125"/>
                              <a:pt x="2402" y="411"/>
                              <a:pt x="6117" y="30"/>
                            </a:cubicBezTo>
                            <a:cubicBezTo>
                              <a:pt x="9832" y="-351"/>
                              <a:pt x="13261" y="2982"/>
                              <a:pt x="13546" y="7364"/>
                            </a:cubicBezTo>
                            <a:cubicBezTo>
                              <a:pt x="13832" y="11746"/>
                              <a:pt x="10879" y="15365"/>
                              <a:pt x="7165" y="15460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58" name="îşľiḓê">
                        <a:extLst>
                          <a:ext uri="{FF2B5EF4-FFF2-40B4-BE49-F238E27FC236}">
                            <a16:creationId xmlns:a16="http://schemas.microsoft.com/office/drawing/2014/main" id="{CECCE3AD-42B7-5671-6CAE-AC862E2911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30438" y="2687083"/>
                        <a:ext cx="7069" cy="8114"/>
                      </a:xfrm>
                      <a:custGeom>
                        <a:avLst/>
                        <a:gdLst>
                          <a:gd name="connsiteX0" fmla="*/ 3732 w 7069"/>
                          <a:gd name="connsiteY0" fmla="*/ 8111 h 8114"/>
                          <a:gd name="connsiteX1" fmla="*/ 17 w 7069"/>
                          <a:gd name="connsiteY1" fmla="*/ 4301 h 8114"/>
                          <a:gd name="connsiteX2" fmla="*/ 3256 w 7069"/>
                          <a:gd name="connsiteY2" fmla="*/ 14 h 8114"/>
                          <a:gd name="connsiteX3" fmla="*/ 7066 w 7069"/>
                          <a:gd name="connsiteY3" fmla="*/ 3824 h 8114"/>
                          <a:gd name="connsiteX4" fmla="*/ 3732 w 7069"/>
                          <a:gd name="connsiteY4" fmla="*/ 8111 h 811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069" h="8114">
                            <a:moveTo>
                              <a:pt x="3732" y="8111"/>
                            </a:moveTo>
                            <a:cubicBezTo>
                              <a:pt x="1827" y="8206"/>
                              <a:pt x="208" y="6491"/>
                              <a:pt x="17" y="4301"/>
                            </a:cubicBezTo>
                            <a:cubicBezTo>
                              <a:pt x="-173" y="2110"/>
                              <a:pt x="1255" y="205"/>
                              <a:pt x="3256" y="14"/>
                            </a:cubicBezTo>
                            <a:cubicBezTo>
                              <a:pt x="5161" y="-176"/>
                              <a:pt x="6875" y="1538"/>
                              <a:pt x="7066" y="3824"/>
                            </a:cubicBezTo>
                            <a:cubicBezTo>
                              <a:pt x="7161" y="6206"/>
                              <a:pt x="5637" y="8015"/>
                              <a:pt x="3732" y="8111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0" name="iš1îḋe">
                      <a:extLst>
                        <a:ext uri="{FF2B5EF4-FFF2-40B4-BE49-F238E27FC236}">
                          <a16:creationId xmlns:a16="http://schemas.microsoft.com/office/drawing/2014/main" id="{5C6ADF30-B7BB-06B0-316F-00E249C3F2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56730" y="2724842"/>
                      <a:ext cx="89928" cy="59195"/>
                      <a:chOff x="5856730" y="2724842"/>
                      <a:chExt cx="89928" cy="59195"/>
                    </a:xfrm>
                  </p:grpSpPr>
                  <p:sp>
                    <p:nvSpPr>
                      <p:cNvPr id="549" name="ïṧlîdè">
                        <a:extLst>
                          <a:ext uri="{FF2B5EF4-FFF2-40B4-BE49-F238E27FC236}">
                            <a16:creationId xmlns:a16="http://schemas.microsoft.com/office/drawing/2014/main" id="{EE588757-A88B-4C57-0394-369D64F1F8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4953" y="2724842"/>
                        <a:ext cx="71706" cy="59195"/>
                      </a:xfrm>
                      <a:custGeom>
                        <a:avLst/>
                        <a:gdLst>
                          <a:gd name="connsiteX0" fmla="*/ 448 w 71706"/>
                          <a:gd name="connsiteY0" fmla="*/ 26168 h 59195"/>
                          <a:gd name="connsiteX1" fmla="*/ 2163 w 71706"/>
                          <a:gd name="connsiteY1" fmla="*/ 19310 h 59195"/>
                          <a:gd name="connsiteX2" fmla="*/ 3591 w 71706"/>
                          <a:gd name="connsiteY2" fmla="*/ 12356 h 59195"/>
                          <a:gd name="connsiteX3" fmla="*/ 21593 w 71706"/>
                          <a:gd name="connsiteY3" fmla="*/ 69 h 59195"/>
                          <a:gd name="connsiteX4" fmla="*/ 58074 w 71706"/>
                          <a:gd name="connsiteY4" fmla="*/ 3689 h 59195"/>
                          <a:gd name="connsiteX5" fmla="*/ 71314 w 71706"/>
                          <a:gd name="connsiteY5" fmla="*/ 24834 h 59195"/>
                          <a:gd name="connsiteX6" fmla="*/ 69218 w 71706"/>
                          <a:gd name="connsiteY6" fmla="*/ 34835 h 59195"/>
                          <a:gd name="connsiteX7" fmla="*/ 66647 w 71706"/>
                          <a:gd name="connsiteY7" fmla="*/ 44742 h 59195"/>
                          <a:gd name="connsiteX8" fmla="*/ 45215 w 71706"/>
                          <a:gd name="connsiteY8" fmla="*/ 58267 h 59195"/>
                          <a:gd name="connsiteX9" fmla="*/ 11116 w 71706"/>
                          <a:gd name="connsiteY9" fmla="*/ 44932 h 59195"/>
                          <a:gd name="connsiteX10" fmla="*/ 448 w 71706"/>
                          <a:gd name="connsiteY10" fmla="*/ 26168 h 5919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71706" h="59195">
                            <a:moveTo>
                              <a:pt x="448" y="26168"/>
                            </a:moveTo>
                            <a:cubicBezTo>
                              <a:pt x="448" y="26168"/>
                              <a:pt x="1496" y="22834"/>
                              <a:pt x="2163" y="19310"/>
                            </a:cubicBezTo>
                            <a:cubicBezTo>
                              <a:pt x="3020" y="15881"/>
                              <a:pt x="3591" y="12356"/>
                              <a:pt x="3591" y="12356"/>
                            </a:cubicBezTo>
                            <a:cubicBezTo>
                              <a:pt x="5020" y="4927"/>
                              <a:pt x="12640" y="-693"/>
                              <a:pt x="21593" y="69"/>
                            </a:cubicBezTo>
                            <a:lnTo>
                              <a:pt x="58074" y="3689"/>
                            </a:lnTo>
                            <a:cubicBezTo>
                              <a:pt x="66837" y="4451"/>
                              <a:pt x="73409" y="13880"/>
                              <a:pt x="71314" y="24834"/>
                            </a:cubicBezTo>
                            <a:cubicBezTo>
                              <a:pt x="71314" y="24834"/>
                              <a:pt x="70457" y="29787"/>
                              <a:pt x="69218" y="34835"/>
                            </a:cubicBezTo>
                            <a:cubicBezTo>
                              <a:pt x="68171" y="39788"/>
                              <a:pt x="66647" y="44742"/>
                              <a:pt x="66647" y="44742"/>
                            </a:cubicBezTo>
                            <a:cubicBezTo>
                              <a:pt x="63694" y="55695"/>
                              <a:pt x="53312" y="61601"/>
                              <a:pt x="45215" y="58267"/>
                            </a:cubicBezTo>
                            <a:lnTo>
                              <a:pt x="11116" y="44932"/>
                            </a:lnTo>
                            <a:cubicBezTo>
                              <a:pt x="2829" y="41598"/>
                              <a:pt x="-1457" y="33407"/>
                              <a:pt x="448" y="26168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50" name="îşľïḑè">
                        <a:extLst>
                          <a:ext uri="{FF2B5EF4-FFF2-40B4-BE49-F238E27FC236}">
                            <a16:creationId xmlns:a16="http://schemas.microsoft.com/office/drawing/2014/main" id="{11C0413F-BF94-6325-A7E0-4984415B81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6730" y="2734571"/>
                        <a:ext cx="32671" cy="19773"/>
                      </a:xfrm>
                      <a:custGeom>
                        <a:avLst/>
                        <a:gdLst>
                          <a:gd name="connsiteX0" fmla="*/ 96 w 32671"/>
                          <a:gd name="connsiteY0" fmla="*/ 5009 h 19773"/>
                          <a:gd name="connsiteX1" fmla="*/ 96 w 32671"/>
                          <a:gd name="connsiteY1" fmla="*/ 4914 h 19773"/>
                          <a:gd name="connsiteX2" fmla="*/ 9812 w 32671"/>
                          <a:gd name="connsiteY2" fmla="*/ 152 h 19773"/>
                          <a:gd name="connsiteX3" fmla="*/ 32672 w 32671"/>
                          <a:gd name="connsiteY3" fmla="*/ 4247 h 19773"/>
                          <a:gd name="connsiteX4" fmla="*/ 31053 w 32671"/>
                          <a:gd name="connsiteY4" fmla="*/ 12058 h 19773"/>
                          <a:gd name="connsiteX5" fmla="*/ 29052 w 32671"/>
                          <a:gd name="connsiteY5" fmla="*/ 19773 h 19773"/>
                          <a:gd name="connsiteX6" fmla="*/ 6764 w 32671"/>
                          <a:gd name="connsiteY6" fmla="*/ 13391 h 19773"/>
                          <a:gd name="connsiteX7" fmla="*/ 96 w 32671"/>
                          <a:gd name="connsiteY7" fmla="*/ 5009 h 1977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32671" h="19773">
                            <a:moveTo>
                              <a:pt x="96" y="5009"/>
                            </a:moveTo>
                            <a:lnTo>
                              <a:pt x="96" y="4914"/>
                            </a:lnTo>
                            <a:cubicBezTo>
                              <a:pt x="953" y="1580"/>
                              <a:pt x="5145" y="-610"/>
                              <a:pt x="9812" y="152"/>
                            </a:cubicBezTo>
                            <a:lnTo>
                              <a:pt x="32672" y="4247"/>
                            </a:lnTo>
                            <a:cubicBezTo>
                              <a:pt x="32672" y="4247"/>
                              <a:pt x="32005" y="8153"/>
                              <a:pt x="31053" y="12058"/>
                            </a:cubicBezTo>
                            <a:cubicBezTo>
                              <a:pt x="30291" y="15963"/>
                              <a:pt x="29052" y="19773"/>
                              <a:pt x="29052" y="19773"/>
                            </a:cubicBezTo>
                            <a:lnTo>
                              <a:pt x="6764" y="13391"/>
                            </a:lnTo>
                            <a:cubicBezTo>
                              <a:pt x="2287" y="12153"/>
                              <a:pt x="-570" y="8438"/>
                              <a:pt x="96" y="5009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51" name="îSļiḋe">
                        <a:extLst>
                          <a:ext uri="{FF2B5EF4-FFF2-40B4-BE49-F238E27FC236}">
                            <a16:creationId xmlns:a16="http://schemas.microsoft.com/office/drawing/2014/main" id="{450725CA-17F4-8148-351D-6D6CEC3066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69518" y="2731079"/>
                        <a:ext cx="76676" cy="50465"/>
                      </a:xfrm>
                      <a:custGeom>
                        <a:avLst/>
                        <a:gdLst>
                          <a:gd name="connsiteX0" fmla="*/ 263 w 76676"/>
                          <a:gd name="connsiteY0" fmla="*/ 11549 h 50465"/>
                          <a:gd name="connsiteX1" fmla="*/ 358 w 76676"/>
                          <a:gd name="connsiteY1" fmla="*/ 11358 h 50465"/>
                          <a:gd name="connsiteX2" fmla="*/ 16646 w 76676"/>
                          <a:gd name="connsiteY2" fmla="*/ 405 h 50465"/>
                          <a:gd name="connsiteX3" fmla="*/ 38839 w 76676"/>
                          <a:gd name="connsiteY3" fmla="*/ 500 h 50465"/>
                          <a:gd name="connsiteX4" fmla="*/ 61127 w 76676"/>
                          <a:gd name="connsiteY4" fmla="*/ 24 h 50465"/>
                          <a:gd name="connsiteX5" fmla="*/ 76272 w 76676"/>
                          <a:gd name="connsiteY5" fmla="*/ 21360 h 50465"/>
                          <a:gd name="connsiteX6" fmla="*/ 74653 w 76676"/>
                          <a:gd name="connsiteY6" fmla="*/ 28599 h 50465"/>
                          <a:gd name="connsiteX7" fmla="*/ 72939 w 76676"/>
                          <a:gd name="connsiteY7" fmla="*/ 35838 h 50465"/>
                          <a:gd name="connsiteX8" fmla="*/ 49697 w 76676"/>
                          <a:gd name="connsiteY8" fmla="*/ 48696 h 50465"/>
                          <a:gd name="connsiteX9" fmla="*/ 30076 w 76676"/>
                          <a:gd name="connsiteY9" fmla="*/ 38219 h 50465"/>
                          <a:gd name="connsiteX10" fmla="*/ 10169 w 76676"/>
                          <a:gd name="connsiteY10" fmla="*/ 28503 h 50465"/>
                          <a:gd name="connsiteX11" fmla="*/ 263 w 76676"/>
                          <a:gd name="connsiteY11" fmla="*/ 11549 h 5046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76676" h="50465">
                            <a:moveTo>
                              <a:pt x="263" y="11549"/>
                            </a:moveTo>
                            <a:lnTo>
                              <a:pt x="358" y="11358"/>
                            </a:lnTo>
                            <a:cubicBezTo>
                              <a:pt x="1977" y="5072"/>
                              <a:pt x="8454" y="309"/>
                              <a:pt x="16646" y="405"/>
                            </a:cubicBezTo>
                            <a:cubicBezTo>
                              <a:pt x="16646" y="405"/>
                              <a:pt x="27695" y="690"/>
                              <a:pt x="38839" y="500"/>
                            </a:cubicBezTo>
                            <a:cubicBezTo>
                              <a:pt x="49983" y="405"/>
                              <a:pt x="61127" y="24"/>
                              <a:pt x="61127" y="24"/>
                            </a:cubicBezTo>
                            <a:cubicBezTo>
                              <a:pt x="70843" y="-548"/>
                              <a:pt x="78558" y="9358"/>
                              <a:pt x="76272" y="21360"/>
                            </a:cubicBezTo>
                            <a:cubicBezTo>
                              <a:pt x="76272" y="21360"/>
                              <a:pt x="75510" y="24979"/>
                              <a:pt x="74653" y="28599"/>
                            </a:cubicBezTo>
                            <a:cubicBezTo>
                              <a:pt x="73796" y="32218"/>
                              <a:pt x="72939" y="35838"/>
                              <a:pt x="72939" y="35838"/>
                            </a:cubicBezTo>
                            <a:cubicBezTo>
                              <a:pt x="69700" y="47839"/>
                              <a:pt x="58175" y="53649"/>
                              <a:pt x="49697" y="48696"/>
                            </a:cubicBezTo>
                            <a:cubicBezTo>
                              <a:pt x="49697" y="48696"/>
                              <a:pt x="39982" y="43267"/>
                              <a:pt x="30076" y="38219"/>
                            </a:cubicBezTo>
                            <a:cubicBezTo>
                              <a:pt x="20170" y="33171"/>
                              <a:pt x="10169" y="28503"/>
                              <a:pt x="10169" y="28503"/>
                            </a:cubicBezTo>
                            <a:cubicBezTo>
                              <a:pt x="2739" y="24884"/>
                              <a:pt x="-1071" y="17931"/>
                              <a:pt x="263" y="11549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52" name="ï$ļïḑê">
                        <a:extLst>
                          <a:ext uri="{FF2B5EF4-FFF2-40B4-BE49-F238E27FC236}">
                            <a16:creationId xmlns:a16="http://schemas.microsoft.com/office/drawing/2014/main" id="{4ABF5C9D-57E5-19CD-7882-49CC2A79E6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4072" y="2738671"/>
                        <a:ext cx="13573" cy="15509"/>
                      </a:xfrm>
                      <a:custGeom>
                        <a:avLst/>
                        <a:gdLst>
                          <a:gd name="connsiteX0" fmla="*/ 5240 w 13573"/>
                          <a:gd name="connsiteY0" fmla="*/ 15387 h 15509"/>
                          <a:gd name="connsiteX1" fmla="*/ 96 w 13573"/>
                          <a:gd name="connsiteY1" fmla="*/ 6529 h 15509"/>
                          <a:gd name="connsiteX2" fmla="*/ 8097 w 13573"/>
                          <a:gd name="connsiteY2" fmla="*/ 52 h 15509"/>
                          <a:gd name="connsiteX3" fmla="*/ 13431 w 13573"/>
                          <a:gd name="connsiteY3" fmla="*/ 8910 h 15509"/>
                          <a:gd name="connsiteX4" fmla="*/ 5240 w 13573"/>
                          <a:gd name="connsiteY4" fmla="*/ 15387 h 155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573" h="15509">
                            <a:moveTo>
                              <a:pt x="5240" y="15387"/>
                            </a:moveTo>
                            <a:cubicBezTo>
                              <a:pt x="1525" y="14530"/>
                              <a:pt x="-475" y="10625"/>
                              <a:pt x="96" y="6529"/>
                            </a:cubicBezTo>
                            <a:cubicBezTo>
                              <a:pt x="763" y="2433"/>
                              <a:pt x="4383" y="-424"/>
                              <a:pt x="8097" y="52"/>
                            </a:cubicBezTo>
                            <a:cubicBezTo>
                              <a:pt x="11812" y="528"/>
                              <a:pt x="14193" y="4529"/>
                              <a:pt x="13431" y="8910"/>
                            </a:cubicBezTo>
                            <a:cubicBezTo>
                              <a:pt x="12765" y="13292"/>
                              <a:pt x="8764" y="16149"/>
                              <a:pt x="5240" y="15387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53" name="ï$ľiḋe">
                        <a:extLst>
                          <a:ext uri="{FF2B5EF4-FFF2-40B4-BE49-F238E27FC236}">
                            <a16:creationId xmlns:a16="http://schemas.microsoft.com/office/drawing/2014/main" id="{02DD13BB-CC3A-2A20-660F-1E6E038196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7243" y="2742401"/>
                        <a:ext cx="6995" cy="8000"/>
                      </a:xfrm>
                      <a:custGeom>
                        <a:avLst/>
                        <a:gdLst>
                          <a:gd name="connsiteX0" fmla="*/ 2831 w 6995"/>
                          <a:gd name="connsiteY0" fmla="*/ 7942 h 8000"/>
                          <a:gd name="connsiteX1" fmla="*/ 69 w 6995"/>
                          <a:gd name="connsiteY1" fmla="*/ 3370 h 8000"/>
                          <a:gd name="connsiteX2" fmla="*/ 4165 w 6995"/>
                          <a:gd name="connsiteY2" fmla="*/ 36 h 8000"/>
                          <a:gd name="connsiteX3" fmla="*/ 6927 w 6995"/>
                          <a:gd name="connsiteY3" fmla="*/ 4608 h 8000"/>
                          <a:gd name="connsiteX4" fmla="*/ 2831 w 6995"/>
                          <a:gd name="connsiteY4" fmla="*/ 7942 h 80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995" h="8000">
                            <a:moveTo>
                              <a:pt x="2831" y="7942"/>
                            </a:moveTo>
                            <a:cubicBezTo>
                              <a:pt x="926" y="7561"/>
                              <a:pt x="-312" y="5466"/>
                              <a:pt x="69" y="3370"/>
                            </a:cubicBezTo>
                            <a:cubicBezTo>
                              <a:pt x="450" y="1179"/>
                              <a:pt x="2260" y="-249"/>
                              <a:pt x="4165" y="36"/>
                            </a:cubicBezTo>
                            <a:cubicBezTo>
                              <a:pt x="6070" y="322"/>
                              <a:pt x="7308" y="2418"/>
                              <a:pt x="6927" y="4608"/>
                            </a:cubicBezTo>
                            <a:cubicBezTo>
                              <a:pt x="6641" y="6799"/>
                              <a:pt x="4831" y="8323"/>
                              <a:pt x="2831" y="7942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1" name="ïṩḷíďe">
                      <a:extLst>
                        <a:ext uri="{FF2B5EF4-FFF2-40B4-BE49-F238E27FC236}">
                          <a16:creationId xmlns:a16="http://schemas.microsoft.com/office/drawing/2014/main" id="{BB445195-ABB6-9D8B-1327-18D2071813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43871" y="2768569"/>
                      <a:ext cx="85286" cy="67661"/>
                      <a:chOff x="5843871" y="2768569"/>
                      <a:chExt cx="85286" cy="67661"/>
                    </a:xfrm>
                  </p:grpSpPr>
                  <p:sp>
                    <p:nvSpPr>
                      <p:cNvPr id="544" name="îşḻîḑé">
                        <a:extLst>
                          <a:ext uri="{FF2B5EF4-FFF2-40B4-BE49-F238E27FC236}">
                            <a16:creationId xmlns:a16="http://schemas.microsoft.com/office/drawing/2014/main" id="{0BEB2311-C034-CF5D-A717-DDF18A5333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6626" y="2768569"/>
                        <a:ext cx="72531" cy="67661"/>
                      </a:xfrm>
                      <a:custGeom>
                        <a:avLst/>
                        <a:gdLst>
                          <a:gd name="connsiteX0" fmla="*/ 2296 w 72531"/>
                          <a:gd name="connsiteY0" fmla="*/ 18922 h 67661"/>
                          <a:gd name="connsiteX1" fmla="*/ 3344 w 72531"/>
                          <a:gd name="connsiteY1" fmla="*/ 17303 h 67661"/>
                          <a:gd name="connsiteX2" fmla="*/ 5630 w 72531"/>
                          <a:gd name="connsiteY2" fmla="*/ 13588 h 67661"/>
                          <a:gd name="connsiteX3" fmla="*/ 8964 w 72531"/>
                          <a:gd name="connsiteY3" fmla="*/ 7587 h 67661"/>
                          <a:gd name="connsiteX4" fmla="*/ 29442 w 72531"/>
                          <a:gd name="connsiteY4" fmla="*/ 1205 h 67661"/>
                          <a:gd name="connsiteX5" fmla="*/ 63542 w 72531"/>
                          <a:gd name="connsiteY5" fmla="*/ 14540 h 67661"/>
                          <a:gd name="connsiteX6" fmla="*/ 70019 w 72531"/>
                          <a:gd name="connsiteY6" fmla="*/ 39305 h 67661"/>
                          <a:gd name="connsiteX7" fmla="*/ 64875 w 72531"/>
                          <a:gd name="connsiteY7" fmla="*/ 48640 h 67661"/>
                          <a:gd name="connsiteX8" fmla="*/ 60684 w 72531"/>
                          <a:gd name="connsiteY8" fmla="*/ 55403 h 67661"/>
                          <a:gd name="connsiteX9" fmla="*/ 58589 w 72531"/>
                          <a:gd name="connsiteY9" fmla="*/ 58546 h 67661"/>
                          <a:gd name="connsiteX10" fmla="*/ 33633 w 72531"/>
                          <a:gd name="connsiteY10" fmla="*/ 64165 h 67661"/>
                          <a:gd name="connsiteX11" fmla="*/ 6106 w 72531"/>
                          <a:gd name="connsiteY11" fmla="*/ 40067 h 67661"/>
                          <a:gd name="connsiteX12" fmla="*/ 2296 w 72531"/>
                          <a:gd name="connsiteY12" fmla="*/ 18922 h 676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72531" h="67661">
                            <a:moveTo>
                              <a:pt x="2296" y="18922"/>
                            </a:moveTo>
                            <a:cubicBezTo>
                              <a:pt x="2296" y="18922"/>
                              <a:pt x="2677" y="18255"/>
                              <a:pt x="3344" y="17303"/>
                            </a:cubicBezTo>
                            <a:cubicBezTo>
                              <a:pt x="3915" y="16350"/>
                              <a:pt x="4773" y="15207"/>
                              <a:pt x="5630" y="13588"/>
                            </a:cubicBezTo>
                            <a:cubicBezTo>
                              <a:pt x="7249" y="10635"/>
                              <a:pt x="8964" y="7587"/>
                              <a:pt x="8964" y="7587"/>
                            </a:cubicBezTo>
                            <a:cubicBezTo>
                              <a:pt x="12202" y="1110"/>
                              <a:pt x="21251" y="-1843"/>
                              <a:pt x="29442" y="1205"/>
                            </a:cubicBezTo>
                            <a:lnTo>
                              <a:pt x="63542" y="14540"/>
                            </a:lnTo>
                            <a:cubicBezTo>
                              <a:pt x="71924" y="17588"/>
                              <a:pt x="75258" y="28828"/>
                              <a:pt x="70019" y="39305"/>
                            </a:cubicBezTo>
                            <a:cubicBezTo>
                              <a:pt x="70019" y="39305"/>
                              <a:pt x="67447" y="43973"/>
                              <a:pt x="64875" y="48640"/>
                            </a:cubicBezTo>
                            <a:cubicBezTo>
                              <a:pt x="63732" y="50831"/>
                              <a:pt x="61827" y="53593"/>
                              <a:pt x="60684" y="55403"/>
                            </a:cubicBezTo>
                            <a:cubicBezTo>
                              <a:pt x="59446" y="57307"/>
                              <a:pt x="58589" y="58546"/>
                              <a:pt x="58589" y="58546"/>
                            </a:cubicBezTo>
                            <a:cubicBezTo>
                              <a:pt x="51255" y="68833"/>
                              <a:pt x="40206" y="69976"/>
                              <a:pt x="33633" y="64165"/>
                            </a:cubicBezTo>
                            <a:lnTo>
                              <a:pt x="6106" y="40067"/>
                            </a:lnTo>
                            <a:cubicBezTo>
                              <a:pt x="-657" y="34067"/>
                              <a:pt x="-1609" y="24446"/>
                              <a:pt x="2296" y="18922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45" name="îšliḍé">
                        <a:extLst>
                          <a:ext uri="{FF2B5EF4-FFF2-40B4-BE49-F238E27FC236}">
                            <a16:creationId xmlns:a16="http://schemas.microsoft.com/office/drawing/2014/main" id="{B73A97B7-3B50-B7AB-528E-DAFF8DD01B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3871" y="2769052"/>
                        <a:ext cx="31720" cy="25010"/>
                      </a:xfrm>
                      <a:custGeom>
                        <a:avLst/>
                        <a:gdLst>
                          <a:gd name="connsiteX0" fmla="*/ 478 w 31720"/>
                          <a:gd name="connsiteY0" fmla="*/ 2627 h 25010"/>
                          <a:gd name="connsiteX1" fmla="*/ 574 w 31720"/>
                          <a:gd name="connsiteY1" fmla="*/ 2532 h 25010"/>
                          <a:gd name="connsiteX2" fmla="*/ 11051 w 31720"/>
                          <a:gd name="connsiteY2" fmla="*/ 1294 h 25010"/>
                          <a:gd name="connsiteX3" fmla="*/ 31720 w 31720"/>
                          <a:gd name="connsiteY3" fmla="*/ 11867 h 25010"/>
                          <a:gd name="connsiteX4" fmla="*/ 27910 w 31720"/>
                          <a:gd name="connsiteY4" fmla="*/ 18724 h 25010"/>
                          <a:gd name="connsiteX5" fmla="*/ 23910 w 31720"/>
                          <a:gd name="connsiteY5" fmla="*/ 25011 h 25010"/>
                          <a:gd name="connsiteX6" fmla="*/ 4955 w 31720"/>
                          <a:gd name="connsiteY6" fmla="*/ 11581 h 25010"/>
                          <a:gd name="connsiteX7" fmla="*/ 478 w 31720"/>
                          <a:gd name="connsiteY7" fmla="*/ 2627 h 25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31720" h="25010">
                            <a:moveTo>
                              <a:pt x="478" y="2627"/>
                            </a:moveTo>
                            <a:lnTo>
                              <a:pt x="574" y="2532"/>
                            </a:lnTo>
                            <a:cubicBezTo>
                              <a:pt x="2098" y="-326"/>
                              <a:pt x="6765" y="-802"/>
                              <a:pt x="11051" y="1294"/>
                            </a:cubicBezTo>
                            <a:lnTo>
                              <a:pt x="31720" y="11867"/>
                            </a:lnTo>
                            <a:cubicBezTo>
                              <a:pt x="31720" y="11867"/>
                              <a:pt x="29815" y="15296"/>
                              <a:pt x="27910" y="18724"/>
                            </a:cubicBezTo>
                            <a:cubicBezTo>
                              <a:pt x="26005" y="22153"/>
                              <a:pt x="23910" y="25011"/>
                              <a:pt x="23910" y="25011"/>
                            </a:cubicBezTo>
                            <a:lnTo>
                              <a:pt x="4955" y="11581"/>
                            </a:lnTo>
                            <a:cubicBezTo>
                              <a:pt x="1240" y="8628"/>
                              <a:pt x="-1046" y="5199"/>
                              <a:pt x="478" y="2627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46" name="íSļïḑe">
                        <a:extLst>
                          <a:ext uri="{FF2B5EF4-FFF2-40B4-BE49-F238E27FC236}">
                            <a16:creationId xmlns:a16="http://schemas.microsoft.com/office/drawing/2014/main" id="{BC4E2598-DE2C-ACF0-FFA2-E78B05B727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4500" y="2772035"/>
                        <a:ext cx="73575" cy="61954"/>
                      </a:xfrm>
                      <a:custGeom>
                        <a:avLst/>
                        <a:gdLst>
                          <a:gd name="connsiteX0" fmla="*/ 1279 w 73575"/>
                          <a:gd name="connsiteY0" fmla="*/ 6407 h 61954"/>
                          <a:gd name="connsiteX1" fmla="*/ 1374 w 73575"/>
                          <a:gd name="connsiteY1" fmla="*/ 6217 h 61954"/>
                          <a:gd name="connsiteX2" fmla="*/ 19853 w 73575"/>
                          <a:gd name="connsiteY2" fmla="*/ 883 h 61954"/>
                          <a:gd name="connsiteX3" fmla="*/ 41189 w 73575"/>
                          <a:gd name="connsiteY3" fmla="*/ 7264 h 61954"/>
                          <a:gd name="connsiteX4" fmla="*/ 62811 w 73575"/>
                          <a:gd name="connsiteY4" fmla="*/ 12884 h 61954"/>
                          <a:gd name="connsiteX5" fmla="*/ 70812 w 73575"/>
                          <a:gd name="connsiteY5" fmla="*/ 38316 h 61954"/>
                          <a:gd name="connsiteX6" fmla="*/ 67002 w 73575"/>
                          <a:gd name="connsiteY6" fmla="*/ 45079 h 61954"/>
                          <a:gd name="connsiteX7" fmla="*/ 64049 w 73575"/>
                          <a:gd name="connsiteY7" fmla="*/ 49936 h 61954"/>
                          <a:gd name="connsiteX8" fmla="*/ 62525 w 73575"/>
                          <a:gd name="connsiteY8" fmla="*/ 52222 h 61954"/>
                          <a:gd name="connsiteX9" fmla="*/ 35855 w 73575"/>
                          <a:gd name="connsiteY9" fmla="*/ 57175 h 61954"/>
                          <a:gd name="connsiteX10" fmla="*/ 20996 w 73575"/>
                          <a:gd name="connsiteY10" fmla="*/ 40602 h 61954"/>
                          <a:gd name="connsiteX11" fmla="*/ 5661 w 73575"/>
                          <a:gd name="connsiteY11" fmla="*/ 24505 h 61954"/>
                          <a:gd name="connsiteX12" fmla="*/ 1279 w 73575"/>
                          <a:gd name="connsiteY12" fmla="*/ 6407 h 6195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73575" h="61954">
                            <a:moveTo>
                              <a:pt x="1279" y="6407"/>
                            </a:moveTo>
                            <a:lnTo>
                              <a:pt x="1374" y="6217"/>
                            </a:lnTo>
                            <a:cubicBezTo>
                              <a:pt x="4518" y="883"/>
                              <a:pt x="12138" y="-1403"/>
                              <a:pt x="19853" y="883"/>
                            </a:cubicBezTo>
                            <a:cubicBezTo>
                              <a:pt x="19853" y="883"/>
                              <a:pt x="30426" y="4312"/>
                              <a:pt x="41189" y="7264"/>
                            </a:cubicBezTo>
                            <a:cubicBezTo>
                              <a:pt x="51952" y="10312"/>
                              <a:pt x="62811" y="12884"/>
                              <a:pt x="62811" y="12884"/>
                            </a:cubicBezTo>
                            <a:cubicBezTo>
                              <a:pt x="72336" y="14884"/>
                              <a:pt x="76908" y="26981"/>
                              <a:pt x="70812" y="38316"/>
                            </a:cubicBezTo>
                            <a:cubicBezTo>
                              <a:pt x="70812" y="38316"/>
                              <a:pt x="68907" y="41745"/>
                              <a:pt x="67002" y="45079"/>
                            </a:cubicBezTo>
                            <a:cubicBezTo>
                              <a:pt x="66144" y="46698"/>
                              <a:pt x="65001" y="48508"/>
                              <a:pt x="64049" y="49936"/>
                            </a:cubicBezTo>
                            <a:cubicBezTo>
                              <a:pt x="63192" y="51270"/>
                              <a:pt x="62525" y="52222"/>
                              <a:pt x="62525" y="52222"/>
                            </a:cubicBezTo>
                            <a:cubicBezTo>
                              <a:pt x="54524" y="63938"/>
                              <a:pt x="42141" y="64414"/>
                              <a:pt x="35855" y="57175"/>
                            </a:cubicBezTo>
                            <a:cubicBezTo>
                              <a:pt x="35855" y="57175"/>
                              <a:pt x="28616" y="48793"/>
                              <a:pt x="20996" y="40602"/>
                            </a:cubicBezTo>
                            <a:cubicBezTo>
                              <a:pt x="13471" y="32410"/>
                              <a:pt x="5661" y="24505"/>
                              <a:pt x="5661" y="24505"/>
                            </a:cubicBezTo>
                            <a:cubicBezTo>
                              <a:pt x="136" y="18694"/>
                              <a:pt x="-1388" y="11074"/>
                              <a:pt x="1279" y="6407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47" name="îṧlíḓê">
                        <a:extLst>
                          <a:ext uri="{FF2B5EF4-FFF2-40B4-BE49-F238E27FC236}">
                            <a16:creationId xmlns:a16="http://schemas.microsoft.com/office/drawing/2014/main" id="{3DDCBB16-30D7-F1EC-A099-4C38EC84B1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05815" y="2792299"/>
                        <a:ext cx="14258" cy="15683"/>
                      </a:xfrm>
                      <a:custGeom>
                        <a:avLst/>
                        <a:gdLst>
                          <a:gd name="connsiteX0" fmla="*/ 3209 w 14258"/>
                          <a:gd name="connsiteY0" fmla="*/ 14909 h 15683"/>
                          <a:gd name="connsiteX1" fmla="*/ 1114 w 14258"/>
                          <a:gd name="connsiteY1" fmla="*/ 4717 h 15683"/>
                          <a:gd name="connsiteX2" fmla="*/ 10639 w 14258"/>
                          <a:gd name="connsiteY2" fmla="*/ 526 h 15683"/>
                          <a:gd name="connsiteX3" fmla="*/ 13210 w 14258"/>
                          <a:gd name="connsiteY3" fmla="*/ 10908 h 15683"/>
                          <a:gd name="connsiteX4" fmla="*/ 3209 w 14258"/>
                          <a:gd name="connsiteY4" fmla="*/ 14909 h 156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4258" h="15683">
                            <a:moveTo>
                              <a:pt x="3209" y="14909"/>
                            </a:moveTo>
                            <a:cubicBezTo>
                              <a:pt x="-29" y="13004"/>
                              <a:pt x="-982" y="8432"/>
                              <a:pt x="1114" y="4717"/>
                            </a:cubicBezTo>
                            <a:cubicBezTo>
                              <a:pt x="3114" y="907"/>
                              <a:pt x="7114" y="-998"/>
                              <a:pt x="10639" y="526"/>
                            </a:cubicBezTo>
                            <a:cubicBezTo>
                              <a:pt x="13972" y="2050"/>
                              <a:pt x="15401" y="6717"/>
                              <a:pt x="13210" y="10908"/>
                            </a:cubicBezTo>
                            <a:cubicBezTo>
                              <a:pt x="10829" y="15099"/>
                              <a:pt x="6448" y="16814"/>
                              <a:pt x="3209" y="14909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48" name="ïṡļíďe">
                        <a:extLst>
                          <a:ext uri="{FF2B5EF4-FFF2-40B4-BE49-F238E27FC236}">
                            <a16:creationId xmlns:a16="http://schemas.microsoft.com/office/drawing/2014/main" id="{284C78A5-894E-E833-75A9-14C69C164C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09233" y="2796129"/>
                        <a:ext cx="7354" cy="8036"/>
                      </a:xfrm>
                      <a:custGeom>
                        <a:avLst/>
                        <a:gdLst>
                          <a:gd name="connsiteX0" fmla="*/ 1696 w 7354"/>
                          <a:gd name="connsiteY0" fmla="*/ 7650 h 8036"/>
                          <a:gd name="connsiteX1" fmla="*/ 552 w 7354"/>
                          <a:gd name="connsiteY1" fmla="*/ 2411 h 8036"/>
                          <a:gd name="connsiteX2" fmla="*/ 5505 w 7354"/>
                          <a:gd name="connsiteY2" fmla="*/ 315 h 8036"/>
                          <a:gd name="connsiteX3" fmla="*/ 6744 w 7354"/>
                          <a:gd name="connsiteY3" fmla="*/ 5649 h 8036"/>
                          <a:gd name="connsiteX4" fmla="*/ 1696 w 7354"/>
                          <a:gd name="connsiteY4" fmla="*/ 7650 h 80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354" h="8036">
                            <a:moveTo>
                              <a:pt x="1696" y="7650"/>
                            </a:moveTo>
                            <a:cubicBezTo>
                              <a:pt x="-19" y="6697"/>
                              <a:pt x="-495" y="4316"/>
                              <a:pt x="552" y="2411"/>
                            </a:cubicBezTo>
                            <a:cubicBezTo>
                              <a:pt x="1696" y="411"/>
                              <a:pt x="3696" y="-542"/>
                              <a:pt x="5505" y="315"/>
                            </a:cubicBezTo>
                            <a:cubicBezTo>
                              <a:pt x="7220" y="1173"/>
                              <a:pt x="7982" y="3554"/>
                              <a:pt x="6744" y="5649"/>
                            </a:cubicBezTo>
                            <a:cubicBezTo>
                              <a:pt x="5601" y="7745"/>
                              <a:pt x="3315" y="8602"/>
                              <a:pt x="1696" y="7650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2" name="îś1íḑè">
                      <a:extLst>
                        <a:ext uri="{FF2B5EF4-FFF2-40B4-BE49-F238E27FC236}">
                          <a16:creationId xmlns:a16="http://schemas.microsoft.com/office/drawing/2014/main" id="{AB90582C-58D0-04A8-BAEE-4EA3A0F627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17785" y="2797490"/>
                      <a:ext cx="77310" cy="75930"/>
                      <a:chOff x="5817785" y="2797490"/>
                      <a:chExt cx="77310" cy="75930"/>
                    </a:xfrm>
                  </p:grpSpPr>
                  <p:sp>
                    <p:nvSpPr>
                      <p:cNvPr id="539" name="íṡļiḍé">
                        <a:extLst>
                          <a:ext uri="{FF2B5EF4-FFF2-40B4-BE49-F238E27FC236}">
                            <a16:creationId xmlns:a16="http://schemas.microsoft.com/office/drawing/2014/main" id="{811C47FC-CEAA-C9C0-DE07-BAD26DBA67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4549" y="2804290"/>
                        <a:ext cx="70546" cy="69130"/>
                      </a:xfrm>
                      <a:custGeom>
                        <a:avLst/>
                        <a:gdLst>
                          <a:gd name="connsiteX0" fmla="*/ 4751 w 70546"/>
                          <a:gd name="connsiteY0" fmla="*/ 15872 h 69130"/>
                          <a:gd name="connsiteX1" fmla="*/ 15895 w 70546"/>
                          <a:gd name="connsiteY1" fmla="*/ 4537 h 69130"/>
                          <a:gd name="connsiteX2" fmla="*/ 38088 w 70546"/>
                          <a:gd name="connsiteY2" fmla="*/ 4251 h 69130"/>
                          <a:gd name="connsiteX3" fmla="*/ 65615 w 70546"/>
                          <a:gd name="connsiteY3" fmla="*/ 28349 h 69130"/>
                          <a:gd name="connsiteX4" fmla="*/ 65330 w 70546"/>
                          <a:gd name="connsiteY4" fmla="*/ 52353 h 69130"/>
                          <a:gd name="connsiteX5" fmla="*/ 53328 w 70546"/>
                          <a:gd name="connsiteY5" fmla="*/ 64544 h 69130"/>
                          <a:gd name="connsiteX6" fmla="*/ 30849 w 70546"/>
                          <a:gd name="connsiteY6" fmla="*/ 64354 h 69130"/>
                          <a:gd name="connsiteX7" fmla="*/ 4751 w 70546"/>
                          <a:gd name="connsiteY7" fmla="*/ 38636 h 69130"/>
                          <a:gd name="connsiteX8" fmla="*/ 4751 w 70546"/>
                          <a:gd name="connsiteY8" fmla="*/ 15872 h 691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70546" h="69130">
                            <a:moveTo>
                              <a:pt x="4751" y="15872"/>
                            </a:moveTo>
                            <a:lnTo>
                              <a:pt x="15895" y="4537"/>
                            </a:lnTo>
                            <a:cubicBezTo>
                              <a:pt x="21800" y="-1464"/>
                              <a:pt x="31325" y="-1464"/>
                              <a:pt x="38088" y="4251"/>
                            </a:cubicBezTo>
                            <a:lnTo>
                              <a:pt x="65615" y="28349"/>
                            </a:lnTo>
                            <a:cubicBezTo>
                              <a:pt x="72378" y="34065"/>
                              <a:pt x="72092" y="45494"/>
                              <a:pt x="65330" y="52353"/>
                            </a:cubicBezTo>
                            <a:lnTo>
                              <a:pt x="53328" y="64544"/>
                            </a:lnTo>
                            <a:cubicBezTo>
                              <a:pt x="47042" y="70831"/>
                              <a:pt x="37231" y="70545"/>
                              <a:pt x="30849" y="64354"/>
                            </a:cubicBezTo>
                            <a:lnTo>
                              <a:pt x="4751" y="38636"/>
                            </a:lnTo>
                            <a:cubicBezTo>
                              <a:pt x="-1631" y="32445"/>
                              <a:pt x="-1536" y="22158"/>
                              <a:pt x="4751" y="15872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40" name="íṧḷîďè">
                        <a:extLst>
                          <a:ext uri="{FF2B5EF4-FFF2-40B4-BE49-F238E27FC236}">
                            <a16:creationId xmlns:a16="http://schemas.microsoft.com/office/drawing/2014/main" id="{61E8E240-CA81-4C28-2C22-197642D4DF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7785" y="2797490"/>
                        <a:ext cx="30850" cy="30767"/>
                      </a:xfrm>
                      <a:custGeom>
                        <a:avLst/>
                        <a:gdLst>
                          <a:gd name="connsiteX0" fmla="*/ 2370 w 30850"/>
                          <a:gd name="connsiteY0" fmla="*/ 2383 h 30767"/>
                          <a:gd name="connsiteX1" fmla="*/ 2466 w 30850"/>
                          <a:gd name="connsiteY1" fmla="*/ 2288 h 30767"/>
                          <a:gd name="connsiteX2" fmla="*/ 14181 w 30850"/>
                          <a:gd name="connsiteY2" fmla="*/ 2574 h 30767"/>
                          <a:gd name="connsiteX3" fmla="*/ 30850 w 30850"/>
                          <a:gd name="connsiteY3" fmla="*/ 18671 h 30767"/>
                          <a:gd name="connsiteX4" fmla="*/ 18944 w 30850"/>
                          <a:gd name="connsiteY4" fmla="*/ 30768 h 30767"/>
                          <a:gd name="connsiteX5" fmla="*/ 2561 w 30850"/>
                          <a:gd name="connsiteY5" fmla="*/ 14385 h 30767"/>
                          <a:gd name="connsiteX6" fmla="*/ 2370 w 30850"/>
                          <a:gd name="connsiteY6" fmla="*/ 2383 h 3076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0850" h="30767">
                            <a:moveTo>
                              <a:pt x="2370" y="2383"/>
                            </a:moveTo>
                            <a:lnTo>
                              <a:pt x="2466" y="2288"/>
                            </a:lnTo>
                            <a:cubicBezTo>
                              <a:pt x="5609" y="-855"/>
                              <a:pt x="10752" y="-760"/>
                              <a:pt x="14181" y="2574"/>
                            </a:cubicBezTo>
                            <a:lnTo>
                              <a:pt x="30850" y="18671"/>
                            </a:lnTo>
                            <a:lnTo>
                              <a:pt x="18944" y="30768"/>
                            </a:lnTo>
                            <a:lnTo>
                              <a:pt x="2561" y="14385"/>
                            </a:lnTo>
                            <a:cubicBezTo>
                              <a:pt x="-773" y="10956"/>
                              <a:pt x="-868" y="5622"/>
                              <a:pt x="2370" y="2383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41" name="îsḷîďe">
                        <a:extLst>
                          <a:ext uri="{FF2B5EF4-FFF2-40B4-BE49-F238E27FC236}">
                            <a16:creationId xmlns:a16="http://schemas.microsoft.com/office/drawing/2014/main" id="{A85E7E19-16D1-32DE-A890-D66A74E336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4965" y="2804662"/>
                        <a:ext cx="68316" cy="67209"/>
                      </a:xfrm>
                      <a:custGeom>
                        <a:avLst/>
                        <a:gdLst>
                          <a:gd name="connsiteX0" fmla="*/ 4525 w 68316"/>
                          <a:gd name="connsiteY0" fmla="*/ 4641 h 67209"/>
                          <a:gd name="connsiteX1" fmla="*/ 4716 w 68316"/>
                          <a:gd name="connsiteY1" fmla="*/ 4450 h 67209"/>
                          <a:gd name="connsiteX2" fmla="*/ 25290 w 68316"/>
                          <a:gd name="connsiteY2" fmla="*/ 3307 h 67209"/>
                          <a:gd name="connsiteX3" fmla="*/ 43387 w 68316"/>
                          <a:gd name="connsiteY3" fmla="*/ 16166 h 67209"/>
                          <a:gd name="connsiteX4" fmla="*/ 61771 w 68316"/>
                          <a:gd name="connsiteY4" fmla="*/ 28644 h 67209"/>
                          <a:gd name="connsiteX5" fmla="*/ 63104 w 68316"/>
                          <a:gd name="connsiteY5" fmla="*/ 53790 h 67209"/>
                          <a:gd name="connsiteX6" fmla="*/ 54436 w 68316"/>
                          <a:gd name="connsiteY6" fmla="*/ 62553 h 67209"/>
                          <a:gd name="connsiteX7" fmla="*/ 30433 w 68316"/>
                          <a:gd name="connsiteY7" fmla="*/ 60838 h 67209"/>
                          <a:gd name="connsiteX8" fmla="*/ 3192 w 68316"/>
                          <a:gd name="connsiteY8" fmla="*/ 25691 h 67209"/>
                          <a:gd name="connsiteX9" fmla="*/ 4525 w 68316"/>
                          <a:gd name="connsiteY9" fmla="*/ 4641 h 672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68316" h="67209">
                            <a:moveTo>
                              <a:pt x="4525" y="4641"/>
                            </a:moveTo>
                            <a:lnTo>
                              <a:pt x="4716" y="4450"/>
                            </a:lnTo>
                            <a:cubicBezTo>
                              <a:pt x="10145" y="-1074"/>
                              <a:pt x="18718" y="-1455"/>
                              <a:pt x="25290" y="3307"/>
                            </a:cubicBezTo>
                            <a:cubicBezTo>
                              <a:pt x="25290" y="3307"/>
                              <a:pt x="34339" y="9689"/>
                              <a:pt x="43387" y="16166"/>
                            </a:cubicBezTo>
                            <a:cubicBezTo>
                              <a:pt x="52627" y="22453"/>
                              <a:pt x="61771" y="28644"/>
                              <a:pt x="61771" y="28644"/>
                            </a:cubicBezTo>
                            <a:cubicBezTo>
                              <a:pt x="69962" y="33882"/>
                              <a:pt x="70534" y="46265"/>
                              <a:pt x="63104" y="53790"/>
                            </a:cubicBezTo>
                            <a:lnTo>
                              <a:pt x="54436" y="62553"/>
                            </a:lnTo>
                            <a:cubicBezTo>
                              <a:pt x="47483" y="69506"/>
                              <a:pt x="36529" y="68458"/>
                              <a:pt x="30433" y="60838"/>
                            </a:cubicBezTo>
                            <a:lnTo>
                              <a:pt x="3192" y="25691"/>
                            </a:lnTo>
                            <a:cubicBezTo>
                              <a:pt x="-1571" y="19309"/>
                              <a:pt x="-904" y="10165"/>
                              <a:pt x="4525" y="4641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42" name="ïśliḓe">
                        <a:extLst>
                          <a:ext uri="{FF2B5EF4-FFF2-40B4-BE49-F238E27FC236}">
                            <a16:creationId xmlns:a16="http://schemas.microsoft.com/office/drawing/2014/main" id="{4195E1BE-57A4-3501-F21D-5FBF3E40AF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1972" y="2838472"/>
                        <a:ext cx="13835" cy="13828"/>
                      </a:xfrm>
                      <a:custGeom>
                        <a:avLst/>
                        <a:gdLst>
                          <a:gd name="connsiteX0" fmla="*/ 2000 w 13835"/>
                          <a:gd name="connsiteY0" fmla="*/ 11979 h 13828"/>
                          <a:gd name="connsiteX1" fmla="*/ 2000 w 13835"/>
                          <a:gd name="connsiteY1" fmla="*/ 2263 h 13828"/>
                          <a:gd name="connsiteX2" fmla="*/ 11811 w 13835"/>
                          <a:gd name="connsiteY2" fmla="*/ 1692 h 13828"/>
                          <a:gd name="connsiteX3" fmla="*/ 11716 w 13835"/>
                          <a:gd name="connsiteY3" fmla="*/ 11598 h 13828"/>
                          <a:gd name="connsiteX4" fmla="*/ 2000 w 13835"/>
                          <a:gd name="connsiteY4" fmla="*/ 11979 h 138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835" h="13828">
                            <a:moveTo>
                              <a:pt x="2000" y="11979"/>
                            </a:moveTo>
                            <a:cubicBezTo>
                              <a:pt x="-667" y="9312"/>
                              <a:pt x="-667" y="5026"/>
                              <a:pt x="2000" y="2263"/>
                            </a:cubicBezTo>
                            <a:cubicBezTo>
                              <a:pt x="4667" y="-499"/>
                              <a:pt x="9144" y="-785"/>
                              <a:pt x="11811" y="1692"/>
                            </a:cubicBezTo>
                            <a:cubicBezTo>
                              <a:pt x="14573" y="4264"/>
                              <a:pt x="14478" y="8740"/>
                              <a:pt x="11716" y="11598"/>
                            </a:cubicBezTo>
                            <a:cubicBezTo>
                              <a:pt x="9049" y="14455"/>
                              <a:pt x="4667" y="14551"/>
                              <a:pt x="2000" y="11979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43" name="ïśḻiḍe">
                        <a:extLst>
                          <a:ext uri="{FF2B5EF4-FFF2-40B4-BE49-F238E27FC236}">
                            <a16:creationId xmlns:a16="http://schemas.microsoft.com/office/drawing/2014/main" id="{B4CEF729-3D3C-BA9E-3DB4-15FC395824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5317" y="2841740"/>
                        <a:ext cx="7155" cy="7212"/>
                      </a:xfrm>
                      <a:custGeom>
                        <a:avLst/>
                        <a:gdLst>
                          <a:gd name="connsiteX0" fmla="*/ 1036 w 7155"/>
                          <a:gd name="connsiteY0" fmla="*/ 6235 h 7212"/>
                          <a:gd name="connsiteX1" fmla="*/ 1036 w 7155"/>
                          <a:gd name="connsiteY1" fmla="*/ 1186 h 7212"/>
                          <a:gd name="connsiteX2" fmla="*/ 6084 w 7155"/>
                          <a:gd name="connsiteY2" fmla="*/ 901 h 7212"/>
                          <a:gd name="connsiteX3" fmla="*/ 6084 w 7155"/>
                          <a:gd name="connsiteY3" fmla="*/ 6044 h 7212"/>
                          <a:gd name="connsiteX4" fmla="*/ 1036 w 7155"/>
                          <a:gd name="connsiteY4" fmla="*/ 6235 h 72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155" h="7212">
                            <a:moveTo>
                              <a:pt x="1036" y="6235"/>
                            </a:moveTo>
                            <a:cubicBezTo>
                              <a:pt x="-393" y="4901"/>
                              <a:pt x="-297" y="2615"/>
                              <a:pt x="1036" y="1186"/>
                            </a:cubicBezTo>
                            <a:cubicBezTo>
                              <a:pt x="2465" y="-242"/>
                              <a:pt x="4751" y="-433"/>
                              <a:pt x="6084" y="901"/>
                            </a:cubicBezTo>
                            <a:cubicBezTo>
                              <a:pt x="7513" y="2234"/>
                              <a:pt x="7513" y="4520"/>
                              <a:pt x="6084" y="6044"/>
                            </a:cubicBezTo>
                            <a:cubicBezTo>
                              <a:pt x="4656" y="7568"/>
                              <a:pt x="2370" y="7568"/>
                              <a:pt x="1036" y="6235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3" name="îşľiḍè">
                      <a:extLst>
                        <a:ext uri="{FF2B5EF4-FFF2-40B4-BE49-F238E27FC236}">
                          <a16:creationId xmlns:a16="http://schemas.microsoft.com/office/drawing/2014/main" id="{69F255AA-4F72-DD58-A911-E7381E1ED7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82066" y="2832895"/>
                      <a:ext cx="78508" cy="72171"/>
                      <a:chOff x="5782066" y="2832895"/>
                      <a:chExt cx="78508" cy="72171"/>
                    </a:xfrm>
                  </p:grpSpPr>
                  <p:sp>
                    <p:nvSpPr>
                      <p:cNvPr id="534" name="íṩľíďê">
                        <a:extLst>
                          <a:ext uri="{FF2B5EF4-FFF2-40B4-BE49-F238E27FC236}">
                            <a16:creationId xmlns:a16="http://schemas.microsoft.com/office/drawing/2014/main" id="{29D4BB5D-773F-D1BB-E60E-C1435222CC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90516" y="2838467"/>
                        <a:ext cx="70058" cy="66600"/>
                      </a:xfrm>
                      <a:custGeom>
                        <a:avLst/>
                        <a:gdLst>
                          <a:gd name="connsiteX0" fmla="*/ 4112 w 70058"/>
                          <a:gd name="connsiteY0" fmla="*/ 18556 h 66600"/>
                          <a:gd name="connsiteX1" fmla="*/ 9922 w 70058"/>
                          <a:gd name="connsiteY1" fmla="*/ 11794 h 66600"/>
                          <a:gd name="connsiteX2" fmla="*/ 15828 w 70058"/>
                          <a:gd name="connsiteY2" fmla="*/ 5317 h 66600"/>
                          <a:gd name="connsiteX3" fmla="*/ 38878 w 70058"/>
                          <a:gd name="connsiteY3" fmla="*/ 4555 h 66600"/>
                          <a:gd name="connsiteX4" fmla="*/ 64977 w 70058"/>
                          <a:gd name="connsiteY4" fmla="*/ 30272 h 66600"/>
                          <a:gd name="connsiteX5" fmla="*/ 66310 w 70058"/>
                          <a:gd name="connsiteY5" fmla="*/ 52084 h 66600"/>
                          <a:gd name="connsiteX6" fmla="*/ 61548 w 70058"/>
                          <a:gd name="connsiteY6" fmla="*/ 57323 h 66600"/>
                          <a:gd name="connsiteX7" fmla="*/ 57166 w 70058"/>
                          <a:gd name="connsiteY7" fmla="*/ 62467 h 66600"/>
                          <a:gd name="connsiteX8" fmla="*/ 36593 w 70058"/>
                          <a:gd name="connsiteY8" fmla="*/ 62943 h 66600"/>
                          <a:gd name="connsiteX9" fmla="*/ 6493 w 70058"/>
                          <a:gd name="connsiteY9" fmla="*/ 42178 h 66600"/>
                          <a:gd name="connsiteX10" fmla="*/ 4112 w 70058"/>
                          <a:gd name="connsiteY10" fmla="*/ 18556 h 666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70058" h="66600">
                            <a:moveTo>
                              <a:pt x="4112" y="18556"/>
                            </a:moveTo>
                            <a:cubicBezTo>
                              <a:pt x="4112" y="18556"/>
                              <a:pt x="6970" y="15127"/>
                              <a:pt x="9922" y="11794"/>
                            </a:cubicBezTo>
                            <a:cubicBezTo>
                              <a:pt x="12875" y="8555"/>
                              <a:pt x="15828" y="5317"/>
                              <a:pt x="15828" y="5317"/>
                            </a:cubicBezTo>
                            <a:cubicBezTo>
                              <a:pt x="22210" y="-1541"/>
                              <a:pt x="32592" y="-1732"/>
                              <a:pt x="38878" y="4555"/>
                            </a:cubicBezTo>
                            <a:lnTo>
                              <a:pt x="64977" y="30272"/>
                            </a:lnTo>
                            <a:cubicBezTo>
                              <a:pt x="71359" y="36559"/>
                              <a:pt x="71644" y="46465"/>
                              <a:pt x="66310" y="52084"/>
                            </a:cubicBezTo>
                            <a:cubicBezTo>
                              <a:pt x="66310" y="52084"/>
                              <a:pt x="63929" y="54656"/>
                              <a:pt x="61548" y="57323"/>
                            </a:cubicBezTo>
                            <a:cubicBezTo>
                              <a:pt x="59262" y="59895"/>
                              <a:pt x="57166" y="62467"/>
                              <a:pt x="57166" y="62467"/>
                            </a:cubicBezTo>
                            <a:cubicBezTo>
                              <a:pt x="52594" y="67896"/>
                              <a:pt x="44022" y="67896"/>
                              <a:pt x="36593" y="62943"/>
                            </a:cubicBezTo>
                            <a:lnTo>
                              <a:pt x="6493" y="42178"/>
                            </a:lnTo>
                            <a:cubicBezTo>
                              <a:pt x="-1031" y="37130"/>
                              <a:pt x="-2269" y="26081"/>
                              <a:pt x="4112" y="18556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 dirty="0"/>
                      </a:p>
                    </p:txBody>
                  </p:sp>
                  <p:sp>
                    <p:nvSpPr>
                      <p:cNvPr id="535" name="isļíḓê">
                        <a:extLst>
                          <a:ext uri="{FF2B5EF4-FFF2-40B4-BE49-F238E27FC236}">
                            <a16:creationId xmlns:a16="http://schemas.microsoft.com/office/drawing/2014/main" id="{B943E295-0DAD-F704-ECB4-DAD8930A0D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82066" y="2832895"/>
                        <a:ext cx="32564" cy="31462"/>
                      </a:xfrm>
                      <a:custGeom>
                        <a:avLst/>
                        <a:gdLst>
                          <a:gd name="connsiteX0" fmla="*/ 2656 w 32564"/>
                          <a:gd name="connsiteY0" fmla="*/ 3649 h 31462"/>
                          <a:gd name="connsiteX1" fmla="*/ 2751 w 32564"/>
                          <a:gd name="connsiteY1" fmla="*/ 3459 h 31462"/>
                          <a:gd name="connsiteX2" fmla="*/ 15515 w 32564"/>
                          <a:gd name="connsiteY2" fmla="*/ 2125 h 31462"/>
                          <a:gd name="connsiteX3" fmla="*/ 32565 w 32564"/>
                          <a:gd name="connsiteY3" fmla="*/ 17937 h 31462"/>
                          <a:gd name="connsiteX4" fmla="*/ 26564 w 32564"/>
                          <a:gd name="connsiteY4" fmla="*/ 24604 h 31462"/>
                          <a:gd name="connsiteX5" fmla="*/ 20754 w 32564"/>
                          <a:gd name="connsiteY5" fmla="*/ 31462 h 31462"/>
                          <a:gd name="connsiteX6" fmla="*/ 2847 w 32564"/>
                          <a:gd name="connsiteY6" fmla="*/ 16699 h 31462"/>
                          <a:gd name="connsiteX7" fmla="*/ 2656 w 32564"/>
                          <a:gd name="connsiteY7" fmla="*/ 3649 h 3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32564" h="31462">
                            <a:moveTo>
                              <a:pt x="2656" y="3649"/>
                            </a:moveTo>
                            <a:lnTo>
                              <a:pt x="2751" y="3459"/>
                            </a:lnTo>
                            <a:cubicBezTo>
                              <a:pt x="6371" y="-637"/>
                              <a:pt x="12086" y="-1113"/>
                              <a:pt x="15515" y="2125"/>
                            </a:cubicBezTo>
                            <a:lnTo>
                              <a:pt x="32565" y="17937"/>
                            </a:lnTo>
                            <a:cubicBezTo>
                              <a:pt x="32565" y="17937"/>
                              <a:pt x="29612" y="21271"/>
                              <a:pt x="26564" y="24604"/>
                            </a:cubicBezTo>
                            <a:cubicBezTo>
                              <a:pt x="23611" y="27938"/>
                              <a:pt x="20754" y="31462"/>
                              <a:pt x="20754" y="31462"/>
                            </a:cubicBezTo>
                            <a:lnTo>
                              <a:pt x="2847" y="16699"/>
                            </a:lnTo>
                            <a:cubicBezTo>
                              <a:pt x="-868" y="13746"/>
                              <a:pt x="-963" y="7745"/>
                              <a:pt x="2656" y="3649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36" name="íSľïḍè">
                        <a:extLst>
                          <a:ext uri="{FF2B5EF4-FFF2-40B4-BE49-F238E27FC236}">
                            <a16:creationId xmlns:a16="http://schemas.microsoft.com/office/drawing/2014/main" id="{1D9C0EE1-8BD5-B0F2-0D22-A2E3C1619C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90125" y="2839318"/>
                        <a:ext cx="68825" cy="64299"/>
                      </a:xfrm>
                      <a:custGeom>
                        <a:avLst/>
                        <a:gdLst>
                          <a:gd name="connsiteX0" fmla="*/ 4598 w 68825"/>
                          <a:gd name="connsiteY0" fmla="*/ 6084 h 64299"/>
                          <a:gd name="connsiteX1" fmla="*/ 4789 w 68825"/>
                          <a:gd name="connsiteY1" fmla="*/ 5894 h 64299"/>
                          <a:gd name="connsiteX2" fmla="*/ 26506 w 68825"/>
                          <a:gd name="connsiteY2" fmla="*/ 2941 h 64299"/>
                          <a:gd name="connsiteX3" fmla="*/ 62129 w 68825"/>
                          <a:gd name="connsiteY3" fmla="*/ 29516 h 64299"/>
                          <a:gd name="connsiteX4" fmla="*/ 65273 w 68825"/>
                          <a:gd name="connsiteY4" fmla="*/ 52662 h 64299"/>
                          <a:gd name="connsiteX5" fmla="*/ 58605 w 68825"/>
                          <a:gd name="connsiteY5" fmla="*/ 60186 h 64299"/>
                          <a:gd name="connsiteX6" fmla="*/ 36221 w 68825"/>
                          <a:gd name="connsiteY6" fmla="*/ 59234 h 64299"/>
                          <a:gd name="connsiteX7" fmla="*/ 19934 w 68825"/>
                          <a:gd name="connsiteY7" fmla="*/ 44184 h 64299"/>
                          <a:gd name="connsiteX8" fmla="*/ 4122 w 68825"/>
                          <a:gd name="connsiteY8" fmla="*/ 28563 h 64299"/>
                          <a:gd name="connsiteX9" fmla="*/ 4598 w 68825"/>
                          <a:gd name="connsiteY9" fmla="*/ 6084 h 642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68825" h="64299">
                            <a:moveTo>
                              <a:pt x="4598" y="6084"/>
                            </a:moveTo>
                            <a:lnTo>
                              <a:pt x="4789" y="5894"/>
                            </a:lnTo>
                            <a:cubicBezTo>
                              <a:pt x="10694" y="-774"/>
                              <a:pt x="20029" y="-1821"/>
                              <a:pt x="26506" y="2941"/>
                            </a:cubicBezTo>
                            <a:lnTo>
                              <a:pt x="62129" y="29516"/>
                            </a:lnTo>
                            <a:cubicBezTo>
                              <a:pt x="69845" y="35421"/>
                              <a:pt x="70892" y="46470"/>
                              <a:pt x="65273" y="52662"/>
                            </a:cubicBezTo>
                            <a:lnTo>
                              <a:pt x="58605" y="60186"/>
                            </a:lnTo>
                            <a:cubicBezTo>
                              <a:pt x="53652" y="66092"/>
                              <a:pt x="43651" y="65520"/>
                              <a:pt x="36221" y="59234"/>
                            </a:cubicBezTo>
                            <a:cubicBezTo>
                              <a:pt x="36221" y="59234"/>
                              <a:pt x="27935" y="51804"/>
                              <a:pt x="19934" y="44184"/>
                            </a:cubicBezTo>
                            <a:cubicBezTo>
                              <a:pt x="11933" y="36564"/>
                              <a:pt x="4122" y="28563"/>
                              <a:pt x="4122" y="28563"/>
                            </a:cubicBezTo>
                            <a:cubicBezTo>
                              <a:pt x="-1498" y="22753"/>
                              <a:pt x="-1402" y="12752"/>
                              <a:pt x="4598" y="6084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37" name="iśḷíde">
                        <a:extLst>
                          <a:ext uri="{FF2B5EF4-FFF2-40B4-BE49-F238E27FC236}">
                            <a16:creationId xmlns:a16="http://schemas.microsoft.com/office/drawing/2014/main" id="{E4C717CD-61FD-9E90-B884-BE50E30988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38967" y="2873001"/>
                        <a:ext cx="13114" cy="12930"/>
                      </a:xfrm>
                      <a:custGeom>
                        <a:avLst/>
                        <a:gdLst>
                          <a:gd name="connsiteX0" fmla="*/ 2334 w 13114"/>
                          <a:gd name="connsiteY0" fmla="*/ 11073 h 12930"/>
                          <a:gd name="connsiteX1" fmla="*/ 1572 w 13114"/>
                          <a:gd name="connsiteY1" fmla="*/ 1929 h 12930"/>
                          <a:gd name="connsiteX2" fmla="*/ 10906 w 13114"/>
                          <a:gd name="connsiteY2" fmla="*/ 1929 h 12930"/>
                          <a:gd name="connsiteX3" fmla="*/ 11573 w 13114"/>
                          <a:gd name="connsiteY3" fmla="*/ 11073 h 12930"/>
                          <a:gd name="connsiteX4" fmla="*/ 2334 w 13114"/>
                          <a:gd name="connsiteY4" fmla="*/ 11073 h 129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114" h="12930">
                            <a:moveTo>
                              <a:pt x="2334" y="11073"/>
                            </a:moveTo>
                            <a:cubicBezTo>
                              <a:pt x="-429" y="8596"/>
                              <a:pt x="-810" y="4501"/>
                              <a:pt x="1572" y="1929"/>
                            </a:cubicBezTo>
                            <a:cubicBezTo>
                              <a:pt x="3953" y="-643"/>
                              <a:pt x="8144" y="-643"/>
                              <a:pt x="10906" y="1929"/>
                            </a:cubicBezTo>
                            <a:cubicBezTo>
                              <a:pt x="13573" y="4501"/>
                              <a:pt x="13859" y="8692"/>
                              <a:pt x="11573" y="11073"/>
                            </a:cubicBezTo>
                            <a:cubicBezTo>
                              <a:pt x="9192" y="13549"/>
                              <a:pt x="5096" y="13549"/>
                              <a:pt x="2334" y="11073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38" name="ïṡlîdê">
                        <a:extLst>
                          <a:ext uri="{FF2B5EF4-FFF2-40B4-BE49-F238E27FC236}">
                            <a16:creationId xmlns:a16="http://schemas.microsoft.com/office/drawing/2014/main" id="{A77197A2-B60C-C978-4329-D3B07B7EFB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42099" y="2876026"/>
                        <a:ext cx="6746" cy="6762"/>
                      </a:xfrm>
                      <a:custGeom>
                        <a:avLst/>
                        <a:gdLst>
                          <a:gd name="connsiteX0" fmla="*/ 1202 w 6746"/>
                          <a:gd name="connsiteY0" fmla="*/ 5763 h 6762"/>
                          <a:gd name="connsiteX1" fmla="*/ 821 w 6746"/>
                          <a:gd name="connsiteY1" fmla="*/ 1000 h 6762"/>
                          <a:gd name="connsiteX2" fmla="*/ 5583 w 6746"/>
                          <a:gd name="connsiteY2" fmla="*/ 1000 h 6762"/>
                          <a:gd name="connsiteX3" fmla="*/ 5965 w 6746"/>
                          <a:gd name="connsiteY3" fmla="*/ 5763 h 6762"/>
                          <a:gd name="connsiteX4" fmla="*/ 1202 w 6746"/>
                          <a:gd name="connsiteY4" fmla="*/ 5763 h 67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746" h="6762">
                            <a:moveTo>
                              <a:pt x="1202" y="5763"/>
                            </a:moveTo>
                            <a:cubicBezTo>
                              <a:pt x="-227" y="4429"/>
                              <a:pt x="-417" y="2334"/>
                              <a:pt x="821" y="1000"/>
                            </a:cubicBezTo>
                            <a:cubicBezTo>
                              <a:pt x="2059" y="-333"/>
                              <a:pt x="4250" y="-333"/>
                              <a:pt x="5583" y="1000"/>
                            </a:cubicBezTo>
                            <a:cubicBezTo>
                              <a:pt x="7012" y="2334"/>
                              <a:pt x="7108" y="4429"/>
                              <a:pt x="5965" y="5763"/>
                            </a:cubicBezTo>
                            <a:cubicBezTo>
                              <a:pt x="4726" y="7096"/>
                              <a:pt x="2631" y="7096"/>
                              <a:pt x="1202" y="5763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4" name="ïṡḷîḋè">
                      <a:extLst>
                        <a:ext uri="{FF2B5EF4-FFF2-40B4-BE49-F238E27FC236}">
                          <a16:creationId xmlns:a16="http://schemas.microsoft.com/office/drawing/2014/main" id="{E76720AA-7B14-E4DC-41EB-B2A7D8A20E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49001" y="2877913"/>
                      <a:ext cx="86695" cy="53061"/>
                      <a:chOff x="5749001" y="2877913"/>
                      <a:chExt cx="86695" cy="53061"/>
                    </a:xfrm>
                  </p:grpSpPr>
                  <p:sp>
                    <p:nvSpPr>
                      <p:cNvPr id="528" name="ïṩľídé">
                        <a:extLst>
                          <a:ext uri="{FF2B5EF4-FFF2-40B4-BE49-F238E27FC236}">
                            <a16:creationId xmlns:a16="http://schemas.microsoft.com/office/drawing/2014/main" id="{0C6D309C-53FE-0F20-791C-8C2C9C6F94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5076" y="2877913"/>
                        <a:ext cx="70620" cy="53061"/>
                      </a:xfrm>
                      <a:custGeom>
                        <a:avLst/>
                        <a:gdLst>
                          <a:gd name="connsiteX0" fmla="*/ 883 w 70620"/>
                          <a:gd name="connsiteY0" fmla="*/ 28926 h 53061"/>
                          <a:gd name="connsiteX1" fmla="*/ 4502 w 70620"/>
                          <a:gd name="connsiteY1" fmla="*/ 19020 h 53061"/>
                          <a:gd name="connsiteX2" fmla="*/ 7360 w 70620"/>
                          <a:gd name="connsiteY2" fmla="*/ 12543 h 53061"/>
                          <a:gd name="connsiteX3" fmla="*/ 8788 w 70620"/>
                          <a:gd name="connsiteY3" fmla="*/ 9781 h 53061"/>
                          <a:gd name="connsiteX4" fmla="*/ 31934 w 70620"/>
                          <a:gd name="connsiteY4" fmla="*/ 2637 h 53061"/>
                          <a:gd name="connsiteX5" fmla="*/ 62033 w 70620"/>
                          <a:gd name="connsiteY5" fmla="*/ 23401 h 53061"/>
                          <a:gd name="connsiteX6" fmla="*/ 69939 w 70620"/>
                          <a:gd name="connsiteY6" fmla="*/ 41308 h 53061"/>
                          <a:gd name="connsiteX7" fmla="*/ 68034 w 70620"/>
                          <a:gd name="connsiteY7" fmla="*/ 45214 h 53061"/>
                          <a:gd name="connsiteX8" fmla="*/ 66796 w 70620"/>
                          <a:gd name="connsiteY8" fmla="*/ 48643 h 53061"/>
                          <a:gd name="connsiteX9" fmla="*/ 61366 w 70620"/>
                          <a:gd name="connsiteY9" fmla="*/ 51881 h 53061"/>
                          <a:gd name="connsiteX10" fmla="*/ 49841 w 70620"/>
                          <a:gd name="connsiteY10" fmla="*/ 53024 h 53061"/>
                          <a:gd name="connsiteX11" fmla="*/ 13265 w 70620"/>
                          <a:gd name="connsiteY11" fmla="*/ 51119 h 53061"/>
                          <a:gd name="connsiteX12" fmla="*/ 2407 w 70620"/>
                          <a:gd name="connsiteY12" fmla="*/ 44452 h 53061"/>
                          <a:gd name="connsiteX13" fmla="*/ 883 w 70620"/>
                          <a:gd name="connsiteY13" fmla="*/ 28926 h 530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</a:cxnLst>
                        <a:rect l="l" t="t" r="r" b="b"/>
                        <a:pathLst>
                          <a:path w="70620" h="53061">
                            <a:moveTo>
                              <a:pt x="883" y="28926"/>
                            </a:moveTo>
                            <a:cubicBezTo>
                              <a:pt x="883" y="28926"/>
                              <a:pt x="2502" y="23782"/>
                              <a:pt x="4502" y="19020"/>
                            </a:cubicBezTo>
                            <a:cubicBezTo>
                              <a:pt x="5550" y="16639"/>
                              <a:pt x="6598" y="14353"/>
                              <a:pt x="7360" y="12543"/>
                            </a:cubicBezTo>
                            <a:cubicBezTo>
                              <a:pt x="8217" y="10924"/>
                              <a:pt x="8788" y="9781"/>
                              <a:pt x="8788" y="9781"/>
                            </a:cubicBezTo>
                            <a:cubicBezTo>
                              <a:pt x="13837" y="-125"/>
                              <a:pt x="24695" y="-2507"/>
                              <a:pt x="31934" y="2637"/>
                            </a:cubicBezTo>
                            <a:lnTo>
                              <a:pt x="62033" y="23401"/>
                            </a:lnTo>
                            <a:cubicBezTo>
                              <a:pt x="69272" y="28545"/>
                              <a:pt x="72034" y="37022"/>
                              <a:pt x="69939" y="41308"/>
                            </a:cubicBezTo>
                            <a:cubicBezTo>
                              <a:pt x="69844" y="41308"/>
                              <a:pt x="68891" y="43404"/>
                              <a:pt x="68034" y="45214"/>
                            </a:cubicBezTo>
                            <a:cubicBezTo>
                              <a:pt x="67367" y="46928"/>
                              <a:pt x="66796" y="48643"/>
                              <a:pt x="66796" y="48643"/>
                            </a:cubicBezTo>
                            <a:cubicBezTo>
                              <a:pt x="66415" y="50262"/>
                              <a:pt x="64319" y="51214"/>
                              <a:pt x="61366" y="51881"/>
                            </a:cubicBezTo>
                            <a:cubicBezTo>
                              <a:pt x="58128" y="52643"/>
                              <a:pt x="54413" y="53215"/>
                              <a:pt x="49841" y="53024"/>
                            </a:cubicBezTo>
                            <a:lnTo>
                              <a:pt x="13265" y="51119"/>
                            </a:lnTo>
                            <a:cubicBezTo>
                              <a:pt x="8884" y="50929"/>
                              <a:pt x="4693" y="48547"/>
                              <a:pt x="2407" y="44452"/>
                            </a:cubicBezTo>
                            <a:cubicBezTo>
                              <a:pt x="-70" y="40356"/>
                              <a:pt x="-737" y="34641"/>
                              <a:pt x="883" y="28926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9" name="îṣļiḓè">
                        <a:extLst>
                          <a:ext uri="{FF2B5EF4-FFF2-40B4-BE49-F238E27FC236}">
                            <a16:creationId xmlns:a16="http://schemas.microsoft.com/office/drawing/2014/main" id="{8F85F8B4-0911-0886-1281-4939E095D6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49001" y="2880844"/>
                        <a:ext cx="34769" cy="29804"/>
                      </a:xfrm>
                      <a:custGeom>
                        <a:avLst/>
                        <a:gdLst>
                          <a:gd name="connsiteX0" fmla="*/ 1241 w 34769"/>
                          <a:gd name="connsiteY0" fmla="*/ 8278 h 29804"/>
                          <a:gd name="connsiteX1" fmla="*/ 1337 w 34769"/>
                          <a:gd name="connsiteY1" fmla="*/ 8088 h 29804"/>
                          <a:gd name="connsiteX2" fmla="*/ 14195 w 34769"/>
                          <a:gd name="connsiteY2" fmla="*/ 754 h 29804"/>
                          <a:gd name="connsiteX3" fmla="*/ 34769 w 34769"/>
                          <a:gd name="connsiteY3" fmla="*/ 11517 h 29804"/>
                          <a:gd name="connsiteX4" fmla="*/ 33341 w 34769"/>
                          <a:gd name="connsiteY4" fmla="*/ 14184 h 29804"/>
                          <a:gd name="connsiteX5" fmla="*/ 30578 w 34769"/>
                          <a:gd name="connsiteY5" fmla="*/ 20375 h 29804"/>
                          <a:gd name="connsiteX6" fmla="*/ 27245 w 34769"/>
                          <a:gd name="connsiteY6" fmla="*/ 29805 h 29804"/>
                          <a:gd name="connsiteX7" fmla="*/ 4956 w 34769"/>
                          <a:gd name="connsiteY7" fmla="*/ 23233 h 29804"/>
                          <a:gd name="connsiteX8" fmla="*/ 1241 w 34769"/>
                          <a:gd name="connsiteY8" fmla="*/ 8278 h 298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4769" h="29804">
                            <a:moveTo>
                              <a:pt x="1241" y="8278"/>
                            </a:moveTo>
                            <a:lnTo>
                              <a:pt x="1337" y="8088"/>
                            </a:lnTo>
                            <a:cubicBezTo>
                              <a:pt x="4099" y="1516"/>
                              <a:pt x="10004" y="-1532"/>
                              <a:pt x="14195" y="754"/>
                            </a:cubicBezTo>
                            <a:lnTo>
                              <a:pt x="34769" y="11517"/>
                            </a:lnTo>
                            <a:cubicBezTo>
                              <a:pt x="34769" y="11517"/>
                              <a:pt x="34198" y="12565"/>
                              <a:pt x="33341" y="14184"/>
                            </a:cubicBezTo>
                            <a:cubicBezTo>
                              <a:pt x="32579" y="15898"/>
                              <a:pt x="31626" y="18089"/>
                              <a:pt x="30578" y="20375"/>
                            </a:cubicBezTo>
                            <a:cubicBezTo>
                              <a:pt x="28769" y="24947"/>
                              <a:pt x="27245" y="29805"/>
                              <a:pt x="27245" y="29805"/>
                            </a:cubicBezTo>
                            <a:lnTo>
                              <a:pt x="4956" y="23233"/>
                            </a:lnTo>
                            <a:cubicBezTo>
                              <a:pt x="384" y="21804"/>
                              <a:pt x="-1426" y="15041"/>
                              <a:pt x="1241" y="8278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30" name="ïṧľide">
                        <a:extLst>
                          <a:ext uri="{FF2B5EF4-FFF2-40B4-BE49-F238E27FC236}">
                            <a16:creationId xmlns:a16="http://schemas.microsoft.com/office/drawing/2014/main" id="{1DC48B50-A3C2-F5B3-2DE4-27F61B9C69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0759" y="2881694"/>
                        <a:ext cx="74205" cy="48300"/>
                      </a:xfrm>
                      <a:custGeom>
                        <a:avLst/>
                        <a:gdLst>
                          <a:gd name="connsiteX0" fmla="*/ 1770 w 74205"/>
                          <a:gd name="connsiteY0" fmla="*/ 12572 h 48300"/>
                          <a:gd name="connsiteX1" fmla="*/ 1961 w 74205"/>
                          <a:gd name="connsiteY1" fmla="*/ 12191 h 48300"/>
                          <a:gd name="connsiteX2" fmla="*/ 23297 w 74205"/>
                          <a:gd name="connsiteY2" fmla="*/ 1047 h 48300"/>
                          <a:gd name="connsiteX3" fmla="*/ 43585 w 74205"/>
                          <a:gd name="connsiteY3" fmla="*/ 10095 h 48300"/>
                          <a:gd name="connsiteX4" fmla="*/ 63492 w 74205"/>
                          <a:gd name="connsiteY4" fmla="*/ 20001 h 48300"/>
                          <a:gd name="connsiteX5" fmla="*/ 73589 w 74205"/>
                          <a:gd name="connsiteY5" fmla="*/ 38670 h 48300"/>
                          <a:gd name="connsiteX6" fmla="*/ 72350 w 74205"/>
                          <a:gd name="connsiteY6" fmla="*/ 41433 h 48300"/>
                          <a:gd name="connsiteX7" fmla="*/ 71398 w 74205"/>
                          <a:gd name="connsiteY7" fmla="*/ 44004 h 48300"/>
                          <a:gd name="connsiteX8" fmla="*/ 64921 w 74205"/>
                          <a:gd name="connsiteY8" fmla="*/ 47529 h 48300"/>
                          <a:gd name="connsiteX9" fmla="*/ 52062 w 74205"/>
                          <a:gd name="connsiteY9" fmla="*/ 47910 h 48300"/>
                          <a:gd name="connsiteX10" fmla="*/ 30440 w 74205"/>
                          <a:gd name="connsiteY10" fmla="*/ 43242 h 48300"/>
                          <a:gd name="connsiteX11" fmla="*/ 9104 w 74205"/>
                          <a:gd name="connsiteY11" fmla="*/ 36670 h 48300"/>
                          <a:gd name="connsiteX12" fmla="*/ 1770 w 74205"/>
                          <a:gd name="connsiteY12" fmla="*/ 12572 h 483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74205" h="48300">
                            <a:moveTo>
                              <a:pt x="1770" y="12572"/>
                            </a:moveTo>
                            <a:lnTo>
                              <a:pt x="1961" y="12191"/>
                            </a:lnTo>
                            <a:cubicBezTo>
                              <a:pt x="6247" y="1904"/>
                              <a:pt x="15962" y="-2097"/>
                              <a:pt x="23297" y="1047"/>
                            </a:cubicBezTo>
                            <a:cubicBezTo>
                              <a:pt x="23297" y="1047"/>
                              <a:pt x="33584" y="5333"/>
                              <a:pt x="43585" y="10095"/>
                            </a:cubicBezTo>
                            <a:cubicBezTo>
                              <a:pt x="53586" y="14858"/>
                              <a:pt x="63492" y="20001"/>
                              <a:pt x="63492" y="20001"/>
                            </a:cubicBezTo>
                            <a:cubicBezTo>
                              <a:pt x="72065" y="24669"/>
                              <a:pt x="75779" y="34098"/>
                              <a:pt x="73589" y="38670"/>
                            </a:cubicBezTo>
                            <a:cubicBezTo>
                              <a:pt x="73589" y="38670"/>
                              <a:pt x="73017" y="40099"/>
                              <a:pt x="72350" y="41433"/>
                            </a:cubicBezTo>
                            <a:cubicBezTo>
                              <a:pt x="71779" y="42766"/>
                              <a:pt x="71493" y="43909"/>
                              <a:pt x="71398" y="44004"/>
                            </a:cubicBezTo>
                            <a:cubicBezTo>
                              <a:pt x="70827" y="45909"/>
                              <a:pt x="68350" y="46862"/>
                              <a:pt x="64921" y="47529"/>
                            </a:cubicBezTo>
                            <a:cubicBezTo>
                              <a:pt x="61397" y="48195"/>
                              <a:pt x="56729" y="48672"/>
                              <a:pt x="52062" y="47910"/>
                            </a:cubicBezTo>
                            <a:cubicBezTo>
                              <a:pt x="52062" y="47910"/>
                              <a:pt x="41204" y="46100"/>
                              <a:pt x="30440" y="43242"/>
                            </a:cubicBezTo>
                            <a:cubicBezTo>
                              <a:pt x="19677" y="40480"/>
                              <a:pt x="9104" y="36670"/>
                              <a:pt x="9104" y="36670"/>
                            </a:cubicBezTo>
                            <a:cubicBezTo>
                              <a:pt x="1389" y="34098"/>
                              <a:pt x="-2516" y="22954"/>
                              <a:pt x="1770" y="12572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31" name="îSľíḓé">
                        <a:extLst>
                          <a:ext uri="{FF2B5EF4-FFF2-40B4-BE49-F238E27FC236}">
                            <a16:creationId xmlns:a16="http://schemas.microsoft.com/office/drawing/2014/main" id="{1352874A-48DA-82A0-2307-5614823B2C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4518" y="2906119"/>
                        <a:ext cx="12835" cy="10710"/>
                      </a:xfrm>
                      <a:custGeom>
                        <a:avLst/>
                        <a:gdLst>
                          <a:gd name="connsiteX0" fmla="*/ 4494 w 12835"/>
                          <a:gd name="connsiteY0" fmla="*/ 9864 h 10710"/>
                          <a:gd name="connsiteX1" fmla="*/ 494 w 12835"/>
                          <a:gd name="connsiteY1" fmla="*/ 2435 h 10710"/>
                          <a:gd name="connsiteX2" fmla="*/ 8971 w 12835"/>
                          <a:gd name="connsiteY2" fmla="*/ 1196 h 10710"/>
                          <a:gd name="connsiteX3" fmla="*/ 12495 w 12835"/>
                          <a:gd name="connsiteY3" fmla="*/ 8721 h 10710"/>
                          <a:gd name="connsiteX4" fmla="*/ 4494 w 12835"/>
                          <a:gd name="connsiteY4" fmla="*/ 9864 h 107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2835" h="10710">
                            <a:moveTo>
                              <a:pt x="4494" y="9864"/>
                            </a:moveTo>
                            <a:cubicBezTo>
                              <a:pt x="1161" y="8435"/>
                              <a:pt x="-1030" y="5102"/>
                              <a:pt x="494" y="2435"/>
                            </a:cubicBezTo>
                            <a:cubicBezTo>
                              <a:pt x="1827" y="-232"/>
                              <a:pt x="5733" y="-804"/>
                              <a:pt x="8971" y="1196"/>
                            </a:cubicBezTo>
                            <a:cubicBezTo>
                              <a:pt x="12114" y="3197"/>
                              <a:pt x="13543" y="6530"/>
                              <a:pt x="12495" y="8721"/>
                            </a:cubicBezTo>
                            <a:cubicBezTo>
                              <a:pt x="11257" y="10912"/>
                              <a:pt x="8019" y="11293"/>
                              <a:pt x="4494" y="9864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33" name="îṥ1îḍè">
                        <a:extLst>
                          <a:ext uri="{FF2B5EF4-FFF2-40B4-BE49-F238E27FC236}">
                            <a16:creationId xmlns:a16="http://schemas.microsoft.com/office/drawing/2014/main" id="{C11FA426-EF62-E256-0EE3-EC8693C650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7740" y="2908945"/>
                        <a:ext cx="6642" cy="5536"/>
                      </a:xfrm>
                      <a:custGeom>
                        <a:avLst/>
                        <a:gdLst>
                          <a:gd name="connsiteX0" fmla="*/ 2225 w 6642"/>
                          <a:gd name="connsiteY0" fmla="*/ 5038 h 5536"/>
                          <a:gd name="connsiteX1" fmla="*/ 225 w 6642"/>
                          <a:gd name="connsiteY1" fmla="*/ 1228 h 5536"/>
                          <a:gd name="connsiteX2" fmla="*/ 4511 w 6642"/>
                          <a:gd name="connsiteY2" fmla="*/ 561 h 5536"/>
                          <a:gd name="connsiteX3" fmla="*/ 6416 w 6642"/>
                          <a:gd name="connsiteY3" fmla="*/ 4466 h 5536"/>
                          <a:gd name="connsiteX4" fmla="*/ 2225 w 6642"/>
                          <a:gd name="connsiteY4" fmla="*/ 5038 h 55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642" h="5536">
                            <a:moveTo>
                              <a:pt x="2225" y="5038"/>
                            </a:moveTo>
                            <a:cubicBezTo>
                              <a:pt x="416" y="4180"/>
                              <a:pt x="-442" y="2466"/>
                              <a:pt x="225" y="1228"/>
                            </a:cubicBezTo>
                            <a:cubicBezTo>
                              <a:pt x="892" y="-106"/>
                              <a:pt x="2797" y="-392"/>
                              <a:pt x="4511" y="561"/>
                            </a:cubicBezTo>
                            <a:cubicBezTo>
                              <a:pt x="6226" y="1513"/>
                              <a:pt x="7083" y="3228"/>
                              <a:pt x="6416" y="4466"/>
                            </a:cubicBezTo>
                            <a:cubicBezTo>
                              <a:pt x="5750" y="5609"/>
                              <a:pt x="3940" y="5895"/>
                              <a:pt x="2225" y="5038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5" name="iṧḻïde">
                      <a:extLst>
                        <a:ext uri="{FF2B5EF4-FFF2-40B4-BE49-F238E27FC236}">
                          <a16:creationId xmlns:a16="http://schemas.microsoft.com/office/drawing/2014/main" id="{4713590C-987F-4F15-781A-50E700DDA4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46122" y="2929100"/>
                      <a:ext cx="87445" cy="52668"/>
                      <a:chOff x="5746122" y="2929100"/>
                      <a:chExt cx="87445" cy="52668"/>
                    </a:xfrm>
                  </p:grpSpPr>
                  <p:sp>
                    <p:nvSpPr>
                      <p:cNvPr id="523" name="ïṧliḓè">
                        <a:extLst>
                          <a:ext uri="{FF2B5EF4-FFF2-40B4-BE49-F238E27FC236}">
                            <a16:creationId xmlns:a16="http://schemas.microsoft.com/office/drawing/2014/main" id="{08C09BD4-1912-FB5E-2AA5-EE8E1FB7A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3467" y="2929100"/>
                        <a:ext cx="70100" cy="52668"/>
                      </a:xfrm>
                      <a:custGeom>
                        <a:avLst/>
                        <a:gdLst>
                          <a:gd name="connsiteX0" fmla="*/ 7444 w 70100"/>
                          <a:gd name="connsiteY0" fmla="*/ 41843 h 52668"/>
                          <a:gd name="connsiteX1" fmla="*/ 3444 w 70100"/>
                          <a:gd name="connsiteY1" fmla="*/ 31841 h 52668"/>
                          <a:gd name="connsiteX2" fmla="*/ 1253 w 70100"/>
                          <a:gd name="connsiteY2" fmla="*/ 24603 h 52668"/>
                          <a:gd name="connsiteX3" fmla="*/ 491 w 70100"/>
                          <a:gd name="connsiteY3" fmla="*/ 21174 h 52668"/>
                          <a:gd name="connsiteX4" fmla="*/ 3349 w 70100"/>
                          <a:gd name="connsiteY4" fmla="*/ 5553 h 52668"/>
                          <a:gd name="connsiteX5" fmla="*/ 14874 w 70100"/>
                          <a:gd name="connsiteY5" fmla="*/ 28 h 52668"/>
                          <a:gd name="connsiteX6" fmla="*/ 51450 w 70100"/>
                          <a:gd name="connsiteY6" fmla="*/ 1933 h 52668"/>
                          <a:gd name="connsiteX7" fmla="*/ 62689 w 70100"/>
                          <a:gd name="connsiteY7" fmla="*/ 4219 h 52668"/>
                          <a:gd name="connsiteX8" fmla="*/ 67833 w 70100"/>
                          <a:gd name="connsiteY8" fmla="*/ 7267 h 52668"/>
                          <a:gd name="connsiteX9" fmla="*/ 68500 w 70100"/>
                          <a:gd name="connsiteY9" fmla="*/ 9839 h 52668"/>
                          <a:gd name="connsiteX10" fmla="*/ 69738 w 70100"/>
                          <a:gd name="connsiteY10" fmla="*/ 12887 h 52668"/>
                          <a:gd name="connsiteX11" fmla="*/ 60784 w 70100"/>
                          <a:gd name="connsiteY11" fmla="*/ 29174 h 52668"/>
                          <a:gd name="connsiteX12" fmla="*/ 30781 w 70100"/>
                          <a:gd name="connsiteY12" fmla="*/ 50225 h 52668"/>
                          <a:gd name="connsiteX13" fmla="*/ 7444 w 70100"/>
                          <a:gd name="connsiteY13" fmla="*/ 41843 h 526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</a:cxnLst>
                        <a:rect l="l" t="t" r="r" b="b"/>
                        <a:pathLst>
                          <a:path w="70100" h="52668">
                            <a:moveTo>
                              <a:pt x="7444" y="41843"/>
                            </a:moveTo>
                            <a:cubicBezTo>
                              <a:pt x="7444" y="41843"/>
                              <a:pt x="5158" y="36985"/>
                              <a:pt x="3444" y="31841"/>
                            </a:cubicBezTo>
                            <a:cubicBezTo>
                              <a:pt x="2682" y="29174"/>
                              <a:pt x="1825" y="26507"/>
                              <a:pt x="1253" y="24603"/>
                            </a:cubicBezTo>
                            <a:cubicBezTo>
                              <a:pt x="777" y="22602"/>
                              <a:pt x="491" y="21174"/>
                              <a:pt x="491" y="21174"/>
                            </a:cubicBezTo>
                            <a:cubicBezTo>
                              <a:pt x="-842" y="15173"/>
                              <a:pt x="682" y="9362"/>
                              <a:pt x="3349" y="5553"/>
                            </a:cubicBezTo>
                            <a:cubicBezTo>
                              <a:pt x="6206" y="1647"/>
                              <a:pt x="10492" y="-258"/>
                              <a:pt x="14874" y="28"/>
                            </a:cubicBezTo>
                            <a:lnTo>
                              <a:pt x="51450" y="1933"/>
                            </a:lnTo>
                            <a:cubicBezTo>
                              <a:pt x="55927" y="2219"/>
                              <a:pt x="59832" y="3266"/>
                              <a:pt x="62689" y="4219"/>
                            </a:cubicBezTo>
                            <a:cubicBezTo>
                              <a:pt x="65737" y="5171"/>
                              <a:pt x="67452" y="5933"/>
                              <a:pt x="67833" y="7267"/>
                            </a:cubicBezTo>
                            <a:cubicBezTo>
                              <a:pt x="67738" y="7267"/>
                              <a:pt x="68119" y="8505"/>
                              <a:pt x="68500" y="9839"/>
                            </a:cubicBezTo>
                            <a:cubicBezTo>
                              <a:pt x="68976" y="11267"/>
                              <a:pt x="69738" y="12887"/>
                              <a:pt x="69738" y="12887"/>
                            </a:cubicBezTo>
                            <a:cubicBezTo>
                              <a:pt x="71262" y="16220"/>
                              <a:pt x="67928" y="23936"/>
                              <a:pt x="60784" y="29174"/>
                            </a:cubicBezTo>
                            <a:lnTo>
                              <a:pt x="30781" y="50225"/>
                            </a:lnTo>
                            <a:cubicBezTo>
                              <a:pt x="23637" y="55273"/>
                              <a:pt x="12493" y="52511"/>
                              <a:pt x="7444" y="41843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4" name="îṣḷïḑè">
                        <a:extLst>
                          <a:ext uri="{FF2B5EF4-FFF2-40B4-BE49-F238E27FC236}">
                            <a16:creationId xmlns:a16="http://schemas.microsoft.com/office/drawing/2014/main" id="{73E41155-77C2-ED41-E2ED-E6E208548C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46122" y="2947511"/>
                        <a:ext cx="34886" cy="29822"/>
                      </a:xfrm>
                      <a:custGeom>
                        <a:avLst/>
                        <a:gdLst>
                          <a:gd name="connsiteX0" fmla="*/ 1072 w 34886"/>
                          <a:gd name="connsiteY0" fmla="*/ 20288 h 29822"/>
                          <a:gd name="connsiteX1" fmla="*/ 977 w 34886"/>
                          <a:gd name="connsiteY1" fmla="*/ 20003 h 29822"/>
                          <a:gd name="connsiteX2" fmla="*/ 5644 w 34886"/>
                          <a:gd name="connsiteY2" fmla="*/ 4572 h 29822"/>
                          <a:gd name="connsiteX3" fmla="*/ 28409 w 34886"/>
                          <a:gd name="connsiteY3" fmla="*/ 0 h 29822"/>
                          <a:gd name="connsiteX4" fmla="*/ 29076 w 34886"/>
                          <a:gd name="connsiteY4" fmla="*/ 3143 h 29822"/>
                          <a:gd name="connsiteX5" fmla="*/ 31076 w 34886"/>
                          <a:gd name="connsiteY5" fmla="*/ 9906 h 29822"/>
                          <a:gd name="connsiteX6" fmla="*/ 34886 w 34886"/>
                          <a:gd name="connsiteY6" fmla="*/ 19241 h 29822"/>
                          <a:gd name="connsiteX7" fmla="*/ 13931 w 34886"/>
                          <a:gd name="connsiteY7" fmla="*/ 29242 h 29822"/>
                          <a:gd name="connsiteX8" fmla="*/ 1072 w 34886"/>
                          <a:gd name="connsiteY8" fmla="*/ 20288 h 2982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4886" h="29822">
                            <a:moveTo>
                              <a:pt x="1072" y="20288"/>
                            </a:moveTo>
                            <a:lnTo>
                              <a:pt x="977" y="20003"/>
                            </a:lnTo>
                            <a:cubicBezTo>
                              <a:pt x="-1499" y="12573"/>
                              <a:pt x="977" y="5429"/>
                              <a:pt x="5644" y="4572"/>
                            </a:cubicBezTo>
                            <a:lnTo>
                              <a:pt x="28409" y="0"/>
                            </a:lnTo>
                            <a:cubicBezTo>
                              <a:pt x="28409" y="0"/>
                              <a:pt x="28695" y="1238"/>
                              <a:pt x="29076" y="3143"/>
                            </a:cubicBezTo>
                            <a:cubicBezTo>
                              <a:pt x="29647" y="4953"/>
                              <a:pt x="30409" y="7429"/>
                              <a:pt x="31076" y="9906"/>
                            </a:cubicBezTo>
                            <a:cubicBezTo>
                              <a:pt x="32695" y="14669"/>
                              <a:pt x="34886" y="19241"/>
                              <a:pt x="34886" y="19241"/>
                            </a:cubicBezTo>
                            <a:lnTo>
                              <a:pt x="13931" y="29242"/>
                            </a:lnTo>
                            <a:cubicBezTo>
                              <a:pt x="9740" y="31337"/>
                              <a:pt x="3644" y="27623"/>
                              <a:pt x="1072" y="20288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5" name="íṣľîďe">
                        <a:extLst>
                          <a:ext uri="{FF2B5EF4-FFF2-40B4-BE49-F238E27FC236}">
                            <a16:creationId xmlns:a16="http://schemas.microsoft.com/office/drawing/2014/main" id="{8EB25595-D7F6-12EC-927F-536FA00988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58430" y="2932223"/>
                        <a:ext cx="74710" cy="45269"/>
                      </a:xfrm>
                      <a:custGeom>
                        <a:avLst/>
                        <a:gdLst>
                          <a:gd name="connsiteX0" fmla="*/ 1432 w 74710"/>
                          <a:gd name="connsiteY0" fmla="*/ 31385 h 45269"/>
                          <a:gd name="connsiteX1" fmla="*/ 1337 w 74710"/>
                          <a:gd name="connsiteY1" fmla="*/ 31004 h 45269"/>
                          <a:gd name="connsiteX2" fmla="*/ 1528 w 74710"/>
                          <a:gd name="connsiteY2" fmla="*/ 15193 h 45269"/>
                          <a:gd name="connsiteX3" fmla="*/ 10576 w 74710"/>
                          <a:gd name="connsiteY3" fmla="*/ 6811 h 45269"/>
                          <a:gd name="connsiteX4" fmla="*/ 32389 w 74710"/>
                          <a:gd name="connsiteY4" fmla="*/ 2429 h 45269"/>
                          <a:gd name="connsiteX5" fmla="*/ 54391 w 74710"/>
                          <a:gd name="connsiteY5" fmla="*/ 48 h 45269"/>
                          <a:gd name="connsiteX6" fmla="*/ 67155 w 74710"/>
                          <a:gd name="connsiteY6" fmla="*/ 1572 h 45269"/>
                          <a:gd name="connsiteX7" fmla="*/ 73060 w 74710"/>
                          <a:gd name="connsiteY7" fmla="*/ 4715 h 45269"/>
                          <a:gd name="connsiteX8" fmla="*/ 73632 w 74710"/>
                          <a:gd name="connsiteY8" fmla="*/ 6620 h 45269"/>
                          <a:gd name="connsiteX9" fmla="*/ 74489 w 74710"/>
                          <a:gd name="connsiteY9" fmla="*/ 8811 h 45269"/>
                          <a:gd name="connsiteX10" fmla="*/ 72394 w 74710"/>
                          <a:gd name="connsiteY10" fmla="*/ 16717 h 45269"/>
                          <a:gd name="connsiteX11" fmla="*/ 63154 w 74710"/>
                          <a:gd name="connsiteY11" fmla="*/ 25670 h 45269"/>
                          <a:gd name="connsiteX12" fmla="*/ 43247 w 74710"/>
                          <a:gd name="connsiteY12" fmla="*/ 35576 h 45269"/>
                          <a:gd name="connsiteX13" fmla="*/ 22768 w 74710"/>
                          <a:gd name="connsiteY13" fmla="*/ 44339 h 45269"/>
                          <a:gd name="connsiteX14" fmla="*/ 1432 w 74710"/>
                          <a:gd name="connsiteY14" fmla="*/ 31385 h 452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74710" h="45269">
                            <a:moveTo>
                              <a:pt x="1432" y="31385"/>
                            </a:moveTo>
                            <a:lnTo>
                              <a:pt x="1337" y="31004"/>
                            </a:lnTo>
                            <a:cubicBezTo>
                              <a:pt x="-568" y="25480"/>
                              <a:pt x="-377" y="19670"/>
                              <a:pt x="1528" y="15193"/>
                            </a:cubicBezTo>
                            <a:cubicBezTo>
                              <a:pt x="3147" y="10811"/>
                              <a:pt x="6671" y="7763"/>
                              <a:pt x="10576" y="6811"/>
                            </a:cubicBezTo>
                            <a:cubicBezTo>
                              <a:pt x="10576" y="6811"/>
                              <a:pt x="21435" y="4049"/>
                              <a:pt x="32389" y="2429"/>
                            </a:cubicBezTo>
                            <a:cubicBezTo>
                              <a:pt x="43247" y="715"/>
                              <a:pt x="54391" y="48"/>
                              <a:pt x="54391" y="48"/>
                            </a:cubicBezTo>
                            <a:cubicBezTo>
                              <a:pt x="59249" y="-238"/>
                              <a:pt x="63535" y="810"/>
                              <a:pt x="67155" y="1572"/>
                            </a:cubicBezTo>
                            <a:cubicBezTo>
                              <a:pt x="70489" y="2525"/>
                              <a:pt x="72870" y="3287"/>
                              <a:pt x="73060" y="4715"/>
                            </a:cubicBezTo>
                            <a:cubicBezTo>
                              <a:pt x="73060" y="4715"/>
                              <a:pt x="73441" y="5668"/>
                              <a:pt x="73632" y="6620"/>
                            </a:cubicBezTo>
                            <a:cubicBezTo>
                              <a:pt x="73918" y="7573"/>
                              <a:pt x="74584" y="8811"/>
                              <a:pt x="74489" y="8811"/>
                            </a:cubicBezTo>
                            <a:cubicBezTo>
                              <a:pt x="75061" y="10526"/>
                              <a:pt x="74584" y="13478"/>
                              <a:pt x="72394" y="16717"/>
                            </a:cubicBezTo>
                            <a:cubicBezTo>
                              <a:pt x="70584" y="19955"/>
                              <a:pt x="67441" y="23384"/>
                              <a:pt x="63154" y="25670"/>
                            </a:cubicBezTo>
                            <a:cubicBezTo>
                              <a:pt x="63154" y="25670"/>
                              <a:pt x="53439" y="30909"/>
                              <a:pt x="43247" y="35576"/>
                            </a:cubicBezTo>
                            <a:cubicBezTo>
                              <a:pt x="33150" y="40339"/>
                              <a:pt x="22768" y="44339"/>
                              <a:pt x="22768" y="44339"/>
                            </a:cubicBezTo>
                            <a:cubicBezTo>
                              <a:pt x="15339" y="47483"/>
                              <a:pt x="5338" y="42530"/>
                              <a:pt x="1432" y="31385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6" name="ïṩḷïḓè">
                        <a:extLst>
                          <a:ext uri="{FF2B5EF4-FFF2-40B4-BE49-F238E27FC236}">
                            <a16:creationId xmlns:a16="http://schemas.microsoft.com/office/drawing/2014/main" id="{00F501F4-EB89-706E-D4E1-975652AF64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09034" y="2935649"/>
                        <a:ext cx="13324" cy="7658"/>
                      </a:xfrm>
                      <a:custGeom>
                        <a:avLst/>
                        <a:gdLst>
                          <a:gd name="connsiteX0" fmla="*/ 7693 w 13324"/>
                          <a:gd name="connsiteY0" fmla="*/ 7194 h 7658"/>
                          <a:gd name="connsiteX1" fmla="*/ 73 w 13324"/>
                          <a:gd name="connsiteY1" fmla="*/ 4908 h 7658"/>
                          <a:gd name="connsiteX2" fmla="*/ 6169 w 13324"/>
                          <a:gd name="connsiteY2" fmla="*/ 51 h 7658"/>
                          <a:gd name="connsiteX3" fmla="*/ 13313 w 13324"/>
                          <a:gd name="connsiteY3" fmla="*/ 2241 h 7658"/>
                          <a:gd name="connsiteX4" fmla="*/ 7693 w 13324"/>
                          <a:gd name="connsiteY4" fmla="*/ 7194 h 765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324" h="7658">
                            <a:moveTo>
                              <a:pt x="7693" y="7194"/>
                            </a:moveTo>
                            <a:cubicBezTo>
                              <a:pt x="4264" y="8337"/>
                              <a:pt x="359" y="7290"/>
                              <a:pt x="73" y="4908"/>
                            </a:cubicBezTo>
                            <a:cubicBezTo>
                              <a:pt x="-499" y="2432"/>
                              <a:pt x="2359" y="241"/>
                              <a:pt x="6169" y="51"/>
                            </a:cubicBezTo>
                            <a:cubicBezTo>
                              <a:pt x="9788" y="-235"/>
                              <a:pt x="12932" y="717"/>
                              <a:pt x="13313" y="2241"/>
                            </a:cubicBezTo>
                            <a:cubicBezTo>
                              <a:pt x="13503" y="3765"/>
                              <a:pt x="11408" y="6051"/>
                              <a:pt x="7693" y="7194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7" name="ís1idê">
                        <a:extLst>
                          <a:ext uri="{FF2B5EF4-FFF2-40B4-BE49-F238E27FC236}">
                            <a16:creationId xmlns:a16="http://schemas.microsoft.com/office/drawing/2014/main" id="{12AC9DDF-3CAE-865E-2B4D-4EDDD7F2C1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2327" y="2937340"/>
                        <a:ext cx="6880" cy="3972"/>
                      </a:xfrm>
                      <a:custGeom>
                        <a:avLst/>
                        <a:gdLst>
                          <a:gd name="connsiteX0" fmla="*/ 3828 w 6880"/>
                          <a:gd name="connsiteY0" fmla="*/ 3789 h 3972"/>
                          <a:gd name="connsiteX1" fmla="*/ 18 w 6880"/>
                          <a:gd name="connsiteY1" fmla="*/ 2646 h 3972"/>
                          <a:gd name="connsiteX2" fmla="*/ 3066 w 6880"/>
                          <a:gd name="connsiteY2" fmla="*/ 74 h 3972"/>
                          <a:gd name="connsiteX3" fmla="*/ 6876 w 6880"/>
                          <a:gd name="connsiteY3" fmla="*/ 1217 h 3972"/>
                          <a:gd name="connsiteX4" fmla="*/ 3828 w 6880"/>
                          <a:gd name="connsiteY4" fmla="*/ 3789 h 397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880" h="3972">
                            <a:moveTo>
                              <a:pt x="3828" y="3789"/>
                            </a:moveTo>
                            <a:cubicBezTo>
                              <a:pt x="1923" y="4265"/>
                              <a:pt x="113" y="3789"/>
                              <a:pt x="18" y="2646"/>
                            </a:cubicBezTo>
                            <a:cubicBezTo>
                              <a:pt x="-172" y="1503"/>
                              <a:pt x="1161" y="360"/>
                              <a:pt x="3066" y="74"/>
                            </a:cubicBezTo>
                            <a:cubicBezTo>
                              <a:pt x="4971" y="-211"/>
                              <a:pt x="6686" y="360"/>
                              <a:pt x="6876" y="1217"/>
                            </a:cubicBezTo>
                            <a:cubicBezTo>
                              <a:pt x="6971" y="2075"/>
                              <a:pt x="5638" y="3218"/>
                              <a:pt x="3828" y="3789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6" name="îşḷíḋè">
                      <a:extLst>
                        <a:ext uri="{FF2B5EF4-FFF2-40B4-BE49-F238E27FC236}">
                          <a16:creationId xmlns:a16="http://schemas.microsoft.com/office/drawing/2014/main" id="{E5432ADB-D4D8-7A2E-19F2-1169FCE370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81241" y="2953928"/>
                      <a:ext cx="77300" cy="73235"/>
                      <a:chOff x="5781241" y="2953928"/>
                      <a:chExt cx="77300" cy="73235"/>
                    </a:xfrm>
                  </p:grpSpPr>
                  <p:sp>
                    <p:nvSpPr>
                      <p:cNvPr id="61" name="ïṡlïḓe">
                        <a:extLst>
                          <a:ext uri="{FF2B5EF4-FFF2-40B4-BE49-F238E27FC236}">
                            <a16:creationId xmlns:a16="http://schemas.microsoft.com/office/drawing/2014/main" id="{10808D0C-4E34-F1AD-6487-50D99A64FC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88138" y="2953928"/>
                        <a:ext cx="70403" cy="66413"/>
                      </a:xfrm>
                      <a:custGeom>
                        <a:avLst/>
                        <a:gdLst>
                          <a:gd name="connsiteX0" fmla="*/ 17064 w 70403"/>
                          <a:gd name="connsiteY0" fmla="*/ 61782 h 66413"/>
                          <a:gd name="connsiteX1" fmla="*/ 11253 w 70403"/>
                          <a:gd name="connsiteY1" fmla="*/ 55972 h 66413"/>
                          <a:gd name="connsiteX2" fmla="*/ 4872 w 70403"/>
                          <a:gd name="connsiteY2" fmla="*/ 49209 h 66413"/>
                          <a:gd name="connsiteX3" fmla="*/ 6110 w 70403"/>
                          <a:gd name="connsiteY3" fmla="*/ 25206 h 66413"/>
                          <a:gd name="connsiteX4" fmla="*/ 36114 w 70403"/>
                          <a:gd name="connsiteY4" fmla="*/ 4156 h 66413"/>
                          <a:gd name="connsiteX5" fmla="*/ 55735 w 70403"/>
                          <a:gd name="connsiteY5" fmla="*/ 2918 h 66413"/>
                          <a:gd name="connsiteX6" fmla="*/ 59926 w 70403"/>
                          <a:gd name="connsiteY6" fmla="*/ 7299 h 66413"/>
                          <a:gd name="connsiteX7" fmla="*/ 65736 w 70403"/>
                          <a:gd name="connsiteY7" fmla="*/ 13109 h 66413"/>
                          <a:gd name="connsiteX8" fmla="*/ 65641 w 70403"/>
                          <a:gd name="connsiteY8" fmla="*/ 35779 h 66413"/>
                          <a:gd name="connsiteX9" fmla="*/ 39733 w 70403"/>
                          <a:gd name="connsiteY9" fmla="*/ 61687 h 66413"/>
                          <a:gd name="connsiteX10" fmla="*/ 17064 w 70403"/>
                          <a:gd name="connsiteY10" fmla="*/ 61782 h 6641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70403" h="66413">
                            <a:moveTo>
                              <a:pt x="17064" y="61782"/>
                            </a:moveTo>
                            <a:cubicBezTo>
                              <a:pt x="17064" y="61782"/>
                              <a:pt x="14206" y="58925"/>
                              <a:pt x="11253" y="55972"/>
                            </a:cubicBezTo>
                            <a:cubicBezTo>
                              <a:pt x="8110" y="52638"/>
                              <a:pt x="4872" y="49209"/>
                              <a:pt x="4872" y="49209"/>
                            </a:cubicBezTo>
                            <a:cubicBezTo>
                              <a:pt x="-2177" y="41494"/>
                              <a:pt x="-1415" y="30159"/>
                              <a:pt x="6110" y="25206"/>
                            </a:cubicBezTo>
                            <a:lnTo>
                              <a:pt x="36114" y="4156"/>
                            </a:lnTo>
                            <a:cubicBezTo>
                              <a:pt x="43448" y="-797"/>
                              <a:pt x="51735" y="-1464"/>
                              <a:pt x="55735" y="2918"/>
                            </a:cubicBezTo>
                            <a:cubicBezTo>
                              <a:pt x="55735" y="2918"/>
                              <a:pt x="57831" y="5108"/>
                              <a:pt x="59926" y="7299"/>
                            </a:cubicBezTo>
                            <a:cubicBezTo>
                              <a:pt x="62784" y="10157"/>
                              <a:pt x="65736" y="13109"/>
                              <a:pt x="65736" y="13109"/>
                            </a:cubicBezTo>
                            <a:cubicBezTo>
                              <a:pt x="72023" y="19396"/>
                              <a:pt x="71928" y="29492"/>
                              <a:pt x="65641" y="35779"/>
                            </a:cubicBezTo>
                            <a:lnTo>
                              <a:pt x="39733" y="61687"/>
                            </a:lnTo>
                            <a:cubicBezTo>
                              <a:pt x="33447" y="67973"/>
                              <a:pt x="23255" y="67973"/>
                              <a:pt x="17064" y="61782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2" name="ïṧḻïdê">
                        <a:extLst>
                          <a:ext uri="{FF2B5EF4-FFF2-40B4-BE49-F238E27FC236}">
                            <a16:creationId xmlns:a16="http://schemas.microsoft.com/office/drawing/2014/main" id="{D0802204-B62D-EFB5-A0CF-662BAB2E0B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81241" y="2995421"/>
                        <a:ext cx="32056" cy="31742"/>
                      </a:xfrm>
                      <a:custGeom>
                        <a:avLst/>
                        <a:gdLst>
                          <a:gd name="connsiteX0" fmla="*/ 3482 w 32056"/>
                          <a:gd name="connsiteY0" fmla="*/ 29242 h 31742"/>
                          <a:gd name="connsiteX1" fmla="*/ 3386 w 32056"/>
                          <a:gd name="connsiteY1" fmla="*/ 29146 h 31742"/>
                          <a:gd name="connsiteX2" fmla="*/ 2338 w 32056"/>
                          <a:gd name="connsiteY2" fmla="*/ 15621 h 31742"/>
                          <a:gd name="connsiteX3" fmla="*/ 19579 w 32056"/>
                          <a:gd name="connsiteY3" fmla="*/ 0 h 31742"/>
                          <a:gd name="connsiteX4" fmla="*/ 25960 w 32056"/>
                          <a:gd name="connsiteY4" fmla="*/ 6763 h 31742"/>
                          <a:gd name="connsiteX5" fmla="*/ 32057 w 32056"/>
                          <a:gd name="connsiteY5" fmla="*/ 12859 h 31742"/>
                          <a:gd name="connsiteX6" fmla="*/ 15674 w 32056"/>
                          <a:gd name="connsiteY6" fmla="*/ 29242 h 31742"/>
                          <a:gd name="connsiteX7" fmla="*/ 3482 w 32056"/>
                          <a:gd name="connsiteY7" fmla="*/ 29242 h 317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32056" h="31742">
                            <a:moveTo>
                              <a:pt x="3482" y="29242"/>
                            </a:moveTo>
                            <a:lnTo>
                              <a:pt x="3386" y="29146"/>
                            </a:lnTo>
                            <a:cubicBezTo>
                              <a:pt x="-519" y="25146"/>
                              <a:pt x="-1281" y="18669"/>
                              <a:pt x="2338" y="15621"/>
                            </a:cubicBezTo>
                            <a:lnTo>
                              <a:pt x="19579" y="0"/>
                            </a:lnTo>
                            <a:cubicBezTo>
                              <a:pt x="19579" y="0"/>
                              <a:pt x="22722" y="3334"/>
                              <a:pt x="25960" y="6763"/>
                            </a:cubicBezTo>
                            <a:cubicBezTo>
                              <a:pt x="29008" y="9811"/>
                              <a:pt x="32057" y="12859"/>
                              <a:pt x="32057" y="12859"/>
                            </a:cubicBezTo>
                            <a:lnTo>
                              <a:pt x="15674" y="29242"/>
                            </a:lnTo>
                            <a:cubicBezTo>
                              <a:pt x="12244" y="32575"/>
                              <a:pt x="6815" y="32575"/>
                              <a:pt x="3482" y="29242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3" name="iṥḷîďé">
                        <a:extLst>
                          <a:ext uri="{FF2B5EF4-FFF2-40B4-BE49-F238E27FC236}">
                            <a16:creationId xmlns:a16="http://schemas.microsoft.com/office/drawing/2014/main" id="{70F4963D-279A-ABA3-958D-E2304FBE9A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88431" y="2955179"/>
                        <a:ext cx="68516" cy="64778"/>
                      </a:xfrm>
                      <a:custGeom>
                        <a:avLst/>
                        <a:gdLst>
                          <a:gd name="connsiteX0" fmla="*/ 5817 w 68516"/>
                          <a:gd name="connsiteY0" fmla="*/ 60150 h 64778"/>
                          <a:gd name="connsiteX1" fmla="*/ 5626 w 68516"/>
                          <a:gd name="connsiteY1" fmla="*/ 59960 h 64778"/>
                          <a:gd name="connsiteX2" fmla="*/ 3722 w 68516"/>
                          <a:gd name="connsiteY2" fmla="*/ 36909 h 64778"/>
                          <a:gd name="connsiteX3" fmla="*/ 19057 w 68516"/>
                          <a:gd name="connsiteY3" fmla="*/ 20907 h 64778"/>
                          <a:gd name="connsiteX4" fmla="*/ 35059 w 68516"/>
                          <a:gd name="connsiteY4" fmla="*/ 5667 h 64778"/>
                          <a:gd name="connsiteX5" fmla="*/ 46965 w 68516"/>
                          <a:gd name="connsiteY5" fmla="*/ 143 h 64778"/>
                          <a:gd name="connsiteX6" fmla="*/ 56585 w 68516"/>
                          <a:gd name="connsiteY6" fmla="*/ 2905 h 64778"/>
                          <a:gd name="connsiteX7" fmla="*/ 59633 w 68516"/>
                          <a:gd name="connsiteY7" fmla="*/ 6143 h 64778"/>
                          <a:gd name="connsiteX8" fmla="*/ 63824 w 68516"/>
                          <a:gd name="connsiteY8" fmla="*/ 10334 h 64778"/>
                          <a:gd name="connsiteX9" fmla="*/ 62205 w 68516"/>
                          <a:gd name="connsiteY9" fmla="*/ 34433 h 64778"/>
                          <a:gd name="connsiteX10" fmla="*/ 26962 w 68516"/>
                          <a:gd name="connsiteY10" fmla="*/ 61484 h 64778"/>
                          <a:gd name="connsiteX11" fmla="*/ 5817 w 68516"/>
                          <a:gd name="connsiteY11" fmla="*/ 60150 h 64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</a:cxnLst>
                        <a:rect l="l" t="t" r="r" b="b"/>
                        <a:pathLst>
                          <a:path w="68516" h="64778">
                            <a:moveTo>
                              <a:pt x="5817" y="60150"/>
                            </a:moveTo>
                            <a:lnTo>
                              <a:pt x="5626" y="59960"/>
                            </a:lnTo>
                            <a:cubicBezTo>
                              <a:pt x="-946" y="53292"/>
                              <a:pt x="-1994" y="42910"/>
                              <a:pt x="3722" y="36909"/>
                            </a:cubicBezTo>
                            <a:cubicBezTo>
                              <a:pt x="3722" y="36909"/>
                              <a:pt x="11246" y="28622"/>
                              <a:pt x="19057" y="20907"/>
                            </a:cubicBezTo>
                            <a:cubicBezTo>
                              <a:pt x="26867" y="13097"/>
                              <a:pt x="35059" y="5667"/>
                              <a:pt x="35059" y="5667"/>
                            </a:cubicBezTo>
                            <a:cubicBezTo>
                              <a:pt x="38678" y="2428"/>
                              <a:pt x="43060" y="714"/>
                              <a:pt x="46965" y="143"/>
                            </a:cubicBezTo>
                            <a:cubicBezTo>
                              <a:pt x="50775" y="-334"/>
                              <a:pt x="54109" y="333"/>
                              <a:pt x="56585" y="2905"/>
                            </a:cubicBezTo>
                            <a:cubicBezTo>
                              <a:pt x="56585" y="2905"/>
                              <a:pt x="58109" y="4524"/>
                              <a:pt x="59633" y="6143"/>
                            </a:cubicBezTo>
                            <a:cubicBezTo>
                              <a:pt x="61729" y="8239"/>
                              <a:pt x="63824" y="10334"/>
                              <a:pt x="63824" y="10334"/>
                            </a:cubicBezTo>
                            <a:cubicBezTo>
                              <a:pt x="70682" y="17192"/>
                              <a:pt x="69920" y="28527"/>
                              <a:pt x="62205" y="34433"/>
                            </a:cubicBezTo>
                            <a:lnTo>
                              <a:pt x="26962" y="61484"/>
                            </a:lnTo>
                            <a:cubicBezTo>
                              <a:pt x="20485" y="66341"/>
                              <a:pt x="11437" y="65770"/>
                              <a:pt x="5817" y="60150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1" name="ís1ïḓé">
                        <a:extLst>
                          <a:ext uri="{FF2B5EF4-FFF2-40B4-BE49-F238E27FC236}">
                            <a16:creationId xmlns:a16="http://schemas.microsoft.com/office/drawing/2014/main" id="{F4BB5EC1-8FED-8938-3FF7-FC17B46A5A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5642" y="2961286"/>
                        <a:ext cx="12474" cy="12096"/>
                      </a:xfrm>
                      <a:custGeom>
                        <a:avLst/>
                        <a:gdLst>
                          <a:gd name="connsiteX0" fmla="*/ 10039 w 12474"/>
                          <a:gd name="connsiteY0" fmla="*/ 9942 h 12096"/>
                          <a:gd name="connsiteX1" fmla="*/ 1276 w 12474"/>
                          <a:gd name="connsiteY1" fmla="*/ 10514 h 12096"/>
                          <a:gd name="connsiteX2" fmla="*/ 2800 w 12474"/>
                          <a:gd name="connsiteY2" fmla="*/ 1941 h 12096"/>
                          <a:gd name="connsiteX3" fmla="*/ 11278 w 12474"/>
                          <a:gd name="connsiteY3" fmla="*/ 1370 h 12096"/>
                          <a:gd name="connsiteX4" fmla="*/ 10039 w 12474"/>
                          <a:gd name="connsiteY4" fmla="*/ 9942 h 120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2474" h="12096">
                            <a:moveTo>
                              <a:pt x="10039" y="9942"/>
                            </a:moveTo>
                            <a:cubicBezTo>
                              <a:pt x="7372" y="12609"/>
                              <a:pt x="3467" y="12800"/>
                              <a:pt x="1276" y="10514"/>
                            </a:cubicBezTo>
                            <a:cubicBezTo>
                              <a:pt x="-1010" y="8228"/>
                              <a:pt x="-57" y="4323"/>
                              <a:pt x="2800" y="1941"/>
                            </a:cubicBezTo>
                            <a:cubicBezTo>
                              <a:pt x="5753" y="-440"/>
                              <a:pt x="9182" y="-631"/>
                              <a:pt x="11278" y="1370"/>
                            </a:cubicBezTo>
                            <a:cubicBezTo>
                              <a:pt x="13278" y="3370"/>
                              <a:pt x="12706" y="7275"/>
                              <a:pt x="10039" y="9942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2" name="íṡľïḍé">
                        <a:extLst>
                          <a:ext uri="{FF2B5EF4-FFF2-40B4-BE49-F238E27FC236}">
                            <a16:creationId xmlns:a16="http://schemas.microsoft.com/office/drawing/2014/main" id="{1B9009D0-CABB-04FF-1827-4B94A0126B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8737" y="2964087"/>
                        <a:ext cx="6430" cy="6217"/>
                      </a:xfrm>
                      <a:custGeom>
                        <a:avLst/>
                        <a:gdLst>
                          <a:gd name="connsiteX0" fmla="*/ 5135 w 6430"/>
                          <a:gd name="connsiteY0" fmla="*/ 5140 h 6217"/>
                          <a:gd name="connsiteX1" fmla="*/ 658 w 6430"/>
                          <a:gd name="connsiteY1" fmla="*/ 5426 h 6217"/>
                          <a:gd name="connsiteX2" fmla="*/ 1325 w 6430"/>
                          <a:gd name="connsiteY2" fmla="*/ 1045 h 6217"/>
                          <a:gd name="connsiteX3" fmla="*/ 5801 w 6430"/>
                          <a:gd name="connsiteY3" fmla="*/ 759 h 6217"/>
                          <a:gd name="connsiteX4" fmla="*/ 5135 w 6430"/>
                          <a:gd name="connsiteY4" fmla="*/ 5140 h 62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430" h="6217">
                            <a:moveTo>
                              <a:pt x="5135" y="5140"/>
                            </a:moveTo>
                            <a:cubicBezTo>
                              <a:pt x="3706" y="6474"/>
                              <a:pt x="1706" y="6569"/>
                              <a:pt x="658" y="5426"/>
                            </a:cubicBezTo>
                            <a:cubicBezTo>
                              <a:pt x="-390" y="4283"/>
                              <a:pt x="-199" y="2283"/>
                              <a:pt x="1325" y="1045"/>
                            </a:cubicBezTo>
                            <a:cubicBezTo>
                              <a:pt x="2753" y="-194"/>
                              <a:pt x="4849" y="-384"/>
                              <a:pt x="5801" y="759"/>
                            </a:cubicBezTo>
                            <a:cubicBezTo>
                              <a:pt x="6849" y="1807"/>
                              <a:pt x="6563" y="3807"/>
                              <a:pt x="5135" y="5140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7" name="îşliḑé">
                      <a:extLst>
                        <a:ext uri="{FF2B5EF4-FFF2-40B4-BE49-F238E27FC236}">
                          <a16:creationId xmlns:a16="http://schemas.microsoft.com/office/drawing/2014/main" id="{538AD078-6126-B9DB-0B76-C1B1E0FB24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16322" y="2984980"/>
                      <a:ext cx="76319" cy="76343"/>
                      <a:chOff x="5816322" y="2984980"/>
                      <a:chExt cx="76319" cy="76343"/>
                    </a:xfrm>
                  </p:grpSpPr>
                  <p:sp>
                    <p:nvSpPr>
                      <p:cNvPr id="56" name="ïSḷîďê">
                        <a:extLst>
                          <a:ext uri="{FF2B5EF4-FFF2-40B4-BE49-F238E27FC236}">
                            <a16:creationId xmlns:a16="http://schemas.microsoft.com/office/drawing/2014/main" id="{0E0B977D-C358-372D-96AF-A23024FB54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3108" y="2984980"/>
                        <a:ext cx="69533" cy="69532"/>
                      </a:xfrm>
                      <a:custGeom>
                        <a:avLst/>
                        <a:gdLst>
                          <a:gd name="connsiteX0" fmla="*/ 16193 w 69533"/>
                          <a:gd name="connsiteY0" fmla="*/ 64830 h 69532"/>
                          <a:gd name="connsiteX1" fmla="*/ 4668 w 69533"/>
                          <a:gd name="connsiteY1" fmla="*/ 53304 h 69532"/>
                          <a:gd name="connsiteX2" fmla="*/ 4763 w 69533"/>
                          <a:gd name="connsiteY2" fmla="*/ 30635 h 69532"/>
                          <a:gd name="connsiteX3" fmla="*/ 30671 w 69533"/>
                          <a:gd name="connsiteY3" fmla="*/ 4727 h 69532"/>
                          <a:gd name="connsiteX4" fmla="*/ 53340 w 69533"/>
                          <a:gd name="connsiteY4" fmla="*/ 4632 h 69532"/>
                          <a:gd name="connsiteX5" fmla="*/ 64866 w 69533"/>
                          <a:gd name="connsiteY5" fmla="*/ 16157 h 69532"/>
                          <a:gd name="connsiteX6" fmla="*/ 64770 w 69533"/>
                          <a:gd name="connsiteY6" fmla="*/ 38826 h 69532"/>
                          <a:gd name="connsiteX7" fmla="*/ 38862 w 69533"/>
                          <a:gd name="connsiteY7" fmla="*/ 64734 h 69532"/>
                          <a:gd name="connsiteX8" fmla="*/ 16193 w 69533"/>
                          <a:gd name="connsiteY8" fmla="*/ 64830 h 695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533" h="69532">
                            <a:moveTo>
                              <a:pt x="16193" y="64830"/>
                            </a:moveTo>
                            <a:lnTo>
                              <a:pt x="4668" y="53304"/>
                            </a:lnTo>
                            <a:cubicBezTo>
                              <a:pt x="-1619" y="47018"/>
                              <a:pt x="-1524" y="36921"/>
                              <a:pt x="4763" y="30635"/>
                            </a:cubicBezTo>
                            <a:lnTo>
                              <a:pt x="30671" y="4727"/>
                            </a:lnTo>
                            <a:cubicBezTo>
                              <a:pt x="36957" y="-1560"/>
                              <a:pt x="47149" y="-1560"/>
                              <a:pt x="53340" y="4632"/>
                            </a:cubicBezTo>
                            <a:lnTo>
                              <a:pt x="64866" y="16157"/>
                            </a:lnTo>
                            <a:cubicBezTo>
                              <a:pt x="71152" y="22443"/>
                              <a:pt x="71057" y="32540"/>
                              <a:pt x="64770" y="38826"/>
                            </a:cubicBezTo>
                            <a:lnTo>
                              <a:pt x="38862" y="64734"/>
                            </a:lnTo>
                            <a:cubicBezTo>
                              <a:pt x="32576" y="71116"/>
                              <a:pt x="22479" y="71116"/>
                              <a:pt x="16193" y="64830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7" name="îṣ1íḋé">
                        <a:extLst>
                          <a:ext uri="{FF2B5EF4-FFF2-40B4-BE49-F238E27FC236}">
                            <a16:creationId xmlns:a16="http://schemas.microsoft.com/office/drawing/2014/main" id="{62890021-2C63-1A1D-3322-DDBDC1D37B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16322" y="3030283"/>
                        <a:ext cx="31075" cy="31039"/>
                      </a:xfrm>
                      <a:custGeom>
                        <a:avLst/>
                        <a:gdLst>
                          <a:gd name="connsiteX0" fmla="*/ 2596 w 31075"/>
                          <a:gd name="connsiteY0" fmla="*/ 28575 h 31039"/>
                          <a:gd name="connsiteX1" fmla="*/ 2500 w 31075"/>
                          <a:gd name="connsiteY1" fmla="*/ 28480 h 31039"/>
                          <a:gd name="connsiteX2" fmla="*/ 2500 w 31075"/>
                          <a:gd name="connsiteY2" fmla="*/ 16383 h 31039"/>
                          <a:gd name="connsiteX3" fmla="*/ 18883 w 31075"/>
                          <a:gd name="connsiteY3" fmla="*/ 0 h 31039"/>
                          <a:gd name="connsiteX4" fmla="*/ 31075 w 31075"/>
                          <a:gd name="connsiteY4" fmla="*/ 12192 h 31039"/>
                          <a:gd name="connsiteX5" fmla="*/ 14692 w 31075"/>
                          <a:gd name="connsiteY5" fmla="*/ 28575 h 31039"/>
                          <a:gd name="connsiteX6" fmla="*/ 2596 w 31075"/>
                          <a:gd name="connsiteY6" fmla="*/ 28575 h 310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075" h="31039">
                            <a:moveTo>
                              <a:pt x="2596" y="28575"/>
                            </a:moveTo>
                            <a:lnTo>
                              <a:pt x="2500" y="28480"/>
                            </a:lnTo>
                            <a:cubicBezTo>
                              <a:pt x="-833" y="25146"/>
                              <a:pt x="-833" y="19717"/>
                              <a:pt x="2500" y="16383"/>
                            </a:cubicBezTo>
                            <a:lnTo>
                              <a:pt x="18883" y="0"/>
                            </a:lnTo>
                            <a:lnTo>
                              <a:pt x="31075" y="12192"/>
                            </a:lnTo>
                            <a:lnTo>
                              <a:pt x="14692" y="28575"/>
                            </a:lnTo>
                            <a:cubicBezTo>
                              <a:pt x="11359" y="31813"/>
                              <a:pt x="5929" y="31909"/>
                              <a:pt x="2596" y="28575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8" name="iš1iḋe">
                        <a:extLst>
                          <a:ext uri="{FF2B5EF4-FFF2-40B4-BE49-F238E27FC236}">
                            <a16:creationId xmlns:a16="http://schemas.microsoft.com/office/drawing/2014/main" id="{0170938A-28C3-CF3E-3B56-8BC113859E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23457" y="2986539"/>
                        <a:ext cx="67588" cy="67588"/>
                      </a:xfrm>
                      <a:custGeom>
                        <a:avLst/>
                        <a:gdLst>
                          <a:gd name="connsiteX0" fmla="*/ 4890 w 67588"/>
                          <a:gd name="connsiteY0" fmla="*/ 62889 h 67588"/>
                          <a:gd name="connsiteX1" fmla="*/ 4699 w 67588"/>
                          <a:gd name="connsiteY1" fmla="*/ 62699 h 67588"/>
                          <a:gd name="connsiteX2" fmla="*/ 3366 w 67588"/>
                          <a:gd name="connsiteY2" fmla="*/ 41554 h 67588"/>
                          <a:gd name="connsiteX3" fmla="*/ 30417 w 67588"/>
                          <a:gd name="connsiteY3" fmla="*/ 6311 h 67588"/>
                          <a:gd name="connsiteX4" fmla="*/ 54515 w 67588"/>
                          <a:gd name="connsiteY4" fmla="*/ 4692 h 67588"/>
                          <a:gd name="connsiteX5" fmla="*/ 62897 w 67588"/>
                          <a:gd name="connsiteY5" fmla="*/ 13074 h 67588"/>
                          <a:gd name="connsiteX6" fmla="*/ 61278 w 67588"/>
                          <a:gd name="connsiteY6" fmla="*/ 37172 h 67588"/>
                          <a:gd name="connsiteX7" fmla="*/ 26035 w 67588"/>
                          <a:gd name="connsiteY7" fmla="*/ 64223 h 67588"/>
                          <a:gd name="connsiteX8" fmla="*/ 4890 w 67588"/>
                          <a:gd name="connsiteY8" fmla="*/ 62889 h 675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7588" h="67588">
                            <a:moveTo>
                              <a:pt x="4890" y="62889"/>
                            </a:moveTo>
                            <a:lnTo>
                              <a:pt x="4699" y="62699"/>
                            </a:lnTo>
                            <a:cubicBezTo>
                              <a:pt x="-1016" y="56984"/>
                              <a:pt x="-1587" y="48030"/>
                              <a:pt x="3366" y="41554"/>
                            </a:cubicBezTo>
                            <a:lnTo>
                              <a:pt x="30417" y="6311"/>
                            </a:lnTo>
                            <a:cubicBezTo>
                              <a:pt x="36322" y="-1404"/>
                              <a:pt x="47657" y="-2166"/>
                              <a:pt x="54515" y="4692"/>
                            </a:cubicBezTo>
                            <a:lnTo>
                              <a:pt x="62897" y="13074"/>
                            </a:lnTo>
                            <a:cubicBezTo>
                              <a:pt x="69755" y="19932"/>
                              <a:pt x="68993" y="31267"/>
                              <a:pt x="61278" y="37172"/>
                            </a:cubicBezTo>
                            <a:lnTo>
                              <a:pt x="26035" y="64223"/>
                            </a:lnTo>
                            <a:cubicBezTo>
                              <a:pt x="19653" y="69176"/>
                              <a:pt x="10605" y="68605"/>
                              <a:pt x="4890" y="62889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9" name="i$ḷîḓè">
                        <a:extLst>
                          <a:ext uri="{FF2B5EF4-FFF2-40B4-BE49-F238E27FC236}">
                            <a16:creationId xmlns:a16="http://schemas.microsoft.com/office/drawing/2014/main" id="{6ABCDF7A-AC96-28AB-5E6E-5CCD14CE93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8196" y="2993707"/>
                        <a:ext cx="13489" cy="13525"/>
                      </a:xfrm>
                      <a:custGeom>
                        <a:avLst/>
                        <a:gdLst>
                          <a:gd name="connsiteX0" fmla="*/ 11490 w 13489"/>
                          <a:gd name="connsiteY0" fmla="*/ 11525 h 13525"/>
                          <a:gd name="connsiteX1" fmla="*/ 1965 w 13489"/>
                          <a:gd name="connsiteY1" fmla="*/ 11525 h 13525"/>
                          <a:gd name="connsiteX2" fmla="*/ 1965 w 13489"/>
                          <a:gd name="connsiteY2" fmla="*/ 2000 h 13525"/>
                          <a:gd name="connsiteX3" fmla="*/ 11490 w 13489"/>
                          <a:gd name="connsiteY3" fmla="*/ 2000 h 13525"/>
                          <a:gd name="connsiteX4" fmla="*/ 11490 w 13489"/>
                          <a:gd name="connsiteY4" fmla="*/ 11525 h 135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9" h="13525">
                            <a:moveTo>
                              <a:pt x="11490" y="11525"/>
                            </a:moveTo>
                            <a:cubicBezTo>
                              <a:pt x="8823" y="14192"/>
                              <a:pt x="4536" y="14192"/>
                              <a:pt x="1965" y="11525"/>
                            </a:cubicBezTo>
                            <a:cubicBezTo>
                              <a:pt x="-702" y="8858"/>
                              <a:pt x="-607" y="4572"/>
                              <a:pt x="1965" y="2000"/>
                            </a:cubicBezTo>
                            <a:cubicBezTo>
                              <a:pt x="4632" y="-667"/>
                              <a:pt x="8918" y="-667"/>
                              <a:pt x="11490" y="2000"/>
                            </a:cubicBezTo>
                            <a:cubicBezTo>
                              <a:pt x="14157" y="4667"/>
                              <a:pt x="14157" y="8954"/>
                              <a:pt x="11490" y="11525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0" name="îSľíde">
                        <a:extLst>
                          <a:ext uri="{FF2B5EF4-FFF2-40B4-BE49-F238E27FC236}">
                            <a16:creationId xmlns:a16="http://schemas.microsoft.com/office/drawing/2014/main" id="{124A25C6-0762-8825-91E9-3737E292CB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61446" y="2996993"/>
                        <a:ext cx="6989" cy="6953"/>
                      </a:xfrm>
                      <a:custGeom>
                        <a:avLst/>
                        <a:gdLst>
                          <a:gd name="connsiteX0" fmla="*/ 5953 w 6989"/>
                          <a:gd name="connsiteY0" fmla="*/ 5953 h 6953"/>
                          <a:gd name="connsiteX1" fmla="*/ 1000 w 6989"/>
                          <a:gd name="connsiteY1" fmla="*/ 5953 h 6953"/>
                          <a:gd name="connsiteX2" fmla="*/ 1000 w 6989"/>
                          <a:gd name="connsiteY2" fmla="*/ 1000 h 6953"/>
                          <a:gd name="connsiteX3" fmla="*/ 5953 w 6989"/>
                          <a:gd name="connsiteY3" fmla="*/ 1000 h 6953"/>
                          <a:gd name="connsiteX4" fmla="*/ 5953 w 6989"/>
                          <a:gd name="connsiteY4" fmla="*/ 5953 h 695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989" h="6953">
                            <a:moveTo>
                              <a:pt x="5953" y="5953"/>
                            </a:moveTo>
                            <a:cubicBezTo>
                              <a:pt x="4620" y="7287"/>
                              <a:pt x="2334" y="7287"/>
                              <a:pt x="1000" y="5953"/>
                            </a:cubicBezTo>
                            <a:cubicBezTo>
                              <a:pt x="-333" y="4620"/>
                              <a:pt x="-333" y="2334"/>
                              <a:pt x="1000" y="1000"/>
                            </a:cubicBezTo>
                            <a:cubicBezTo>
                              <a:pt x="2334" y="-333"/>
                              <a:pt x="4620" y="-333"/>
                              <a:pt x="5953" y="1000"/>
                            </a:cubicBezTo>
                            <a:cubicBezTo>
                              <a:pt x="7287" y="2334"/>
                              <a:pt x="7382" y="4620"/>
                              <a:pt x="5953" y="5953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8" name="îşḻiḓê">
                      <a:extLst>
                        <a:ext uri="{FF2B5EF4-FFF2-40B4-BE49-F238E27FC236}">
                          <a16:creationId xmlns:a16="http://schemas.microsoft.com/office/drawing/2014/main" id="{53B78C49-F874-B956-636E-063599E760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50516" y="3019174"/>
                      <a:ext cx="76319" cy="76283"/>
                      <a:chOff x="5850516" y="3019174"/>
                      <a:chExt cx="76319" cy="76283"/>
                    </a:xfrm>
                  </p:grpSpPr>
                  <p:sp>
                    <p:nvSpPr>
                      <p:cNvPr id="51" name="ïŝ1iḋe">
                        <a:extLst>
                          <a:ext uri="{FF2B5EF4-FFF2-40B4-BE49-F238E27FC236}">
                            <a16:creationId xmlns:a16="http://schemas.microsoft.com/office/drawing/2014/main" id="{5FEF32F5-CAC4-8E34-8BAB-7D2F5BA38A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7303" y="3019174"/>
                        <a:ext cx="69533" cy="69497"/>
                      </a:xfrm>
                      <a:custGeom>
                        <a:avLst/>
                        <a:gdLst>
                          <a:gd name="connsiteX0" fmla="*/ 16193 w 69533"/>
                          <a:gd name="connsiteY0" fmla="*/ 64830 h 69497"/>
                          <a:gd name="connsiteX1" fmla="*/ 4667 w 69533"/>
                          <a:gd name="connsiteY1" fmla="*/ 53304 h 69497"/>
                          <a:gd name="connsiteX2" fmla="*/ 4763 w 69533"/>
                          <a:gd name="connsiteY2" fmla="*/ 30635 h 69497"/>
                          <a:gd name="connsiteX3" fmla="*/ 30671 w 69533"/>
                          <a:gd name="connsiteY3" fmla="*/ 4727 h 69497"/>
                          <a:gd name="connsiteX4" fmla="*/ 53340 w 69533"/>
                          <a:gd name="connsiteY4" fmla="*/ 4632 h 69497"/>
                          <a:gd name="connsiteX5" fmla="*/ 64866 w 69533"/>
                          <a:gd name="connsiteY5" fmla="*/ 16157 h 69497"/>
                          <a:gd name="connsiteX6" fmla="*/ 64770 w 69533"/>
                          <a:gd name="connsiteY6" fmla="*/ 38826 h 69497"/>
                          <a:gd name="connsiteX7" fmla="*/ 38862 w 69533"/>
                          <a:gd name="connsiteY7" fmla="*/ 64734 h 69497"/>
                          <a:gd name="connsiteX8" fmla="*/ 16193 w 69533"/>
                          <a:gd name="connsiteY8" fmla="*/ 64830 h 6949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533" h="69497">
                            <a:moveTo>
                              <a:pt x="16193" y="64830"/>
                            </a:moveTo>
                            <a:lnTo>
                              <a:pt x="4667" y="53304"/>
                            </a:lnTo>
                            <a:cubicBezTo>
                              <a:pt x="-1619" y="47018"/>
                              <a:pt x="-1524" y="36921"/>
                              <a:pt x="4763" y="30635"/>
                            </a:cubicBezTo>
                            <a:lnTo>
                              <a:pt x="30671" y="4727"/>
                            </a:lnTo>
                            <a:cubicBezTo>
                              <a:pt x="36957" y="-1560"/>
                              <a:pt x="47149" y="-1560"/>
                              <a:pt x="53340" y="4632"/>
                            </a:cubicBezTo>
                            <a:lnTo>
                              <a:pt x="64866" y="16157"/>
                            </a:lnTo>
                            <a:cubicBezTo>
                              <a:pt x="71152" y="22443"/>
                              <a:pt x="71057" y="32540"/>
                              <a:pt x="64770" y="38826"/>
                            </a:cubicBezTo>
                            <a:lnTo>
                              <a:pt x="38862" y="64734"/>
                            </a:lnTo>
                            <a:cubicBezTo>
                              <a:pt x="32576" y="71021"/>
                              <a:pt x="22479" y="71116"/>
                              <a:pt x="16193" y="64830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" name="îSlïḓè">
                        <a:extLst>
                          <a:ext uri="{FF2B5EF4-FFF2-40B4-BE49-F238E27FC236}">
                            <a16:creationId xmlns:a16="http://schemas.microsoft.com/office/drawing/2014/main" id="{37D098D9-F037-10F9-5C1C-C05B813B00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0516" y="3064383"/>
                        <a:ext cx="31075" cy="31075"/>
                      </a:xfrm>
                      <a:custGeom>
                        <a:avLst/>
                        <a:gdLst>
                          <a:gd name="connsiteX0" fmla="*/ 2596 w 31075"/>
                          <a:gd name="connsiteY0" fmla="*/ 28575 h 31075"/>
                          <a:gd name="connsiteX1" fmla="*/ 2500 w 31075"/>
                          <a:gd name="connsiteY1" fmla="*/ 28480 h 31075"/>
                          <a:gd name="connsiteX2" fmla="*/ 2500 w 31075"/>
                          <a:gd name="connsiteY2" fmla="*/ 16383 h 31075"/>
                          <a:gd name="connsiteX3" fmla="*/ 18883 w 31075"/>
                          <a:gd name="connsiteY3" fmla="*/ 0 h 31075"/>
                          <a:gd name="connsiteX4" fmla="*/ 31075 w 31075"/>
                          <a:gd name="connsiteY4" fmla="*/ 12192 h 31075"/>
                          <a:gd name="connsiteX5" fmla="*/ 14692 w 31075"/>
                          <a:gd name="connsiteY5" fmla="*/ 28575 h 31075"/>
                          <a:gd name="connsiteX6" fmla="*/ 2596 w 31075"/>
                          <a:gd name="connsiteY6" fmla="*/ 28575 h 310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075" h="31075">
                            <a:moveTo>
                              <a:pt x="2596" y="28575"/>
                            </a:moveTo>
                            <a:lnTo>
                              <a:pt x="2500" y="28480"/>
                            </a:lnTo>
                            <a:cubicBezTo>
                              <a:pt x="-833" y="25146"/>
                              <a:pt x="-833" y="19717"/>
                              <a:pt x="2500" y="16383"/>
                            </a:cubicBezTo>
                            <a:lnTo>
                              <a:pt x="18883" y="0"/>
                            </a:lnTo>
                            <a:lnTo>
                              <a:pt x="31075" y="12192"/>
                            </a:lnTo>
                            <a:lnTo>
                              <a:pt x="14692" y="28575"/>
                            </a:lnTo>
                            <a:cubicBezTo>
                              <a:pt x="11263" y="31909"/>
                              <a:pt x="5929" y="31909"/>
                              <a:pt x="2596" y="28575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3" name="îṣḷiďè">
                        <a:extLst>
                          <a:ext uri="{FF2B5EF4-FFF2-40B4-BE49-F238E27FC236}">
                            <a16:creationId xmlns:a16="http://schemas.microsoft.com/office/drawing/2014/main" id="{5316B969-588E-DB7B-C13D-85D8F87219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57652" y="3020734"/>
                        <a:ext cx="67588" cy="67588"/>
                      </a:xfrm>
                      <a:custGeom>
                        <a:avLst/>
                        <a:gdLst>
                          <a:gd name="connsiteX0" fmla="*/ 4890 w 67588"/>
                          <a:gd name="connsiteY0" fmla="*/ 62890 h 67588"/>
                          <a:gd name="connsiteX1" fmla="*/ 4699 w 67588"/>
                          <a:gd name="connsiteY1" fmla="*/ 62699 h 67588"/>
                          <a:gd name="connsiteX2" fmla="*/ 3366 w 67588"/>
                          <a:gd name="connsiteY2" fmla="*/ 41553 h 67588"/>
                          <a:gd name="connsiteX3" fmla="*/ 30417 w 67588"/>
                          <a:gd name="connsiteY3" fmla="*/ 6311 h 67588"/>
                          <a:gd name="connsiteX4" fmla="*/ 54515 w 67588"/>
                          <a:gd name="connsiteY4" fmla="*/ 4692 h 67588"/>
                          <a:gd name="connsiteX5" fmla="*/ 62897 w 67588"/>
                          <a:gd name="connsiteY5" fmla="*/ 13074 h 67588"/>
                          <a:gd name="connsiteX6" fmla="*/ 61278 w 67588"/>
                          <a:gd name="connsiteY6" fmla="*/ 37172 h 67588"/>
                          <a:gd name="connsiteX7" fmla="*/ 26035 w 67588"/>
                          <a:gd name="connsiteY7" fmla="*/ 64223 h 67588"/>
                          <a:gd name="connsiteX8" fmla="*/ 4890 w 67588"/>
                          <a:gd name="connsiteY8" fmla="*/ 62890 h 675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7588" h="67588">
                            <a:moveTo>
                              <a:pt x="4890" y="62890"/>
                            </a:moveTo>
                            <a:lnTo>
                              <a:pt x="4699" y="62699"/>
                            </a:lnTo>
                            <a:cubicBezTo>
                              <a:pt x="-1016" y="56984"/>
                              <a:pt x="-1587" y="48030"/>
                              <a:pt x="3366" y="41553"/>
                            </a:cubicBezTo>
                            <a:lnTo>
                              <a:pt x="30417" y="6311"/>
                            </a:lnTo>
                            <a:cubicBezTo>
                              <a:pt x="36322" y="-1404"/>
                              <a:pt x="47657" y="-2166"/>
                              <a:pt x="54515" y="4692"/>
                            </a:cubicBezTo>
                            <a:lnTo>
                              <a:pt x="62897" y="13074"/>
                            </a:lnTo>
                            <a:cubicBezTo>
                              <a:pt x="69755" y="19932"/>
                              <a:pt x="68993" y="31266"/>
                              <a:pt x="61278" y="37172"/>
                            </a:cubicBezTo>
                            <a:lnTo>
                              <a:pt x="26035" y="64223"/>
                            </a:lnTo>
                            <a:cubicBezTo>
                              <a:pt x="19558" y="69176"/>
                              <a:pt x="10605" y="68604"/>
                              <a:pt x="4890" y="62890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4" name="ïsliďê">
                        <a:extLst>
                          <a:ext uri="{FF2B5EF4-FFF2-40B4-BE49-F238E27FC236}">
                            <a16:creationId xmlns:a16="http://schemas.microsoft.com/office/drawing/2014/main" id="{10CB4221-3558-D264-B657-C2C5EE8CE2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92391" y="3027902"/>
                        <a:ext cx="13489" cy="13525"/>
                      </a:xfrm>
                      <a:custGeom>
                        <a:avLst/>
                        <a:gdLst>
                          <a:gd name="connsiteX0" fmla="*/ 11490 w 13489"/>
                          <a:gd name="connsiteY0" fmla="*/ 11525 h 13525"/>
                          <a:gd name="connsiteX1" fmla="*/ 1965 w 13489"/>
                          <a:gd name="connsiteY1" fmla="*/ 11525 h 13525"/>
                          <a:gd name="connsiteX2" fmla="*/ 1965 w 13489"/>
                          <a:gd name="connsiteY2" fmla="*/ 2000 h 13525"/>
                          <a:gd name="connsiteX3" fmla="*/ 11490 w 13489"/>
                          <a:gd name="connsiteY3" fmla="*/ 2000 h 13525"/>
                          <a:gd name="connsiteX4" fmla="*/ 11490 w 13489"/>
                          <a:gd name="connsiteY4" fmla="*/ 11525 h 135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9" h="13525">
                            <a:moveTo>
                              <a:pt x="11490" y="11525"/>
                            </a:moveTo>
                            <a:cubicBezTo>
                              <a:pt x="8823" y="14192"/>
                              <a:pt x="4536" y="14192"/>
                              <a:pt x="1965" y="11525"/>
                            </a:cubicBezTo>
                            <a:cubicBezTo>
                              <a:pt x="-607" y="8858"/>
                              <a:pt x="-702" y="4572"/>
                              <a:pt x="1965" y="2000"/>
                            </a:cubicBezTo>
                            <a:cubicBezTo>
                              <a:pt x="4632" y="-667"/>
                              <a:pt x="8918" y="-667"/>
                              <a:pt x="11490" y="2000"/>
                            </a:cubicBezTo>
                            <a:cubicBezTo>
                              <a:pt x="14157" y="4572"/>
                              <a:pt x="14157" y="8858"/>
                              <a:pt x="11490" y="11525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5" name="îśľïḓe">
                        <a:extLst>
                          <a:ext uri="{FF2B5EF4-FFF2-40B4-BE49-F238E27FC236}">
                            <a16:creationId xmlns:a16="http://schemas.microsoft.com/office/drawing/2014/main" id="{174B1543-435D-8C54-D179-432849E6F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95641" y="3031188"/>
                        <a:ext cx="6953" cy="6953"/>
                      </a:xfrm>
                      <a:custGeom>
                        <a:avLst/>
                        <a:gdLst>
                          <a:gd name="connsiteX0" fmla="*/ 5953 w 6953"/>
                          <a:gd name="connsiteY0" fmla="*/ 5953 h 6953"/>
                          <a:gd name="connsiteX1" fmla="*/ 1000 w 6953"/>
                          <a:gd name="connsiteY1" fmla="*/ 5953 h 6953"/>
                          <a:gd name="connsiteX2" fmla="*/ 1000 w 6953"/>
                          <a:gd name="connsiteY2" fmla="*/ 1000 h 6953"/>
                          <a:gd name="connsiteX3" fmla="*/ 5953 w 6953"/>
                          <a:gd name="connsiteY3" fmla="*/ 1000 h 6953"/>
                          <a:gd name="connsiteX4" fmla="*/ 5953 w 6953"/>
                          <a:gd name="connsiteY4" fmla="*/ 5953 h 695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953" h="6953">
                            <a:moveTo>
                              <a:pt x="5953" y="5953"/>
                            </a:moveTo>
                            <a:cubicBezTo>
                              <a:pt x="4620" y="7287"/>
                              <a:pt x="2334" y="7287"/>
                              <a:pt x="1000" y="5953"/>
                            </a:cubicBezTo>
                            <a:cubicBezTo>
                              <a:pt x="-333" y="4620"/>
                              <a:pt x="-333" y="2334"/>
                              <a:pt x="1000" y="1000"/>
                            </a:cubicBezTo>
                            <a:cubicBezTo>
                              <a:pt x="2334" y="-333"/>
                              <a:pt x="4620" y="-333"/>
                              <a:pt x="5953" y="1000"/>
                            </a:cubicBezTo>
                            <a:cubicBezTo>
                              <a:pt x="7287" y="2334"/>
                              <a:pt x="7287" y="4620"/>
                              <a:pt x="5953" y="5953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9" name="îṧ1idè">
                      <a:extLst>
                        <a:ext uri="{FF2B5EF4-FFF2-40B4-BE49-F238E27FC236}">
                          <a16:creationId xmlns:a16="http://schemas.microsoft.com/office/drawing/2014/main" id="{A34DFC26-977F-7AA7-AEAF-2B3B48F8EC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84616" y="3053369"/>
                      <a:ext cx="76414" cy="76283"/>
                      <a:chOff x="5884616" y="3053369"/>
                      <a:chExt cx="76414" cy="76283"/>
                    </a:xfrm>
                  </p:grpSpPr>
                  <p:sp>
                    <p:nvSpPr>
                      <p:cNvPr id="46" name="işḻîḋé">
                        <a:extLst>
                          <a:ext uri="{FF2B5EF4-FFF2-40B4-BE49-F238E27FC236}">
                            <a16:creationId xmlns:a16="http://schemas.microsoft.com/office/drawing/2014/main" id="{9888B1DC-B7EE-611F-76A5-65C6344082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91497" y="3053369"/>
                        <a:ext cx="69533" cy="69461"/>
                      </a:xfrm>
                      <a:custGeom>
                        <a:avLst/>
                        <a:gdLst>
                          <a:gd name="connsiteX0" fmla="*/ 16193 w 69533"/>
                          <a:gd name="connsiteY0" fmla="*/ 64830 h 69461"/>
                          <a:gd name="connsiteX1" fmla="*/ 4668 w 69533"/>
                          <a:gd name="connsiteY1" fmla="*/ 53304 h 69461"/>
                          <a:gd name="connsiteX2" fmla="*/ 4763 w 69533"/>
                          <a:gd name="connsiteY2" fmla="*/ 30635 h 69461"/>
                          <a:gd name="connsiteX3" fmla="*/ 30671 w 69533"/>
                          <a:gd name="connsiteY3" fmla="*/ 4727 h 69461"/>
                          <a:gd name="connsiteX4" fmla="*/ 53340 w 69533"/>
                          <a:gd name="connsiteY4" fmla="*/ 4632 h 69461"/>
                          <a:gd name="connsiteX5" fmla="*/ 64865 w 69533"/>
                          <a:gd name="connsiteY5" fmla="*/ 16157 h 69461"/>
                          <a:gd name="connsiteX6" fmla="*/ 64770 w 69533"/>
                          <a:gd name="connsiteY6" fmla="*/ 38826 h 69461"/>
                          <a:gd name="connsiteX7" fmla="*/ 38862 w 69533"/>
                          <a:gd name="connsiteY7" fmla="*/ 64734 h 69461"/>
                          <a:gd name="connsiteX8" fmla="*/ 16193 w 69533"/>
                          <a:gd name="connsiteY8" fmla="*/ 64830 h 694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533" h="69461">
                            <a:moveTo>
                              <a:pt x="16193" y="64830"/>
                            </a:moveTo>
                            <a:lnTo>
                              <a:pt x="4668" y="53304"/>
                            </a:lnTo>
                            <a:cubicBezTo>
                              <a:pt x="-1619" y="47018"/>
                              <a:pt x="-1524" y="36921"/>
                              <a:pt x="4763" y="30635"/>
                            </a:cubicBezTo>
                            <a:lnTo>
                              <a:pt x="30671" y="4727"/>
                            </a:lnTo>
                            <a:cubicBezTo>
                              <a:pt x="36957" y="-1560"/>
                              <a:pt x="47149" y="-1560"/>
                              <a:pt x="53340" y="4632"/>
                            </a:cubicBezTo>
                            <a:lnTo>
                              <a:pt x="64865" y="16157"/>
                            </a:lnTo>
                            <a:cubicBezTo>
                              <a:pt x="71152" y="22443"/>
                              <a:pt x="71057" y="32540"/>
                              <a:pt x="64770" y="38826"/>
                            </a:cubicBezTo>
                            <a:lnTo>
                              <a:pt x="38862" y="64734"/>
                            </a:lnTo>
                            <a:cubicBezTo>
                              <a:pt x="32576" y="71021"/>
                              <a:pt x="22384" y="71021"/>
                              <a:pt x="16193" y="64830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7" name="íṧlïḑé">
                        <a:extLst>
                          <a:ext uri="{FF2B5EF4-FFF2-40B4-BE49-F238E27FC236}">
                            <a16:creationId xmlns:a16="http://schemas.microsoft.com/office/drawing/2014/main" id="{CC748860-4289-743D-6CD5-9F11C0C07F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84616" y="3098577"/>
                        <a:ext cx="31075" cy="31075"/>
                      </a:xfrm>
                      <a:custGeom>
                        <a:avLst/>
                        <a:gdLst>
                          <a:gd name="connsiteX0" fmla="*/ 2596 w 31075"/>
                          <a:gd name="connsiteY0" fmla="*/ 28575 h 31075"/>
                          <a:gd name="connsiteX1" fmla="*/ 2500 w 31075"/>
                          <a:gd name="connsiteY1" fmla="*/ 28480 h 31075"/>
                          <a:gd name="connsiteX2" fmla="*/ 2500 w 31075"/>
                          <a:gd name="connsiteY2" fmla="*/ 16383 h 31075"/>
                          <a:gd name="connsiteX3" fmla="*/ 18883 w 31075"/>
                          <a:gd name="connsiteY3" fmla="*/ 0 h 31075"/>
                          <a:gd name="connsiteX4" fmla="*/ 31075 w 31075"/>
                          <a:gd name="connsiteY4" fmla="*/ 12192 h 31075"/>
                          <a:gd name="connsiteX5" fmla="*/ 14692 w 31075"/>
                          <a:gd name="connsiteY5" fmla="*/ 28575 h 31075"/>
                          <a:gd name="connsiteX6" fmla="*/ 2596 w 31075"/>
                          <a:gd name="connsiteY6" fmla="*/ 28575 h 310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075" h="31075">
                            <a:moveTo>
                              <a:pt x="2596" y="28575"/>
                            </a:moveTo>
                            <a:lnTo>
                              <a:pt x="2500" y="28480"/>
                            </a:lnTo>
                            <a:cubicBezTo>
                              <a:pt x="-833" y="25146"/>
                              <a:pt x="-833" y="19717"/>
                              <a:pt x="2500" y="16383"/>
                            </a:cubicBezTo>
                            <a:lnTo>
                              <a:pt x="18883" y="0"/>
                            </a:lnTo>
                            <a:lnTo>
                              <a:pt x="31075" y="12192"/>
                            </a:lnTo>
                            <a:lnTo>
                              <a:pt x="14692" y="28575"/>
                            </a:lnTo>
                            <a:cubicBezTo>
                              <a:pt x="11359" y="31909"/>
                              <a:pt x="5929" y="31909"/>
                              <a:pt x="2596" y="28575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8" name="íṩ1îḋé">
                        <a:extLst>
                          <a:ext uri="{FF2B5EF4-FFF2-40B4-BE49-F238E27FC236}">
                            <a16:creationId xmlns:a16="http://schemas.microsoft.com/office/drawing/2014/main" id="{74207507-6EE3-28EB-7FB1-11925567B6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91847" y="3054928"/>
                        <a:ext cx="67588" cy="67517"/>
                      </a:xfrm>
                      <a:custGeom>
                        <a:avLst/>
                        <a:gdLst>
                          <a:gd name="connsiteX0" fmla="*/ 4890 w 67588"/>
                          <a:gd name="connsiteY0" fmla="*/ 62890 h 67517"/>
                          <a:gd name="connsiteX1" fmla="*/ 4699 w 67588"/>
                          <a:gd name="connsiteY1" fmla="*/ 62699 h 67517"/>
                          <a:gd name="connsiteX2" fmla="*/ 3366 w 67588"/>
                          <a:gd name="connsiteY2" fmla="*/ 41553 h 67517"/>
                          <a:gd name="connsiteX3" fmla="*/ 30417 w 67588"/>
                          <a:gd name="connsiteY3" fmla="*/ 6311 h 67517"/>
                          <a:gd name="connsiteX4" fmla="*/ 54515 w 67588"/>
                          <a:gd name="connsiteY4" fmla="*/ 4692 h 67517"/>
                          <a:gd name="connsiteX5" fmla="*/ 62897 w 67588"/>
                          <a:gd name="connsiteY5" fmla="*/ 13074 h 67517"/>
                          <a:gd name="connsiteX6" fmla="*/ 61278 w 67588"/>
                          <a:gd name="connsiteY6" fmla="*/ 37172 h 67517"/>
                          <a:gd name="connsiteX7" fmla="*/ 26035 w 67588"/>
                          <a:gd name="connsiteY7" fmla="*/ 64223 h 67517"/>
                          <a:gd name="connsiteX8" fmla="*/ 4890 w 67588"/>
                          <a:gd name="connsiteY8" fmla="*/ 62890 h 675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7588" h="67517">
                            <a:moveTo>
                              <a:pt x="4890" y="62890"/>
                            </a:moveTo>
                            <a:lnTo>
                              <a:pt x="4699" y="62699"/>
                            </a:lnTo>
                            <a:cubicBezTo>
                              <a:pt x="-1016" y="56984"/>
                              <a:pt x="-1587" y="48031"/>
                              <a:pt x="3366" y="41553"/>
                            </a:cubicBezTo>
                            <a:lnTo>
                              <a:pt x="30417" y="6311"/>
                            </a:lnTo>
                            <a:cubicBezTo>
                              <a:pt x="36322" y="-1404"/>
                              <a:pt x="47657" y="-2166"/>
                              <a:pt x="54515" y="4692"/>
                            </a:cubicBezTo>
                            <a:lnTo>
                              <a:pt x="62897" y="13074"/>
                            </a:lnTo>
                            <a:cubicBezTo>
                              <a:pt x="69755" y="19932"/>
                              <a:pt x="68993" y="31266"/>
                              <a:pt x="61278" y="37172"/>
                            </a:cubicBezTo>
                            <a:lnTo>
                              <a:pt x="26035" y="64223"/>
                            </a:lnTo>
                            <a:cubicBezTo>
                              <a:pt x="19558" y="69081"/>
                              <a:pt x="10509" y="68509"/>
                              <a:pt x="4890" y="62890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9" name="îŝḷiḓê">
                        <a:extLst>
                          <a:ext uri="{FF2B5EF4-FFF2-40B4-BE49-F238E27FC236}">
                            <a16:creationId xmlns:a16="http://schemas.microsoft.com/office/drawing/2014/main" id="{F027EEC2-C09D-D289-6437-1549695654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6585" y="3062097"/>
                        <a:ext cx="13489" cy="13525"/>
                      </a:xfrm>
                      <a:custGeom>
                        <a:avLst/>
                        <a:gdLst>
                          <a:gd name="connsiteX0" fmla="*/ 11490 w 13489"/>
                          <a:gd name="connsiteY0" fmla="*/ 11525 h 13525"/>
                          <a:gd name="connsiteX1" fmla="*/ 1965 w 13489"/>
                          <a:gd name="connsiteY1" fmla="*/ 11525 h 13525"/>
                          <a:gd name="connsiteX2" fmla="*/ 1965 w 13489"/>
                          <a:gd name="connsiteY2" fmla="*/ 2000 h 13525"/>
                          <a:gd name="connsiteX3" fmla="*/ 11490 w 13489"/>
                          <a:gd name="connsiteY3" fmla="*/ 2000 h 13525"/>
                          <a:gd name="connsiteX4" fmla="*/ 11490 w 13489"/>
                          <a:gd name="connsiteY4" fmla="*/ 11525 h 135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9" h="13525">
                            <a:moveTo>
                              <a:pt x="11490" y="11525"/>
                            </a:moveTo>
                            <a:cubicBezTo>
                              <a:pt x="8823" y="14192"/>
                              <a:pt x="4536" y="14192"/>
                              <a:pt x="1965" y="11525"/>
                            </a:cubicBezTo>
                            <a:cubicBezTo>
                              <a:pt x="-702" y="8858"/>
                              <a:pt x="-607" y="4572"/>
                              <a:pt x="1965" y="2000"/>
                            </a:cubicBezTo>
                            <a:cubicBezTo>
                              <a:pt x="4632" y="-667"/>
                              <a:pt x="8918" y="-667"/>
                              <a:pt x="11490" y="2000"/>
                            </a:cubicBezTo>
                            <a:cubicBezTo>
                              <a:pt x="14157" y="4572"/>
                              <a:pt x="14157" y="8858"/>
                              <a:pt x="11490" y="11525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0" name="îṣlïḋê">
                        <a:extLst>
                          <a:ext uri="{FF2B5EF4-FFF2-40B4-BE49-F238E27FC236}">
                            <a16:creationId xmlns:a16="http://schemas.microsoft.com/office/drawing/2014/main" id="{7E18D29D-2D5D-AD5F-16D9-1DB12B3F88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9836" y="3065383"/>
                        <a:ext cx="6953" cy="6953"/>
                      </a:xfrm>
                      <a:custGeom>
                        <a:avLst/>
                        <a:gdLst>
                          <a:gd name="connsiteX0" fmla="*/ 5953 w 6953"/>
                          <a:gd name="connsiteY0" fmla="*/ 5953 h 6953"/>
                          <a:gd name="connsiteX1" fmla="*/ 1000 w 6953"/>
                          <a:gd name="connsiteY1" fmla="*/ 5953 h 6953"/>
                          <a:gd name="connsiteX2" fmla="*/ 1000 w 6953"/>
                          <a:gd name="connsiteY2" fmla="*/ 1000 h 6953"/>
                          <a:gd name="connsiteX3" fmla="*/ 5953 w 6953"/>
                          <a:gd name="connsiteY3" fmla="*/ 1000 h 6953"/>
                          <a:gd name="connsiteX4" fmla="*/ 5953 w 6953"/>
                          <a:gd name="connsiteY4" fmla="*/ 5953 h 695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953" h="6953">
                            <a:moveTo>
                              <a:pt x="5953" y="5953"/>
                            </a:moveTo>
                            <a:cubicBezTo>
                              <a:pt x="4620" y="7287"/>
                              <a:pt x="2334" y="7287"/>
                              <a:pt x="1000" y="5953"/>
                            </a:cubicBezTo>
                            <a:cubicBezTo>
                              <a:pt x="-333" y="4620"/>
                              <a:pt x="-333" y="2334"/>
                              <a:pt x="1000" y="1000"/>
                            </a:cubicBezTo>
                            <a:cubicBezTo>
                              <a:pt x="2334" y="-333"/>
                              <a:pt x="4620" y="-333"/>
                              <a:pt x="5953" y="1000"/>
                            </a:cubicBezTo>
                            <a:cubicBezTo>
                              <a:pt x="7287" y="2334"/>
                              <a:pt x="7287" y="4524"/>
                              <a:pt x="5953" y="5953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40" name="íṥļídê">
                      <a:extLst>
                        <a:ext uri="{FF2B5EF4-FFF2-40B4-BE49-F238E27FC236}">
                          <a16:creationId xmlns:a16="http://schemas.microsoft.com/office/drawing/2014/main" id="{5A361C7E-9105-554E-DF76-3064517027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18811" y="3087564"/>
                      <a:ext cx="76319" cy="76283"/>
                      <a:chOff x="5918811" y="3087564"/>
                      <a:chExt cx="76319" cy="76283"/>
                    </a:xfrm>
                  </p:grpSpPr>
                  <p:sp>
                    <p:nvSpPr>
                      <p:cNvPr id="41" name="íśḻîďe">
                        <a:extLst>
                          <a:ext uri="{FF2B5EF4-FFF2-40B4-BE49-F238E27FC236}">
                            <a16:creationId xmlns:a16="http://schemas.microsoft.com/office/drawing/2014/main" id="{327D03E0-F815-CFAD-95E3-CABBCFD2E3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5597" y="3087564"/>
                        <a:ext cx="69533" cy="69461"/>
                      </a:xfrm>
                      <a:custGeom>
                        <a:avLst/>
                        <a:gdLst>
                          <a:gd name="connsiteX0" fmla="*/ 16193 w 69533"/>
                          <a:gd name="connsiteY0" fmla="*/ 64830 h 69461"/>
                          <a:gd name="connsiteX1" fmla="*/ 4668 w 69533"/>
                          <a:gd name="connsiteY1" fmla="*/ 53304 h 69461"/>
                          <a:gd name="connsiteX2" fmla="*/ 4763 w 69533"/>
                          <a:gd name="connsiteY2" fmla="*/ 30635 h 69461"/>
                          <a:gd name="connsiteX3" fmla="*/ 30671 w 69533"/>
                          <a:gd name="connsiteY3" fmla="*/ 4727 h 69461"/>
                          <a:gd name="connsiteX4" fmla="*/ 53340 w 69533"/>
                          <a:gd name="connsiteY4" fmla="*/ 4632 h 69461"/>
                          <a:gd name="connsiteX5" fmla="*/ 64865 w 69533"/>
                          <a:gd name="connsiteY5" fmla="*/ 16157 h 69461"/>
                          <a:gd name="connsiteX6" fmla="*/ 64770 w 69533"/>
                          <a:gd name="connsiteY6" fmla="*/ 38826 h 69461"/>
                          <a:gd name="connsiteX7" fmla="*/ 38862 w 69533"/>
                          <a:gd name="connsiteY7" fmla="*/ 64734 h 69461"/>
                          <a:gd name="connsiteX8" fmla="*/ 16193 w 69533"/>
                          <a:gd name="connsiteY8" fmla="*/ 64830 h 694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533" h="69461">
                            <a:moveTo>
                              <a:pt x="16193" y="64830"/>
                            </a:moveTo>
                            <a:lnTo>
                              <a:pt x="4668" y="53304"/>
                            </a:lnTo>
                            <a:cubicBezTo>
                              <a:pt x="-1619" y="47018"/>
                              <a:pt x="-1524" y="36921"/>
                              <a:pt x="4763" y="30635"/>
                            </a:cubicBezTo>
                            <a:lnTo>
                              <a:pt x="30671" y="4727"/>
                            </a:lnTo>
                            <a:cubicBezTo>
                              <a:pt x="36957" y="-1560"/>
                              <a:pt x="47149" y="-1560"/>
                              <a:pt x="53340" y="4632"/>
                            </a:cubicBezTo>
                            <a:lnTo>
                              <a:pt x="64865" y="16157"/>
                            </a:lnTo>
                            <a:cubicBezTo>
                              <a:pt x="71152" y="22443"/>
                              <a:pt x="71057" y="32540"/>
                              <a:pt x="64770" y="38826"/>
                            </a:cubicBezTo>
                            <a:lnTo>
                              <a:pt x="38862" y="64734"/>
                            </a:lnTo>
                            <a:cubicBezTo>
                              <a:pt x="32671" y="71021"/>
                              <a:pt x="22479" y="71021"/>
                              <a:pt x="16193" y="64830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2" name="îṥļïḑè">
                        <a:extLst>
                          <a:ext uri="{FF2B5EF4-FFF2-40B4-BE49-F238E27FC236}">
                            <a16:creationId xmlns:a16="http://schemas.microsoft.com/office/drawing/2014/main" id="{E6DE4B0E-DFF4-5C44-755F-58F67916BE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8811" y="3132772"/>
                        <a:ext cx="31075" cy="31075"/>
                      </a:xfrm>
                      <a:custGeom>
                        <a:avLst/>
                        <a:gdLst>
                          <a:gd name="connsiteX0" fmla="*/ 2596 w 31075"/>
                          <a:gd name="connsiteY0" fmla="*/ 28575 h 31075"/>
                          <a:gd name="connsiteX1" fmla="*/ 2500 w 31075"/>
                          <a:gd name="connsiteY1" fmla="*/ 28480 h 31075"/>
                          <a:gd name="connsiteX2" fmla="*/ 2500 w 31075"/>
                          <a:gd name="connsiteY2" fmla="*/ 16383 h 31075"/>
                          <a:gd name="connsiteX3" fmla="*/ 18883 w 31075"/>
                          <a:gd name="connsiteY3" fmla="*/ 0 h 31075"/>
                          <a:gd name="connsiteX4" fmla="*/ 31075 w 31075"/>
                          <a:gd name="connsiteY4" fmla="*/ 12192 h 31075"/>
                          <a:gd name="connsiteX5" fmla="*/ 14692 w 31075"/>
                          <a:gd name="connsiteY5" fmla="*/ 28575 h 31075"/>
                          <a:gd name="connsiteX6" fmla="*/ 2596 w 31075"/>
                          <a:gd name="connsiteY6" fmla="*/ 28575 h 310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075" h="31075">
                            <a:moveTo>
                              <a:pt x="2596" y="28575"/>
                            </a:moveTo>
                            <a:lnTo>
                              <a:pt x="2500" y="28480"/>
                            </a:lnTo>
                            <a:cubicBezTo>
                              <a:pt x="-833" y="25146"/>
                              <a:pt x="-833" y="19717"/>
                              <a:pt x="2500" y="16383"/>
                            </a:cubicBezTo>
                            <a:lnTo>
                              <a:pt x="18883" y="0"/>
                            </a:lnTo>
                            <a:lnTo>
                              <a:pt x="31075" y="12192"/>
                            </a:lnTo>
                            <a:lnTo>
                              <a:pt x="14692" y="28575"/>
                            </a:lnTo>
                            <a:cubicBezTo>
                              <a:pt x="11359" y="31909"/>
                              <a:pt x="5929" y="31909"/>
                              <a:pt x="2596" y="28575"/>
                            </a:cubicBezTo>
                            <a:close/>
                          </a:path>
                        </a:pathLst>
                      </a:custGeom>
                      <a:solidFill>
                        <a:srgbClr val="39B54A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3" name="iSľíḍè">
                        <a:extLst>
                          <a:ext uri="{FF2B5EF4-FFF2-40B4-BE49-F238E27FC236}">
                            <a16:creationId xmlns:a16="http://schemas.microsoft.com/office/drawing/2014/main" id="{77BF7D36-697D-883C-A4D1-5085EF041A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25946" y="3089028"/>
                        <a:ext cx="67588" cy="67588"/>
                      </a:xfrm>
                      <a:custGeom>
                        <a:avLst/>
                        <a:gdLst>
                          <a:gd name="connsiteX0" fmla="*/ 4890 w 67588"/>
                          <a:gd name="connsiteY0" fmla="*/ 62890 h 67588"/>
                          <a:gd name="connsiteX1" fmla="*/ 4699 w 67588"/>
                          <a:gd name="connsiteY1" fmla="*/ 62699 h 67588"/>
                          <a:gd name="connsiteX2" fmla="*/ 3366 w 67588"/>
                          <a:gd name="connsiteY2" fmla="*/ 41553 h 67588"/>
                          <a:gd name="connsiteX3" fmla="*/ 30417 w 67588"/>
                          <a:gd name="connsiteY3" fmla="*/ 6311 h 67588"/>
                          <a:gd name="connsiteX4" fmla="*/ 54515 w 67588"/>
                          <a:gd name="connsiteY4" fmla="*/ 4692 h 67588"/>
                          <a:gd name="connsiteX5" fmla="*/ 62897 w 67588"/>
                          <a:gd name="connsiteY5" fmla="*/ 13074 h 67588"/>
                          <a:gd name="connsiteX6" fmla="*/ 61278 w 67588"/>
                          <a:gd name="connsiteY6" fmla="*/ 37172 h 67588"/>
                          <a:gd name="connsiteX7" fmla="*/ 26035 w 67588"/>
                          <a:gd name="connsiteY7" fmla="*/ 64223 h 67588"/>
                          <a:gd name="connsiteX8" fmla="*/ 4890 w 67588"/>
                          <a:gd name="connsiteY8" fmla="*/ 62890 h 675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7588" h="67588">
                            <a:moveTo>
                              <a:pt x="4890" y="62890"/>
                            </a:moveTo>
                            <a:lnTo>
                              <a:pt x="4699" y="62699"/>
                            </a:lnTo>
                            <a:cubicBezTo>
                              <a:pt x="-1016" y="56984"/>
                              <a:pt x="-1587" y="48031"/>
                              <a:pt x="3366" y="41553"/>
                            </a:cubicBezTo>
                            <a:lnTo>
                              <a:pt x="30417" y="6311"/>
                            </a:lnTo>
                            <a:cubicBezTo>
                              <a:pt x="36322" y="-1404"/>
                              <a:pt x="47657" y="-2166"/>
                              <a:pt x="54515" y="4692"/>
                            </a:cubicBezTo>
                            <a:lnTo>
                              <a:pt x="62897" y="13074"/>
                            </a:lnTo>
                            <a:cubicBezTo>
                              <a:pt x="69755" y="19932"/>
                              <a:pt x="68993" y="31266"/>
                              <a:pt x="61278" y="37172"/>
                            </a:cubicBezTo>
                            <a:lnTo>
                              <a:pt x="26035" y="64223"/>
                            </a:lnTo>
                            <a:cubicBezTo>
                              <a:pt x="19653" y="69176"/>
                              <a:pt x="10605" y="68604"/>
                              <a:pt x="4890" y="62890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4" name="ïṧliďé">
                        <a:extLst>
                          <a:ext uri="{FF2B5EF4-FFF2-40B4-BE49-F238E27FC236}">
                            <a16:creationId xmlns:a16="http://schemas.microsoft.com/office/drawing/2014/main" id="{3A3CB43A-135B-869D-85FB-7C6B85D1EC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0744" y="3096291"/>
                        <a:ext cx="13489" cy="13525"/>
                      </a:xfrm>
                      <a:custGeom>
                        <a:avLst/>
                        <a:gdLst>
                          <a:gd name="connsiteX0" fmla="*/ 11525 w 13489"/>
                          <a:gd name="connsiteY0" fmla="*/ 11525 h 13525"/>
                          <a:gd name="connsiteX1" fmla="*/ 2000 w 13489"/>
                          <a:gd name="connsiteY1" fmla="*/ 11525 h 13525"/>
                          <a:gd name="connsiteX2" fmla="*/ 2000 w 13489"/>
                          <a:gd name="connsiteY2" fmla="*/ 2000 h 13525"/>
                          <a:gd name="connsiteX3" fmla="*/ 11525 w 13489"/>
                          <a:gd name="connsiteY3" fmla="*/ 2000 h 13525"/>
                          <a:gd name="connsiteX4" fmla="*/ 11525 w 13489"/>
                          <a:gd name="connsiteY4" fmla="*/ 11525 h 135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9" h="13525">
                            <a:moveTo>
                              <a:pt x="11525" y="11525"/>
                            </a:moveTo>
                            <a:cubicBezTo>
                              <a:pt x="8858" y="14192"/>
                              <a:pt x="4572" y="14192"/>
                              <a:pt x="2000" y="11525"/>
                            </a:cubicBezTo>
                            <a:cubicBezTo>
                              <a:pt x="-667" y="8858"/>
                              <a:pt x="-667" y="4572"/>
                              <a:pt x="2000" y="2000"/>
                            </a:cubicBezTo>
                            <a:cubicBezTo>
                              <a:pt x="4667" y="-667"/>
                              <a:pt x="8954" y="-667"/>
                              <a:pt x="11525" y="2000"/>
                            </a:cubicBezTo>
                            <a:cubicBezTo>
                              <a:pt x="14192" y="4572"/>
                              <a:pt x="14097" y="8858"/>
                              <a:pt x="11525" y="11525"/>
                            </a:cubicBezTo>
                            <a:close/>
                          </a:path>
                        </a:pathLst>
                      </a:custGeom>
                      <a:solidFill>
                        <a:srgbClr val="D7DF2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5" name="íśļíḍe">
                        <a:extLst>
                          <a:ext uri="{FF2B5EF4-FFF2-40B4-BE49-F238E27FC236}">
                            <a16:creationId xmlns:a16="http://schemas.microsoft.com/office/drawing/2014/main" id="{29D963C2-6355-C8E8-A29C-FC72D9269F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4031" y="3099482"/>
                        <a:ext cx="6953" cy="6953"/>
                      </a:xfrm>
                      <a:custGeom>
                        <a:avLst/>
                        <a:gdLst>
                          <a:gd name="connsiteX0" fmla="*/ 5953 w 6953"/>
                          <a:gd name="connsiteY0" fmla="*/ 5953 h 6953"/>
                          <a:gd name="connsiteX1" fmla="*/ 1000 w 6953"/>
                          <a:gd name="connsiteY1" fmla="*/ 5953 h 6953"/>
                          <a:gd name="connsiteX2" fmla="*/ 1000 w 6953"/>
                          <a:gd name="connsiteY2" fmla="*/ 1000 h 6953"/>
                          <a:gd name="connsiteX3" fmla="*/ 5953 w 6953"/>
                          <a:gd name="connsiteY3" fmla="*/ 1000 h 6953"/>
                          <a:gd name="connsiteX4" fmla="*/ 5953 w 6953"/>
                          <a:gd name="connsiteY4" fmla="*/ 5953 h 695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953" h="6953">
                            <a:moveTo>
                              <a:pt x="5953" y="5953"/>
                            </a:moveTo>
                            <a:cubicBezTo>
                              <a:pt x="4620" y="7287"/>
                              <a:pt x="2334" y="7287"/>
                              <a:pt x="1000" y="5953"/>
                            </a:cubicBezTo>
                            <a:cubicBezTo>
                              <a:pt x="-333" y="4620"/>
                              <a:pt x="-333" y="2334"/>
                              <a:pt x="1000" y="1000"/>
                            </a:cubicBezTo>
                            <a:cubicBezTo>
                              <a:pt x="2334" y="-333"/>
                              <a:pt x="4620" y="-333"/>
                              <a:pt x="5953" y="1000"/>
                            </a:cubicBezTo>
                            <a:cubicBezTo>
                              <a:pt x="7287" y="2429"/>
                              <a:pt x="7287" y="4620"/>
                              <a:pt x="5953" y="5953"/>
                            </a:cubicBezTo>
                            <a:close/>
                          </a:path>
                        </a:pathLst>
                      </a:custGeom>
                      <a:solidFill>
                        <a:srgbClr val="8DC63F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25" name="işliḋe">
                    <a:extLst>
                      <a:ext uri="{FF2B5EF4-FFF2-40B4-BE49-F238E27FC236}">
                        <a16:creationId xmlns:a16="http://schemas.microsoft.com/office/drawing/2014/main" id="{FC50A808-B8E4-D2DC-4807-5DD872C192FA}"/>
                      </a:ext>
                    </a:extLst>
                  </p:cNvPr>
                  <p:cNvGrpSpPr/>
                  <p:nvPr/>
                </p:nvGrpSpPr>
                <p:grpSpPr>
                  <a:xfrm>
                    <a:off x="8027221" y="740773"/>
                    <a:ext cx="382376" cy="291958"/>
                    <a:chOff x="5844444" y="2632583"/>
                    <a:chExt cx="86241" cy="65848"/>
                  </a:xfrm>
                </p:grpSpPr>
                <p:sp>
                  <p:nvSpPr>
                    <p:cNvPr id="26" name="ïsḷîḑe">
                      <a:extLst>
                        <a:ext uri="{FF2B5EF4-FFF2-40B4-BE49-F238E27FC236}">
                          <a16:creationId xmlns:a16="http://schemas.microsoft.com/office/drawing/2014/main" id="{249F8FCF-9330-803C-32F6-342AA9DBAB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4444" y="2632583"/>
                      <a:ext cx="57912" cy="39845"/>
                    </a:xfrm>
                    <a:custGeom>
                      <a:avLst/>
                      <a:gdLst>
                        <a:gd name="connsiteX0" fmla="*/ 57912 w 57912"/>
                        <a:gd name="connsiteY0" fmla="*/ 9746 h 39845"/>
                        <a:gd name="connsiteX1" fmla="*/ 28861 w 57912"/>
                        <a:gd name="connsiteY1" fmla="*/ 31 h 39845"/>
                        <a:gd name="connsiteX2" fmla="*/ 0 w 57912"/>
                        <a:gd name="connsiteY2" fmla="*/ 25558 h 39845"/>
                        <a:gd name="connsiteX3" fmla="*/ 33052 w 57912"/>
                        <a:gd name="connsiteY3" fmla="*/ 39845 h 39845"/>
                        <a:gd name="connsiteX4" fmla="*/ 57912 w 57912"/>
                        <a:gd name="connsiteY4" fmla="*/ 9746 h 398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7912" h="39845">
                          <a:moveTo>
                            <a:pt x="57912" y="9746"/>
                          </a:moveTo>
                          <a:cubicBezTo>
                            <a:pt x="57912" y="9746"/>
                            <a:pt x="56007" y="-636"/>
                            <a:pt x="28861" y="31"/>
                          </a:cubicBezTo>
                          <a:cubicBezTo>
                            <a:pt x="1715" y="698"/>
                            <a:pt x="0" y="25558"/>
                            <a:pt x="0" y="25558"/>
                          </a:cubicBezTo>
                          <a:lnTo>
                            <a:pt x="33052" y="39845"/>
                          </a:lnTo>
                          <a:lnTo>
                            <a:pt x="57912" y="9746"/>
                          </a:lnTo>
                          <a:close/>
                        </a:path>
                      </a:pathLst>
                    </a:custGeom>
                    <a:solidFill>
                      <a:srgbClr val="B5E26D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7" name="íŝ1iḓe">
                      <a:extLst>
                        <a:ext uri="{FF2B5EF4-FFF2-40B4-BE49-F238E27FC236}">
                          <a16:creationId xmlns:a16="http://schemas.microsoft.com/office/drawing/2014/main" id="{DFEF2FCD-40B5-A50C-E872-F2A227F224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63717" y="2633508"/>
                      <a:ext cx="58165" cy="46862"/>
                    </a:xfrm>
                    <a:custGeom>
                      <a:avLst/>
                      <a:gdLst>
                        <a:gd name="connsiteX0" fmla="*/ 58166 w 58165"/>
                        <a:gd name="connsiteY0" fmla="*/ 33492 h 46862"/>
                        <a:gd name="connsiteX1" fmla="*/ 36544 w 58165"/>
                        <a:gd name="connsiteY1" fmla="*/ 2155 h 46862"/>
                        <a:gd name="connsiteX2" fmla="*/ 3207 w 58165"/>
                        <a:gd name="connsiteY2" fmla="*/ 43493 h 46862"/>
                        <a:gd name="connsiteX3" fmla="*/ 30829 w 58165"/>
                        <a:gd name="connsiteY3" fmla="*/ 46160 h 46862"/>
                        <a:gd name="connsiteX4" fmla="*/ 58166 w 58165"/>
                        <a:gd name="connsiteY4" fmla="*/ 33492 h 468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8165" h="46862">
                          <a:moveTo>
                            <a:pt x="58166" y="33492"/>
                          </a:moveTo>
                          <a:cubicBezTo>
                            <a:pt x="58166" y="33492"/>
                            <a:pt x="50260" y="-10038"/>
                            <a:pt x="36544" y="2155"/>
                          </a:cubicBezTo>
                          <a:cubicBezTo>
                            <a:pt x="22923" y="14347"/>
                            <a:pt x="-10414" y="38064"/>
                            <a:pt x="3207" y="43493"/>
                          </a:cubicBezTo>
                          <a:cubicBezTo>
                            <a:pt x="16923" y="48922"/>
                            <a:pt x="30829" y="46160"/>
                            <a:pt x="30829" y="46160"/>
                          </a:cubicBezTo>
                          <a:lnTo>
                            <a:pt x="58166" y="33492"/>
                          </a:lnTo>
                          <a:close/>
                        </a:path>
                      </a:pathLst>
                    </a:custGeom>
                    <a:solidFill>
                      <a:srgbClr val="A3D65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" name="ís1iḑè">
                      <a:extLst>
                        <a:ext uri="{FF2B5EF4-FFF2-40B4-BE49-F238E27FC236}">
                          <a16:creationId xmlns:a16="http://schemas.microsoft.com/office/drawing/2014/main" id="{13E10B62-9BF1-F537-DCC8-84936B26B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3193" y="2660161"/>
                      <a:ext cx="57492" cy="38270"/>
                    </a:xfrm>
                    <a:custGeom>
                      <a:avLst/>
                      <a:gdLst>
                        <a:gd name="connsiteX0" fmla="*/ 43356 w 57492"/>
                        <a:gd name="connsiteY0" fmla="*/ 30746 h 38270"/>
                        <a:gd name="connsiteX1" fmla="*/ 33831 w 57492"/>
                        <a:gd name="connsiteY1" fmla="*/ 2552 h 38270"/>
                        <a:gd name="connsiteX2" fmla="*/ 2493 w 57492"/>
                        <a:gd name="connsiteY2" fmla="*/ 38271 h 38270"/>
                        <a:gd name="connsiteX3" fmla="*/ 43356 w 57492"/>
                        <a:gd name="connsiteY3" fmla="*/ 30746 h 382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7492" h="38270">
                          <a:moveTo>
                            <a:pt x="43356" y="30746"/>
                          </a:moveTo>
                          <a:cubicBezTo>
                            <a:pt x="43356" y="30746"/>
                            <a:pt x="80789" y="-10497"/>
                            <a:pt x="33831" y="2552"/>
                          </a:cubicBezTo>
                          <a:cubicBezTo>
                            <a:pt x="-13128" y="15506"/>
                            <a:pt x="2493" y="38271"/>
                            <a:pt x="2493" y="38271"/>
                          </a:cubicBezTo>
                          <a:lnTo>
                            <a:pt x="43356" y="30746"/>
                          </a:lnTo>
                          <a:close/>
                        </a:path>
                      </a:pathLst>
                    </a:custGeom>
                    <a:solidFill>
                      <a:srgbClr val="8DC63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85C3AAEF-4E1C-A115-4019-417947FCD25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716947" y="2507528"/>
                  <a:ext cx="199484" cy="360000"/>
                  <a:chOff x="2549790" y="4150185"/>
                  <a:chExt cx="200398" cy="361650"/>
                </a:xfrm>
              </p:grpSpPr>
              <p:sp>
                <p:nvSpPr>
                  <p:cNvPr id="18" name="íṧľiḋe">
                    <a:extLst>
                      <a:ext uri="{FF2B5EF4-FFF2-40B4-BE49-F238E27FC236}">
                        <a16:creationId xmlns:a16="http://schemas.microsoft.com/office/drawing/2014/main" id="{210D8CFD-78EE-52B1-1FFC-D0C4EAB73F2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53580" y="4348069"/>
                    <a:ext cx="82961" cy="95530"/>
                  </a:xfrm>
                  <a:custGeom>
                    <a:avLst/>
                    <a:gdLst>
                      <a:gd name="T0" fmla="*/ 0 w 68"/>
                      <a:gd name="T1" fmla="*/ 78 h 78"/>
                      <a:gd name="T2" fmla="*/ 68 w 68"/>
                      <a:gd name="T3" fmla="*/ 0 h 78"/>
                      <a:gd name="T4" fmla="*/ 0 w 68"/>
                      <a:gd name="T5" fmla="*/ 78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8" h="78">
                        <a:moveTo>
                          <a:pt x="0" y="78"/>
                        </a:moveTo>
                        <a:cubicBezTo>
                          <a:pt x="0" y="78"/>
                          <a:pt x="1" y="9"/>
                          <a:pt x="68" y="0"/>
                        </a:cubicBezTo>
                        <a:cubicBezTo>
                          <a:pt x="68" y="0"/>
                          <a:pt x="57" y="67"/>
                          <a:pt x="0" y="78"/>
                        </a:cubicBezTo>
                        <a:close/>
                      </a:path>
                    </a:pathLst>
                  </a:custGeom>
                  <a:solidFill>
                    <a:srgbClr val="7487B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9" name="îsḻiḓê">
                    <a:extLst>
                      <a:ext uri="{FF2B5EF4-FFF2-40B4-BE49-F238E27FC236}">
                        <a16:creationId xmlns:a16="http://schemas.microsoft.com/office/drawing/2014/main" id="{F3A6210B-9860-1C2B-7602-CE8F639E85E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73134" y="4378595"/>
                    <a:ext cx="76855" cy="85834"/>
                  </a:xfrm>
                  <a:custGeom>
                    <a:avLst/>
                    <a:gdLst>
                      <a:gd name="T0" fmla="*/ 63 w 63"/>
                      <a:gd name="T1" fmla="*/ 70 h 70"/>
                      <a:gd name="T2" fmla="*/ 0 w 63"/>
                      <a:gd name="T3" fmla="*/ 0 h 70"/>
                      <a:gd name="T4" fmla="*/ 63 w 63"/>
                      <a:gd name="T5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3" h="70">
                        <a:moveTo>
                          <a:pt x="63" y="70"/>
                        </a:moveTo>
                        <a:cubicBezTo>
                          <a:pt x="63" y="70"/>
                          <a:pt x="62" y="6"/>
                          <a:pt x="0" y="0"/>
                        </a:cubicBezTo>
                        <a:cubicBezTo>
                          <a:pt x="0" y="0"/>
                          <a:pt x="6" y="64"/>
                          <a:pt x="63" y="70"/>
                        </a:cubicBezTo>
                        <a:close/>
                      </a:path>
                    </a:pathLst>
                  </a:custGeom>
                  <a:solidFill>
                    <a:srgbClr val="7487B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0" name="ïṣḻíḑê">
                    <a:extLst>
                      <a:ext uri="{FF2B5EF4-FFF2-40B4-BE49-F238E27FC236}">
                        <a16:creationId xmlns:a16="http://schemas.microsoft.com/office/drawing/2014/main" id="{C73E36D5-12EA-8589-A711-97FE06415A6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41370" y="4255412"/>
                    <a:ext cx="29449" cy="256423"/>
                  </a:xfrm>
                  <a:custGeom>
                    <a:avLst/>
                    <a:gdLst>
                      <a:gd name="T0" fmla="*/ 7 w 24"/>
                      <a:gd name="T1" fmla="*/ 0 h 210"/>
                      <a:gd name="T2" fmla="*/ 0 w 24"/>
                      <a:gd name="T3" fmla="*/ 210 h 2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4" h="210">
                        <a:moveTo>
                          <a:pt x="7" y="0"/>
                        </a:moveTo>
                        <a:cubicBezTo>
                          <a:pt x="7" y="0"/>
                          <a:pt x="24" y="106"/>
                          <a:pt x="0" y="210"/>
                        </a:cubicBezTo>
                      </a:path>
                    </a:pathLst>
                  </a:custGeom>
                  <a:noFill/>
                  <a:ln w="22225" cap="flat">
                    <a:solidFill>
                      <a:srgbClr val="61678B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1" name="íšḷiḓé">
                    <a:extLst>
                      <a:ext uri="{FF2B5EF4-FFF2-40B4-BE49-F238E27FC236}">
                        <a16:creationId xmlns:a16="http://schemas.microsoft.com/office/drawing/2014/main" id="{1077A008-89F2-C478-6F29-763F39336E1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49790" y="4150185"/>
                    <a:ext cx="200398" cy="199321"/>
                  </a:xfrm>
                  <a:custGeom>
                    <a:avLst/>
                    <a:gdLst>
                      <a:gd name="T0" fmla="*/ 158 w 164"/>
                      <a:gd name="T1" fmla="*/ 104 h 163"/>
                      <a:gd name="T2" fmla="*/ 132 w 164"/>
                      <a:gd name="T3" fmla="*/ 77 h 163"/>
                      <a:gd name="T4" fmla="*/ 129 w 164"/>
                      <a:gd name="T5" fmla="*/ 77 h 163"/>
                      <a:gd name="T6" fmla="*/ 132 w 164"/>
                      <a:gd name="T7" fmla="*/ 76 h 163"/>
                      <a:gd name="T8" fmla="*/ 152 w 164"/>
                      <a:gd name="T9" fmla="*/ 44 h 163"/>
                      <a:gd name="T10" fmla="*/ 114 w 164"/>
                      <a:gd name="T11" fmla="*/ 43 h 163"/>
                      <a:gd name="T12" fmla="*/ 112 w 164"/>
                      <a:gd name="T13" fmla="*/ 45 h 163"/>
                      <a:gd name="T14" fmla="*/ 113 w 164"/>
                      <a:gd name="T15" fmla="*/ 43 h 163"/>
                      <a:gd name="T16" fmla="*/ 105 w 164"/>
                      <a:gd name="T17" fmla="*/ 6 h 163"/>
                      <a:gd name="T18" fmla="*/ 78 w 164"/>
                      <a:gd name="T19" fmla="*/ 32 h 163"/>
                      <a:gd name="T20" fmla="*/ 78 w 164"/>
                      <a:gd name="T21" fmla="*/ 34 h 163"/>
                      <a:gd name="T22" fmla="*/ 77 w 164"/>
                      <a:gd name="T23" fmla="*/ 32 h 163"/>
                      <a:gd name="T24" fmla="*/ 45 w 164"/>
                      <a:gd name="T25" fmla="*/ 12 h 163"/>
                      <a:gd name="T26" fmla="*/ 44 w 164"/>
                      <a:gd name="T27" fmla="*/ 49 h 163"/>
                      <a:gd name="T28" fmla="*/ 46 w 164"/>
                      <a:gd name="T29" fmla="*/ 51 h 163"/>
                      <a:gd name="T30" fmla="*/ 43 w 164"/>
                      <a:gd name="T31" fmla="*/ 50 h 163"/>
                      <a:gd name="T32" fmla="*/ 6 w 164"/>
                      <a:gd name="T33" fmla="*/ 58 h 163"/>
                      <a:gd name="T34" fmla="*/ 32 w 164"/>
                      <a:gd name="T35" fmla="*/ 86 h 163"/>
                      <a:gd name="T36" fmla="*/ 35 w 164"/>
                      <a:gd name="T37" fmla="*/ 86 h 163"/>
                      <a:gd name="T38" fmla="*/ 33 w 164"/>
                      <a:gd name="T39" fmla="*/ 87 h 163"/>
                      <a:gd name="T40" fmla="*/ 12 w 164"/>
                      <a:gd name="T41" fmla="*/ 118 h 163"/>
                      <a:gd name="T42" fmla="*/ 50 w 164"/>
                      <a:gd name="T43" fmla="*/ 120 h 163"/>
                      <a:gd name="T44" fmla="*/ 52 w 164"/>
                      <a:gd name="T45" fmla="*/ 118 h 163"/>
                      <a:gd name="T46" fmla="*/ 51 w 164"/>
                      <a:gd name="T47" fmla="*/ 120 h 163"/>
                      <a:gd name="T48" fmla="*/ 59 w 164"/>
                      <a:gd name="T49" fmla="*/ 157 h 163"/>
                      <a:gd name="T50" fmla="*/ 86 w 164"/>
                      <a:gd name="T51" fmla="*/ 131 h 163"/>
                      <a:gd name="T52" fmla="*/ 87 w 164"/>
                      <a:gd name="T53" fmla="*/ 128 h 163"/>
                      <a:gd name="T54" fmla="*/ 87 w 164"/>
                      <a:gd name="T55" fmla="*/ 131 h 163"/>
                      <a:gd name="T56" fmla="*/ 119 w 164"/>
                      <a:gd name="T57" fmla="*/ 151 h 163"/>
                      <a:gd name="T58" fmla="*/ 120 w 164"/>
                      <a:gd name="T59" fmla="*/ 113 h 163"/>
                      <a:gd name="T60" fmla="*/ 119 w 164"/>
                      <a:gd name="T61" fmla="*/ 111 h 163"/>
                      <a:gd name="T62" fmla="*/ 121 w 164"/>
                      <a:gd name="T63" fmla="*/ 113 h 163"/>
                      <a:gd name="T64" fmla="*/ 158 w 164"/>
                      <a:gd name="T65" fmla="*/ 104 h 1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164" h="163">
                        <a:moveTo>
                          <a:pt x="158" y="104"/>
                        </a:moveTo>
                        <a:cubicBezTo>
                          <a:pt x="164" y="85"/>
                          <a:pt x="145" y="78"/>
                          <a:pt x="132" y="77"/>
                        </a:cubicBezTo>
                        <a:cubicBezTo>
                          <a:pt x="131" y="77"/>
                          <a:pt x="130" y="77"/>
                          <a:pt x="129" y="77"/>
                        </a:cubicBezTo>
                        <a:cubicBezTo>
                          <a:pt x="130" y="77"/>
                          <a:pt x="131" y="76"/>
                          <a:pt x="132" y="76"/>
                        </a:cubicBezTo>
                        <a:cubicBezTo>
                          <a:pt x="145" y="72"/>
                          <a:pt x="162" y="63"/>
                          <a:pt x="152" y="44"/>
                        </a:cubicBezTo>
                        <a:cubicBezTo>
                          <a:pt x="142" y="26"/>
                          <a:pt x="125" y="34"/>
                          <a:pt x="114" y="43"/>
                        </a:cubicBezTo>
                        <a:cubicBezTo>
                          <a:pt x="113" y="44"/>
                          <a:pt x="113" y="44"/>
                          <a:pt x="112" y="45"/>
                        </a:cubicBezTo>
                        <a:cubicBezTo>
                          <a:pt x="113" y="44"/>
                          <a:pt x="113" y="43"/>
                          <a:pt x="113" y="43"/>
                        </a:cubicBezTo>
                        <a:cubicBezTo>
                          <a:pt x="120" y="31"/>
                          <a:pt x="125" y="12"/>
                          <a:pt x="105" y="6"/>
                        </a:cubicBezTo>
                        <a:cubicBezTo>
                          <a:pt x="85" y="0"/>
                          <a:pt x="79" y="18"/>
                          <a:pt x="78" y="32"/>
                        </a:cubicBezTo>
                        <a:cubicBezTo>
                          <a:pt x="78" y="33"/>
                          <a:pt x="78" y="33"/>
                          <a:pt x="78" y="34"/>
                        </a:cubicBezTo>
                        <a:cubicBezTo>
                          <a:pt x="77" y="33"/>
                          <a:pt x="77" y="33"/>
                          <a:pt x="77" y="32"/>
                        </a:cubicBezTo>
                        <a:cubicBezTo>
                          <a:pt x="73" y="19"/>
                          <a:pt x="63" y="2"/>
                          <a:pt x="45" y="12"/>
                        </a:cubicBezTo>
                        <a:cubicBezTo>
                          <a:pt x="27" y="21"/>
                          <a:pt x="35" y="39"/>
                          <a:pt x="44" y="49"/>
                        </a:cubicBezTo>
                        <a:cubicBezTo>
                          <a:pt x="44" y="50"/>
                          <a:pt x="45" y="51"/>
                          <a:pt x="46" y="51"/>
                        </a:cubicBezTo>
                        <a:cubicBezTo>
                          <a:pt x="45" y="51"/>
                          <a:pt x="44" y="50"/>
                          <a:pt x="43" y="50"/>
                        </a:cubicBezTo>
                        <a:cubicBezTo>
                          <a:pt x="31" y="43"/>
                          <a:pt x="13" y="38"/>
                          <a:pt x="6" y="58"/>
                        </a:cubicBezTo>
                        <a:cubicBezTo>
                          <a:pt x="0" y="78"/>
                          <a:pt x="19" y="85"/>
                          <a:pt x="32" y="86"/>
                        </a:cubicBezTo>
                        <a:cubicBezTo>
                          <a:pt x="33" y="86"/>
                          <a:pt x="34" y="86"/>
                          <a:pt x="35" y="86"/>
                        </a:cubicBezTo>
                        <a:cubicBezTo>
                          <a:pt x="34" y="86"/>
                          <a:pt x="33" y="86"/>
                          <a:pt x="33" y="87"/>
                        </a:cubicBezTo>
                        <a:cubicBezTo>
                          <a:pt x="19" y="90"/>
                          <a:pt x="2" y="100"/>
                          <a:pt x="12" y="118"/>
                        </a:cubicBezTo>
                        <a:cubicBezTo>
                          <a:pt x="22" y="137"/>
                          <a:pt x="39" y="128"/>
                          <a:pt x="50" y="120"/>
                        </a:cubicBezTo>
                        <a:cubicBezTo>
                          <a:pt x="51" y="119"/>
                          <a:pt x="51" y="118"/>
                          <a:pt x="52" y="118"/>
                        </a:cubicBezTo>
                        <a:cubicBezTo>
                          <a:pt x="51" y="119"/>
                          <a:pt x="51" y="119"/>
                          <a:pt x="51" y="120"/>
                        </a:cubicBezTo>
                        <a:cubicBezTo>
                          <a:pt x="44" y="132"/>
                          <a:pt x="39" y="151"/>
                          <a:pt x="59" y="157"/>
                        </a:cubicBezTo>
                        <a:cubicBezTo>
                          <a:pt x="79" y="163"/>
                          <a:pt x="85" y="145"/>
                          <a:pt x="86" y="131"/>
                        </a:cubicBezTo>
                        <a:cubicBezTo>
                          <a:pt x="86" y="130"/>
                          <a:pt x="87" y="129"/>
                          <a:pt x="87" y="128"/>
                        </a:cubicBezTo>
                        <a:cubicBezTo>
                          <a:pt x="87" y="129"/>
                          <a:pt x="87" y="130"/>
                          <a:pt x="87" y="131"/>
                        </a:cubicBezTo>
                        <a:cubicBezTo>
                          <a:pt x="91" y="144"/>
                          <a:pt x="101" y="161"/>
                          <a:pt x="119" y="151"/>
                        </a:cubicBezTo>
                        <a:cubicBezTo>
                          <a:pt x="138" y="141"/>
                          <a:pt x="129" y="124"/>
                          <a:pt x="120" y="113"/>
                        </a:cubicBezTo>
                        <a:cubicBezTo>
                          <a:pt x="120" y="113"/>
                          <a:pt x="119" y="112"/>
                          <a:pt x="119" y="111"/>
                        </a:cubicBezTo>
                        <a:cubicBezTo>
                          <a:pt x="119" y="112"/>
                          <a:pt x="120" y="112"/>
                          <a:pt x="121" y="113"/>
                        </a:cubicBezTo>
                        <a:cubicBezTo>
                          <a:pt x="133" y="119"/>
                          <a:pt x="151" y="124"/>
                          <a:pt x="158" y="104"/>
                        </a:cubicBezTo>
                        <a:close/>
                      </a:path>
                    </a:pathLst>
                  </a:custGeom>
                  <a:solidFill>
                    <a:srgbClr val="EC365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2" name="iSḻïḍé">
                    <a:extLst>
                      <a:ext uri="{FF2B5EF4-FFF2-40B4-BE49-F238E27FC236}">
                        <a16:creationId xmlns:a16="http://schemas.microsoft.com/office/drawing/2014/main" id="{3833FE96-8515-9F84-03EC-015E3C4B89F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76725" y="4176043"/>
                    <a:ext cx="146528" cy="147605"/>
                  </a:xfrm>
                  <a:custGeom>
                    <a:avLst/>
                    <a:gdLst>
                      <a:gd name="T0" fmla="*/ 116 w 120"/>
                      <a:gd name="T1" fmla="*/ 77 h 121"/>
                      <a:gd name="T2" fmla="*/ 97 w 120"/>
                      <a:gd name="T3" fmla="*/ 57 h 121"/>
                      <a:gd name="T4" fmla="*/ 95 w 120"/>
                      <a:gd name="T5" fmla="*/ 57 h 121"/>
                      <a:gd name="T6" fmla="*/ 97 w 120"/>
                      <a:gd name="T7" fmla="*/ 57 h 121"/>
                      <a:gd name="T8" fmla="*/ 112 w 120"/>
                      <a:gd name="T9" fmla="*/ 33 h 121"/>
                      <a:gd name="T10" fmla="*/ 84 w 120"/>
                      <a:gd name="T11" fmla="*/ 32 h 121"/>
                      <a:gd name="T12" fmla="*/ 82 w 120"/>
                      <a:gd name="T13" fmla="*/ 33 h 121"/>
                      <a:gd name="T14" fmla="*/ 83 w 120"/>
                      <a:gd name="T15" fmla="*/ 32 h 121"/>
                      <a:gd name="T16" fmla="*/ 77 w 120"/>
                      <a:gd name="T17" fmla="*/ 5 h 121"/>
                      <a:gd name="T18" fmla="*/ 57 w 120"/>
                      <a:gd name="T19" fmla="*/ 24 h 121"/>
                      <a:gd name="T20" fmla="*/ 57 w 120"/>
                      <a:gd name="T21" fmla="*/ 26 h 121"/>
                      <a:gd name="T22" fmla="*/ 56 w 120"/>
                      <a:gd name="T23" fmla="*/ 24 h 121"/>
                      <a:gd name="T24" fmla="*/ 33 w 120"/>
                      <a:gd name="T25" fmla="*/ 9 h 121"/>
                      <a:gd name="T26" fmla="*/ 32 w 120"/>
                      <a:gd name="T27" fmla="*/ 37 h 121"/>
                      <a:gd name="T28" fmla="*/ 33 w 120"/>
                      <a:gd name="T29" fmla="*/ 38 h 121"/>
                      <a:gd name="T30" fmla="*/ 31 w 120"/>
                      <a:gd name="T31" fmla="*/ 37 h 121"/>
                      <a:gd name="T32" fmla="*/ 4 w 120"/>
                      <a:gd name="T33" fmla="*/ 43 h 121"/>
                      <a:gd name="T34" fmla="*/ 23 w 120"/>
                      <a:gd name="T35" fmla="*/ 64 h 121"/>
                      <a:gd name="T36" fmla="*/ 25 w 120"/>
                      <a:gd name="T37" fmla="*/ 64 h 121"/>
                      <a:gd name="T38" fmla="*/ 23 w 120"/>
                      <a:gd name="T39" fmla="*/ 64 h 121"/>
                      <a:gd name="T40" fmla="*/ 8 w 120"/>
                      <a:gd name="T41" fmla="*/ 88 h 121"/>
                      <a:gd name="T42" fmla="*/ 36 w 120"/>
                      <a:gd name="T43" fmla="*/ 89 h 121"/>
                      <a:gd name="T44" fmla="*/ 38 w 120"/>
                      <a:gd name="T45" fmla="*/ 87 h 121"/>
                      <a:gd name="T46" fmla="*/ 37 w 120"/>
                      <a:gd name="T47" fmla="*/ 89 h 121"/>
                      <a:gd name="T48" fmla="*/ 43 w 120"/>
                      <a:gd name="T49" fmla="*/ 116 h 121"/>
                      <a:gd name="T50" fmla="*/ 63 w 120"/>
                      <a:gd name="T51" fmla="*/ 97 h 121"/>
                      <a:gd name="T52" fmla="*/ 63 w 120"/>
                      <a:gd name="T53" fmla="*/ 95 h 121"/>
                      <a:gd name="T54" fmla="*/ 64 w 120"/>
                      <a:gd name="T55" fmla="*/ 97 h 121"/>
                      <a:gd name="T56" fmla="*/ 87 w 120"/>
                      <a:gd name="T57" fmla="*/ 112 h 121"/>
                      <a:gd name="T58" fmla="*/ 88 w 120"/>
                      <a:gd name="T59" fmla="*/ 84 h 121"/>
                      <a:gd name="T60" fmla="*/ 87 w 120"/>
                      <a:gd name="T61" fmla="*/ 83 h 121"/>
                      <a:gd name="T62" fmla="*/ 89 w 120"/>
                      <a:gd name="T63" fmla="*/ 84 h 121"/>
                      <a:gd name="T64" fmla="*/ 116 w 120"/>
                      <a:gd name="T65" fmla="*/ 77 h 1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120" h="121">
                        <a:moveTo>
                          <a:pt x="116" y="77"/>
                        </a:moveTo>
                        <a:cubicBezTo>
                          <a:pt x="120" y="63"/>
                          <a:pt x="107" y="58"/>
                          <a:pt x="97" y="57"/>
                        </a:cubicBezTo>
                        <a:cubicBezTo>
                          <a:pt x="96" y="57"/>
                          <a:pt x="95" y="57"/>
                          <a:pt x="95" y="57"/>
                        </a:cubicBezTo>
                        <a:cubicBezTo>
                          <a:pt x="95" y="57"/>
                          <a:pt x="96" y="57"/>
                          <a:pt x="97" y="57"/>
                        </a:cubicBezTo>
                        <a:cubicBezTo>
                          <a:pt x="106" y="54"/>
                          <a:pt x="119" y="47"/>
                          <a:pt x="112" y="33"/>
                        </a:cubicBezTo>
                        <a:cubicBezTo>
                          <a:pt x="104" y="19"/>
                          <a:pt x="91" y="26"/>
                          <a:pt x="84" y="32"/>
                        </a:cubicBezTo>
                        <a:cubicBezTo>
                          <a:pt x="83" y="33"/>
                          <a:pt x="83" y="33"/>
                          <a:pt x="82" y="33"/>
                        </a:cubicBezTo>
                        <a:cubicBezTo>
                          <a:pt x="83" y="33"/>
                          <a:pt x="83" y="32"/>
                          <a:pt x="83" y="32"/>
                        </a:cubicBezTo>
                        <a:cubicBezTo>
                          <a:pt x="88" y="23"/>
                          <a:pt x="92" y="9"/>
                          <a:pt x="77" y="5"/>
                        </a:cubicBezTo>
                        <a:cubicBezTo>
                          <a:pt x="62" y="0"/>
                          <a:pt x="58" y="14"/>
                          <a:pt x="57" y="24"/>
                        </a:cubicBezTo>
                        <a:cubicBezTo>
                          <a:pt x="57" y="24"/>
                          <a:pt x="57" y="25"/>
                          <a:pt x="57" y="26"/>
                        </a:cubicBezTo>
                        <a:cubicBezTo>
                          <a:pt x="57" y="25"/>
                          <a:pt x="56" y="24"/>
                          <a:pt x="56" y="24"/>
                        </a:cubicBezTo>
                        <a:cubicBezTo>
                          <a:pt x="53" y="14"/>
                          <a:pt x="46" y="2"/>
                          <a:pt x="33" y="9"/>
                        </a:cubicBezTo>
                        <a:cubicBezTo>
                          <a:pt x="19" y="16"/>
                          <a:pt x="25" y="29"/>
                          <a:pt x="32" y="37"/>
                        </a:cubicBezTo>
                        <a:cubicBezTo>
                          <a:pt x="32" y="37"/>
                          <a:pt x="33" y="38"/>
                          <a:pt x="33" y="38"/>
                        </a:cubicBezTo>
                        <a:cubicBezTo>
                          <a:pt x="33" y="38"/>
                          <a:pt x="32" y="37"/>
                          <a:pt x="31" y="37"/>
                        </a:cubicBezTo>
                        <a:cubicBezTo>
                          <a:pt x="23" y="32"/>
                          <a:pt x="9" y="29"/>
                          <a:pt x="4" y="43"/>
                        </a:cubicBezTo>
                        <a:cubicBezTo>
                          <a:pt x="0" y="58"/>
                          <a:pt x="13" y="63"/>
                          <a:pt x="23" y="64"/>
                        </a:cubicBezTo>
                        <a:cubicBezTo>
                          <a:pt x="24" y="64"/>
                          <a:pt x="25" y="64"/>
                          <a:pt x="25" y="64"/>
                        </a:cubicBezTo>
                        <a:cubicBezTo>
                          <a:pt x="25" y="64"/>
                          <a:pt x="24" y="64"/>
                          <a:pt x="23" y="64"/>
                        </a:cubicBezTo>
                        <a:cubicBezTo>
                          <a:pt x="14" y="67"/>
                          <a:pt x="1" y="74"/>
                          <a:pt x="8" y="88"/>
                        </a:cubicBezTo>
                        <a:cubicBezTo>
                          <a:pt x="16" y="101"/>
                          <a:pt x="29" y="95"/>
                          <a:pt x="36" y="89"/>
                        </a:cubicBezTo>
                        <a:cubicBezTo>
                          <a:pt x="37" y="88"/>
                          <a:pt x="37" y="88"/>
                          <a:pt x="38" y="87"/>
                        </a:cubicBezTo>
                        <a:cubicBezTo>
                          <a:pt x="37" y="88"/>
                          <a:pt x="37" y="88"/>
                          <a:pt x="37" y="89"/>
                        </a:cubicBezTo>
                        <a:cubicBezTo>
                          <a:pt x="32" y="98"/>
                          <a:pt x="28" y="112"/>
                          <a:pt x="43" y="116"/>
                        </a:cubicBezTo>
                        <a:cubicBezTo>
                          <a:pt x="58" y="121"/>
                          <a:pt x="62" y="107"/>
                          <a:pt x="63" y="97"/>
                        </a:cubicBezTo>
                        <a:cubicBezTo>
                          <a:pt x="63" y="96"/>
                          <a:pt x="63" y="96"/>
                          <a:pt x="63" y="95"/>
                        </a:cubicBezTo>
                        <a:cubicBezTo>
                          <a:pt x="64" y="96"/>
                          <a:pt x="64" y="96"/>
                          <a:pt x="64" y="97"/>
                        </a:cubicBezTo>
                        <a:cubicBezTo>
                          <a:pt x="67" y="107"/>
                          <a:pt x="74" y="119"/>
                          <a:pt x="87" y="112"/>
                        </a:cubicBezTo>
                        <a:cubicBezTo>
                          <a:pt x="101" y="105"/>
                          <a:pt x="95" y="92"/>
                          <a:pt x="88" y="84"/>
                        </a:cubicBezTo>
                        <a:cubicBezTo>
                          <a:pt x="88" y="84"/>
                          <a:pt x="87" y="83"/>
                          <a:pt x="87" y="83"/>
                        </a:cubicBezTo>
                        <a:cubicBezTo>
                          <a:pt x="88" y="83"/>
                          <a:pt x="88" y="83"/>
                          <a:pt x="89" y="84"/>
                        </a:cubicBezTo>
                        <a:cubicBezTo>
                          <a:pt x="98" y="89"/>
                          <a:pt x="111" y="92"/>
                          <a:pt x="116" y="77"/>
                        </a:cubicBezTo>
                        <a:close/>
                      </a:path>
                    </a:pathLst>
                  </a:custGeom>
                  <a:solidFill>
                    <a:srgbClr val="C12A5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3" name="išḷidé">
                    <a:extLst>
                      <a:ext uri="{FF2B5EF4-FFF2-40B4-BE49-F238E27FC236}">
                        <a16:creationId xmlns:a16="http://schemas.microsoft.com/office/drawing/2014/main" id="{43033635-E122-2B51-E34C-32606A0BB36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19462" y="4218780"/>
                    <a:ext cx="61053" cy="61053"/>
                  </a:xfrm>
                  <a:custGeom>
                    <a:avLst/>
                    <a:gdLst>
                      <a:gd name="T0" fmla="*/ 46 w 50"/>
                      <a:gd name="T1" fmla="*/ 32 h 50"/>
                      <a:gd name="T2" fmla="*/ 19 w 50"/>
                      <a:gd name="T3" fmla="*/ 47 h 50"/>
                      <a:gd name="T4" fmla="*/ 4 w 50"/>
                      <a:gd name="T5" fmla="*/ 19 h 50"/>
                      <a:gd name="T6" fmla="*/ 32 w 50"/>
                      <a:gd name="T7" fmla="*/ 4 h 50"/>
                      <a:gd name="T8" fmla="*/ 46 w 50"/>
                      <a:gd name="T9" fmla="*/ 32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0" h="50">
                        <a:moveTo>
                          <a:pt x="46" y="32"/>
                        </a:moveTo>
                        <a:cubicBezTo>
                          <a:pt x="43" y="44"/>
                          <a:pt x="30" y="50"/>
                          <a:pt x="19" y="47"/>
                        </a:cubicBezTo>
                        <a:cubicBezTo>
                          <a:pt x="7" y="43"/>
                          <a:pt x="0" y="31"/>
                          <a:pt x="4" y="19"/>
                        </a:cubicBezTo>
                        <a:cubicBezTo>
                          <a:pt x="7" y="7"/>
                          <a:pt x="20" y="0"/>
                          <a:pt x="32" y="4"/>
                        </a:cubicBezTo>
                        <a:cubicBezTo>
                          <a:pt x="43" y="8"/>
                          <a:pt x="50" y="20"/>
                          <a:pt x="46" y="32"/>
                        </a:cubicBezTo>
                        <a:close/>
                      </a:path>
                    </a:pathLst>
                  </a:custGeom>
                  <a:solidFill>
                    <a:srgbClr val="F8B40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pic>
              <p:nvPicPr>
                <p:cNvPr id="17" name="图片 16">
                  <a:extLst>
                    <a:ext uri="{FF2B5EF4-FFF2-40B4-BE49-F238E27FC236}">
                      <a16:creationId xmlns:a16="http://schemas.microsoft.com/office/drawing/2014/main" id="{54DDF91D-5C8A-A492-D8A3-C80B013C87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10000" b="90000" l="10000" r="90000"/>
                          </a14:imgEffect>
                          <a14:imgEffect>
                            <a14:sharpenSoften amount="87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99472" y="2946082"/>
                  <a:ext cx="582430" cy="432000"/>
                </a:xfrm>
                <a:prstGeom prst="rect">
                  <a:avLst/>
                </a:prstGeom>
              </p:spPr>
            </p:pic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078C05C-C2D5-10FE-0883-11961728E13E}"/>
                    </a:ext>
                  </a:extLst>
                </p:cNvPr>
                <p:cNvSpPr txBox="1"/>
                <p:nvPr/>
              </p:nvSpPr>
              <p:spPr>
                <a:xfrm>
                  <a:off x="5979151" y="1983557"/>
                  <a:ext cx="1372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b="1" i="1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Insect layer</a:t>
                  </a:r>
                  <a:endParaRPr lang="zh-CN" altLang="en-US" sz="1600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48E443B-43B5-2E53-1F9C-752C1EB09F27}"/>
                    </a:ext>
                  </a:extLst>
                </p:cNvPr>
                <p:cNvSpPr txBox="1"/>
                <p:nvPr/>
              </p:nvSpPr>
              <p:spPr>
                <a:xfrm>
                  <a:off x="5975822" y="2507528"/>
                  <a:ext cx="1372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b="1" i="1" dirty="0">
                      <a:solidFill>
                        <a:srgbClr val="EC365E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Plant layer</a:t>
                  </a:r>
                  <a:endParaRPr lang="zh-CN" altLang="en-US" sz="1600" b="1" i="1" dirty="0">
                    <a:solidFill>
                      <a:srgbClr val="EC365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F886E47-718F-5D7C-BCA2-D2A1E2D56364}"/>
                    </a:ext>
                  </a:extLst>
                </p:cNvPr>
                <p:cNvSpPr txBox="1"/>
                <p:nvPr/>
              </p:nvSpPr>
              <p:spPr>
                <a:xfrm>
                  <a:off x="5901939" y="2984513"/>
                  <a:ext cx="146750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b="1" i="1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Predator layer</a:t>
                  </a:r>
                  <a:endParaRPr lang="zh-CN" altLang="en-US" sz="1600" b="1" i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09" name="组合 1208">
                <a:extLst>
                  <a:ext uri="{FF2B5EF4-FFF2-40B4-BE49-F238E27FC236}">
                    <a16:creationId xmlns:a16="http://schemas.microsoft.com/office/drawing/2014/main" id="{C77EBF06-11A6-C074-A16D-C46F348BFD53}"/>
                  </a:ext>
                </a:extLst>
              </p:cNvPr>
              <p:cNvGrpSpPr/>
              <p:nvPr/>
            </p:nvGrpSpPr>
            <p:grpSpPr>
              <a:xfrm>
                <a:off x="8508799" y="-55792"/>
                <a:ext cx="3945234" cy="4610062"/>
                <a:chOff x="4827660" y="98900"/>
                <a:chExt cx="3945234" cy="4610062"/>
              </a:xfrm>
            </p:grpSpPr>
            <p:pic>
              <p:nvPicPr>
                <p:cNvPr id="295" name="图片 294">
                  <a:extLst>
                    <a:ext uri="{FF2B5EF4-FFF2-40B4-BE49-F238E27FC236}">
                      <a16:creationId xmlns:a16="http://schemas.microsoft.com/office/drawing/2014/main" id="{FD846EBC-0CF7-C34D-438E-E860731941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29410" y="1213208"/>
                  <a:ext cx="3384000" cy="2538000"/>
                </a:xfrm>
                <a:prstGeom prst="rect">
                  <a:avLst/>
                </a:prstGeom>
                <a:scene3d>
                  <a:camera prst="isometricOffAxis1Top"/>
                  <a:lightRig rig="threePt" dir="t"/>
                </a:scene3d>
              </p:spPr>
            </p:pic>
            <p:pic>
              <p:nvPicPr>
                <p:cNvPr id="289" name="图片 288">
                  <a:extLst>
                    <a:ext uri="{FF2B5EF4-FFF2-40B4-BE49-F238E27FC236}">
                      <a16:creationId xmlns:a16="http://schemas.microsoft.com/office/drawing/2014/main" id="{4B2C6D09-F6B3-C0C7-187C-808020D507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29410" y="590715"/>
                  <a:ext cx="3384000" cy="2538000"/>
                </a:xfrm>
                <a:prstGeom prst="rect">
                  <a:avLst/>
                </a:prstGeom>
                <a:scene3d>
                  <a:camera prst="isometricOffAxis1Top"/>
                  <a:lightRig rig="threePt" dir="t"/>
                </a:scene3d>
              </p:spPr>
            </p:pic>
            <p:pic>
              <p:nvPicPr>
                <p:cNvPr id="291" name="图片 290">
                  <a:extLst>
                    <a:ext uri="{FF2B5EF4-FFF2-40B4-BE49-F238E27FC236}">
                      <a16:creationId xmlns:a16="http://schemas.microsoft.com/office/drawing/2014/main" id="{1547F163-93CB-DFE4-6AD6-AB527CE1D9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29410" y="98900"/>
                  <a:ext cx="3384000" cy="2538000"/>
                </a:xfrm>
                <a:prstGeom prst="rect">
                  <a:avLst/>
                </a:prstGeom>
                <a:scene3d>
                  <a:camera prst="isometricOffAxis1Top"/>
                  <a:lightRig rig="threePt" dir="t"/>
                </a:scene3d>
              </p:spPr>
            </p:pic>
            <p:pic>
              <p:nvPicPr>
                <p:cNvPr id="293" name="图片 292">
                  <a:extLst>
                    <a:ext uri="{FF2B5EF4-FFF2-40B4-BE49-F238E27FC236}">
                      <a16:creationId xmlns:a16="http://schemas.microsoft.com/office/drawing/2014/main" id="{DBAA9B89-5E9A-8E20-A169-FAE78168D6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29410" y="2170962"/>
                  <a:ext cx="3384000" cy="2538000"/>
                </a:xfrm>
                <a:prstGeom prst="rect">
                  <a:avLst/>
                </a:prstGeom>
                <a:scene3d>
                  <a:camera prst="isometricOffAxis1Top"/>
                  <a:lightRig rig="threePt" dir="t"/>
                </a:scene3d>
              </p:spPr>
            </p:pic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06C93C8B-7644-0E6A-3D43-6201E1F4835B}"/>
                    </a:ext>
                  </a:extLst>
                </p:cNvPr>
                <p:cNvSpPr txBox="1"/>
                <p:nvPr/>
              </p:nvSpPr>
              <p:spPr>
                <a:xfrm>
                  <a:off x="6109819" y="1235333"/>
                  <a:ext cx="2620743" cy="523220"/>
                </a:xfrm>
                <a:prstGeom prst="rect">
                  <a:avLst/>
                </a:prstGeom>
                <a:noFill/>
                <a:scene3d>
                  <a:camera prst="isometricOffAxis1Top"/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Insect Layer</a:t>
                  </a:r>
                  <a:endParaRPr lang="zh-CN" alt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7" name="文本框 296">
                  <a:extLst>
                    <a:ext uri="{FF2B5EF4-FFF2-40B4-BE49-F238E27FC236}">
                      <a16:creationId xmlns:a16="http://schemas.microsoft.com/office/drawing/2014/main" id="{92692FFB-E578-ADA8-260F-D714700C4103}"/>
                    </a:ext>
                  </a:extLst>
                </p:cNvPr>
                <p:cNvSpPr txBox="1"/>
                <p:nvPr/>
              </p:nvSpPr>
              <p:spPr>
                <a:xfrm>
                  <a:off x="5750262" y="1808189"/>
                  <a:ext cx="2620743" cy="523220"/>
                </a:xfrm>
                <a:prstGeom prst="rect">
                  <a:avLst/>
                </a:prstGeom>
                <a:noFill/>
                <a:scene3d>
                  <a:camera prst="isometricOffAxis1Top"/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Predator Layer</a:t>
                  </a:r>
                  <a:endParaRPr lang="zh-CN" altLang="en-US" sz="28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68B39FC3-90F8-9D68-8E5D-2E88FCD30F26}"/>
                    </a:ext>
                  </a:extLst>
                </p:cNvPr>
                <p:cNvSpPr txBox="1"/>
                <p:nvPr/>
              </p:nvSpPr>
              <p:spPr>
                <a:xfrm>
                  <a:off x="6152151" y="2339140"/>
                  <a:ext cx="2620743" cy="523220"/>
                </a:xfrm>
                <a:prstGeom prst="rect">
                  <a:avLst/>
                </a:prstGeom>
                <a:noFill/>
                <a:scene3d>
                  <a:camera prst="isometricOffAxis1Top"/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i="1" dirty="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Plant Layer</a:t>
                  </a:r>
                  <a:endParaRPr lang="zh-CN" altLang="en-US" sz="2800" b="1" i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D470FBB4-DFC2-20BB-BD07-883823ECBB3E}"/>
                    </a:ext>
                  </a:extLst>
                </p:cNvPr>
                <p:cNvSpPr txBox="1"/>
                <p:nvPr/>
              </p:nvSpPr>
              <p:spPr>
                <a:xfrm>
                  <a:off x="5803919" y="3389409"/>
                  <a:ext cx="2620743" cy="523220"/>
                </a:xfrm>
                <a:prstGeom prst="rect">
                  <a:avLst/>
                </a:prstGeom>
                <a:noFill/>
                <a:scene3d>
                  <a:camera prst="isometricOffAxis1Top"/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Total Richness</a:t>
                  </a:r>
                  <a:endParaRPr lang="zh-CN" altLang="en-US" sz="28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01" name="直接连接符 300">
                  <a:extLst>
                    <a:ext uri="{FF2B5EF4-FFF2-40B4-BE49-F238E27FC236}">
                      <a16:creationId xmlns:a16="http://schemas.microsoft.com/office/drawing/2014/main" id="{0DFC11FA-94D3-F65D-8669-66364ED9C5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75381" y="1493700"/>
                  <a:ext cx="0" cy="2088000"/>
                </a:xfrm>
                <a:prstGeom prst="line">
                  <a:avLst/>
                </a:prstGeom>
                <a:ln w="21590">
                  <a:solidFill>
                    <a:schemeClr val="accent6">
                      <a:lumMod val="75000"/>
                      <a:alpha val="67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直接连接符 301">
                  <a:extLst>
                    <a:ext uri="{FF2B5EF4-FFF2-40B4-BE49-F238E27FC236}">
                      <a16:creationId xmlns:a16="http://schemas.microsoft.com/office/drawing/2014/main" id="{FBDE81E4-A28C-3084-8E03-EC070DE6CC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17415" y="1854321"/>
                  <a:ext cx="0" cy="2088000"/>
                </a:xfrm>
                <a:prstGeom prst="line">
                  <a:avLst/>
                </a:prstGeom>
                <a:ln w="21590">
                  <a:solidFill>
                    <a:schemeClr val="accent6">
                      <a:lumMod val="75000"/>
                      <a:alpha val="67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直接连接符 302">
                  <a:extLst>
                    <a:ext uri="{FF2B5EF4-FFF2-40B4-BE49-F238E27FC236}">
                      <a16:creationId xmlns:a16="http://schemas.microsoft.com/office/drawing/2014/main" id="{7D4A702A-288F-B349-B589-36F621C893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27660" y="1231116"/>
                  <a:ext cx="0" cy="2088000"/>
                </a:xfrm>
                <a:prstGeom prst="line">
                  <a:avLst/>
                </a:prstGeom>
                <a:ln w="21590">
                  <a:solidFill>
                    <a:schemeClr val="accent6">
                      <a:lumMod val="75000"/>
                      <a:alpha val="67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10" name="图片 309">
                  <a:extLst>
                    <a:ext uri="{FF2B5EF4-FFF2-40B4-BE49-F238E27FC236}">
                      <a16:creationId xmlns:a16="http://schemas.microsoft.com/office/drawing/2014/main" id="{254CBCD6-CC27-DA86-F2F4-F9099ED3BE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81502" y="2978264"/>
                  <a:ext cx="543651" cy="274964"/>
                </a:xfrm>
                <a:prstGeom prst="rect">
                  <a:avLst/>
                </a:prstGeom>
                <a:scene3d>
                  <a:camera prst="isometricOffAxis2Right"/>
                  <a:lightRig rig="threePt" dir="t"/>
                </a:scene3d>
              </p:spPr>
            </p:pic>
            <p:pic>
              <p:nvPicPr>
                <p:cNvPr id="311" name="图片 310">
                  <a:extLst>
                    <a:ext uri="{FF2B5EF4-FFF2-40B4-BE49-F238E27FC236}">
                      <a16:creationId xmlns:a16="http://schemas.microsoft.com/office/drawing/2014/main" id="{1D1FAF3F-E991-CD52-D5AC-25AB22A725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7196" y="3041810"/>
                  <a:ext cx="543651" cy="274964"/>
                </a:xfrm>
                <a:prstGeom prst="rect">
                  <a:avLst/>
                </a:prstGeom>
                <a:scene3d>
                  <a:camera prst="isometricOffAxis2Right"/>
                  <a:lightRig rig="threePt" dir="t"/>
                </a:scene3d>
              </p:spPr>
            </p:pic>
            <p:pic>
              <p:nvPicPr>
                <p:cNvPr id="1208" name="图片 1207">
                  <a:extLst>
                    <a:ext uri="{FF2B5EF4-FFF2-40B4-BE49-F238E27FC236}">
                      <a16:creationId xmlns:a16="http://schemas.microsoft.com/office/drawing/2014/main" id="{94969D74-F313-EB91-2F01-13B1B3B9D9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85752" y="3117538"/>
                  <a:ext cx="543651" cy="274964"/>
                </a:xfrm>
                <a:prstGeom prst="rect">
                  <a:avLst/>
                </a:prstGeom>
                <a:scene3d>
                  <a:camera prst="isometricOffAxis2Right"/>
                  <a:lightRig rig="threePt" dir="t"/>
                </a:scene3d>
              </p:spPr>
            </p:pic>
          </p:grpSp>
          <p:grpSp>
            <p:nvGrpSpPr>
              <p:cNvPr id="1213" name="组合 1212">
                <a:extLst>
                  <a:ext uri="{FF2B5EF4-FFF2-40B4-BE49-F238E27FC236}">
                    <a16:creationId xmlns:a16="http://schemas.microsoft.com/office/drawing/2014/main" id="{E6C6A8FD-611E-0974-3A99-9EDC44CB4735}"/>
                  </a:ext>
                </a:extLst>
              </p:cNvPr>
              <p:cNvGrpSpPr/>
              <p:nvPr/>
            </p:nvGrpSpPr>
            <p:grpSpPr>
              <a:xfrm>
                <a:off x="321531" y="-55792"/>
                <a:ext cx="3930247" cy="4610062"/>
                <a:chOff x="686974" y="879119"/>
                <a:chExt cx="3930247" cy="4610062"/>
              </a:xfrm>
            </p:grpSpPr>
            <p:grpSp>
              <p:nvGrpSpPr>
                <p:cNvPr id="1211" name="组合 1210">
                  <a:extLst>
                    <a:ext uri="{FF2B5EF4-FFF2-40B4-BE49-F238E27FC236}">
                      <a16:creationId xmlns:a16="http://schemas.microsoft.com/office/drawing/2014/main" id="{D29B565F-D036-CF53-A2D6-A707ED2F3121}"/>
                    </a:ext>
                  </a:extLst>
                </p:cNvPr>
                <p:cNvGrpSpPr/>
                <p:nvPr/>
              </p:nvGrpSpPr>
              <p:grpSpPr>
                <a:xfrm>
                  <a:off x="686974" y="879119"/>
                  <a:ext cx="3930247" cy="4610062"/>
                  <a:chOff x="-315859" y="98900"/>
                  <a:chExt cx="3930247" cy="4610062"/>
                </a:xfrm>
              </p:grpSpPr>
              <p:pic>
                <p:nvPicPr>
                  <p:cNvPr id="266" name="图片 265">
                    <a:extLst>
                      <a:ext uri="{FF2B5EF4-FFF2-40B4-BE49-F238E27FC236}">
                        <a16:creationId xmlns:a16="http://schemas.microsoft.com/office/drawing/2014/main" id="{9F6B8FEE-418F-BF95-ECCD-022C395BDA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192542" y="2170962"/>
                    <a:ext cx="3384000" cy="2538000"/>
                  </a:xfrm>
                  <a:prstGeom prst="rect">
                    <a:avLst/>
                  </a:prstGeom>
                  <a:scene3d>
                    <a:camera prst="isometricOffAxis1Top"/>
                    <a:lightRig rig="threePt" dir="t"/>
                  </a:scene3d>
                </p:spPr>
              </p:pic>
              <p:sp>
                <p:nvSpPr>
                  <p:cNvPr id="275" name="文本框 274">
                    <a:extLst>
                      <a:ext uri="{FF2B5EF4-FFF2-40B4-BE49-F238E27FC236}">
                        <a16:creationId xmlns:a16="http://schemas.microsoft.com/office/drawing/2014/main" id="{82A4EA8D-ECA1-1B2F-146C-CC2BF8776ED2}"/>
                      </a:ext>
                    </a:extLst>
                  </p:cNvPr>
                  <p:cNvSpPr txBox="1"/>
                  <p:nvPr/>
                </p:nvSpPr>
                <p:spPr>
                  <a:xfrm>
                    <a:off x="993645" y="1232090"/>
                    <a:ext cx="2620743" cy="523220"/>
                  </a:xfrm>
                  <a:prstGeom prst="rect">
                    <a:avLst/>
                  </a:prstGeom>
                  <a:noFill/>
                  <a:scene3d>
                    <a:camera prst="isometricOffAxis1Top"/>
                    <a:lightRig rig="threePt" dir="t"/>
                  </a:scene3d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Insect Layer</a:t>
                    </a:r>
                    <a:endParaRPr lang="zh-CN" altLang="en-US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210" name="组合 1209">
                    <a:extLst>
                      <a:ext uri="{FF2B5EF4-FFF2-40B4-BE49-F238E27FC236}">
                        <a16:creationId xmlns:a16="http://schemas.microsoft.com/office/drawing/2014/main" id="{5F671B43-6A3E-7509-4E4F-72250C12D9B2}"/>
                      </a:ext>
                    </a:extLst>
                  </p:cNvPr>
                  <p:cNvGrpSpPr/>
                  <p:nvPr/>
                </p:nvGrpSpPr>
                <p:grpSpPr>
                  <a:xfrm>
                    <a:off x="-315859" y="98900"/>
                    <a:ext cx="3859580" cy="3843421"/>
                    <a:chOff x="-315859" y="98900"/>
                    <a:chExt cx="3859580" cy="3843421"/>
                  </a:xfrm>
                </p:grpSpPr>
                <p:pic>
                  <p:nvPicPr>
                    <p:cNvPr id="268" name="图片 267">
                      <a:extLst>
                        <a:ext uri="{FF2B5EF4-FFF2-40B4-BE49-F238E27FC236}">
                          <a16:creationId xmlns:a16="http://schemas.microsoft.com/office/drawing/2014/main" id="{0D1E8E94-7EFA-8ADD-9A3A-4BF6FE743CC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-192542" y="1213208"/>
                      <a:ext cx="3384000" cy="2538000"/>
                    </a:xfrm>
                    <a:prstGeom prst="rect">
                      <a:avLst/>
                    </a:prstGeom>
                    <a:scene3d>
                      <a:camera prst="isometricOffAxis1Top"/>
                      <a:lightRig rig="threePt" dir="t"/>
                    </a:scene3d>
                  </p:spPr>
                </p:pic>
                <p:pic>
                  <p:nvPicPr>
                    <p:cNvPr id="262" name="图片 261">
                      <a:extLst>
                        <a:ext uri="{FF2B5EF4-FFF2-40B4-BE49-F238E27FC236}">
                          <a16:creationId xmlns:a16="http://schemas.microsoft.com/office/drawing/2014/main" id="{4F1FB5BA-4D53-AD1C-6FEC-27AF83B6DD2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-192542" y="590715"/>
                      <a:ext cx="3384000" cy="2538000"/>
                    </a:xfrm>
                    <a:prstGeom prst="rect">
                      <a:avLst/>
                    </a:prstGeom>
                    <a:scene3d>
                      <a:camera prst="isometricOffAxis1Top"/>
                      <a:lightRig rig="threePt" dir="t"/>
                    </a:scene3d>
                  </p:spPr>
                </p:pic>
                <p:pic>
                  <p:nvPicPr>
                    <p:cNvPr id="264" name="图片 263">
                      <a:extLst>
                        <a:ext uri="{FF2B5EF4-FFF2-40B4-BE49-F238E27FC236}">
                          <a16:creationId xmlns:a16="http://schemas.microsoft.com/office/drawing/2014/main" id="{5BF78B37-476B-F4F4-5CA1-6648327D335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-234875" y="98900"/>
                      <a:ext cx="3384000" cy="2538000"/>
                    </a:xfrm>
                    <a:prstGeom prst="rect">
                      <a:avLst/>
                    </a:prstGeom>
                    <a:scene3d>
                      <a:camera prst="isometricOffAxis1Top"/>
                      <a:lightRig rig="threePt" dir="t"/>
                    </a:scene3d>
                  </p:spPr>
                </p:pic>
                <p:cxnSp>
                  <p:nvCxnSpPr>
                    <p:cNvPr id="272" name="直接连接符 271">
                      <a:extLst>
                        <a:ext uri="{FF2B5EF4-FFF2-40B4-BE49-F238E27FC236}">
                          <a16:creationId xmlns:a16="http://schemas.microsoft.com/office/drawing/2014/main" id="{17CBDF6B-B655-BB02-A757-83A039485F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036941" y="1493700"/>
                      <a:ext cx="0" cy="2088000"/>
                    </a:xfrm>
                    <a:prstGeom prst="line">
                      <a:avLst/>
                    </a:prstGeom>
                    <a:ln w="21590">
                      <a:solidFill>
                        <a:schemeClr val="accent6">
                          <a:lumMod val="75000"/>
                          <a:alpha val="67000"/>
                        </a:schemeClr>
                      </a:solidFill>
                      <a:prstDash val="sys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3" name="直接连接符 272">
                      <a:extLst>
                        <a:ext uri="{FF2B5EF4-FFF2-40B4-BE49-F238E27FC236}">
                          <a16:creationId xmlns:a16="http://schemas.microsoft.com/office/drawing/2014/main" id="{5DB6317E-E7F8-1FA6-8290-80EF1AB7D9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8975" y="1854321"/>
                      <a:ext cx="0" cy="2088000"/>
                    </a:xfrm>
                    <a:prstGeom prst="line">
                      <a:avLst/>
                    </a:prstGeom>
                    <a:ln w="21590">
                      <a:solidFill>
                        <a:schemeClr val="accent6">
                          <a:lumMod val="75000"/>
                          <a:alpha val="67000"/>
                        </a:schemeClr>
                      </a:solidFill>
                      <a:prstDash val="sys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4" name="直接连接符 273">
                      <a:extLst>
                        <a:ext uri="{FF2B5EF4-FFF2-40B4-BE49-F238E27FC236}">
                          <a16:creationId xmlns:a16="http://schemas.microsoft.com/office/drawing/2014/main" id="{2314BD29-6D54-5D80-E293-A4E7E92380F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-315859" y="1231116"/>
                      <a:ext cx="0" cy="2088000"/>
                    </a:xfrm>
                    <a:prstGeom prst="line">
                      <a:avLst/>
                    </a:prstGeom>
                    <a:ln w="21590">
                      <a:solidFill>
                        <a:schemeClr val="accent6">
                          <a:lumMod val="75000"/>
                          <a:alpha val="67000"/>
                        </a:schemeClr>
                      </a:solidFill>
                      <a:prstDash val="sys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77" name="文本框 276">
                      <a:extLst>
                        <a:ext uri="{FF2B5EF4-FFF2-40B4-BE49-F238E27FC236}">
                          <a16:creationId xmlns:a16="http://schemas.microsoft.com/office/drawing/2014/main" id="{6DAEB36A-2431-E6C7-7CA7-8AB4A2FE4D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8975" y="1790301"/>
                      <a:ext cx="2620743" cy="523220"/>
                    </a:xfrm>
                    <a:prstGeom prst="rect">
                      <a:avLst/>
                    </a:prstGeom>
                    <a:noFill/>
                    <a:scene3d>
                      <a:camera prst="isometricOffAxis1Top"/>
                      <a:lightRig rig="threePt" dir="t"/>
                    </a:scene3d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800" b="1" i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Predator Layer</a:t>
                      </a:r>
                      <a:endParaRPr lang="zh-CN" altLang="en-US" sz="2800" b="1" i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8" name="文本框 277">
                      <a:extLst>
                        <a:ext uri="{FF2B5EF4-FFF2-40B4-BE49-F238E27FC236}">
                          <a16:creationId xmlns:a16="http://schemas.microsoft.com/office/drawing/2014/main" id="{508F8F1B-4D8E-4E04-93C1-6C637D2DE7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2978" y="2370049"/>
                      <a:ext cx="2620743" cy="523220"/>
                    </a:xfrm>
                    <a:prstGeom prst="rect">
                      <a:avLst/>
                    </a:prstGeom>
                    <a:noFill/>
                    <a:scene3d>
                      <a:camera prst="isometricOffAxis1Top"/>
                      <a:lightRig rig="threePt" dir="t"/>
                    </a:scene3d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800" b="1" i="1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Plant Layer</a:t>
                      </a:r>
                      <a:endParaRPr lang="zh-CN" altLang="en-US" sz="2800" b="1" i="1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9" name="文本框 278">
                      <a:extLst>
                        <a:ext uri="{FF2B5EF4-FFF2-40B4-BE49-F238E27FC236}">
                          <a16:creationId xmlns:a16="http://schemas.microsoft.com/office/drawing/2014/main" id="{B3997431-847F-8980-8999-98BDB8002A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8382" y="3376618"/>
                      <a:ext cx="2620743" cy="523220"/>
                    </a:xfrm>
                    <a:prstGeom prst="rect">
                      <a:avLst/>
                    </a:prstGeom>
                    <a:noFill/>
                    <a:scene3d>
                      <a:camera prst="isometricOffAxis1Top"/>
                      <a:lightRig rig="threePt" dir="t"/>
                    </a:scene3d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800" b="1" i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Richness</a:t>
                      </a:r>
                      <a:endParaRPr lang="zh-CN" altLang="en-US" sz="2800" b="1" i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pic>
                  <p:nvPicPr>
                    <p:cNvPr id="283" name="图片 282">
                      <a:extLst>
                        <a:ext uri="{FF2B5EF4-FFF2-40B4-BE49-F238E27FC236}">
                          <a16:creationId xmlns:a16="http://schemas.microsoft.com/office/drawing/2014/main" id="{C3ECB48E-4187-88D0-5A91-51D3269D260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>
                      <a:extLst>
                        <a:ext uri="{BEBA8EAE-BF5A-486C-A8C5-ECC9F3942E4B}">
                          <a14:imgProps xmlns:a14="http://schemas.microsoft.com/office/drawing/2010/main">
                            <a14:imgLayer r:embed="rId10">
                              <a14:imgEffect>
                                <a14:backgroundRemoval t="10000" b="90000" l="10000" r="9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159297" y="2993026"/>
                      <a:ext cx="543651" cy="274964"/>
                    </a:xfrm>
                    <a:prstGeom prst="rect">
                      <a:avLst/>
                    </a:prstGeom>
                    <a:scene3d>
                      <a:camera prst="isometricOffAxis2Right"/>
                      <a:lightRig rig="threePt" dir="t"/>
                    </a:scene3d>
                  </p:spPr>
                </p:pic>
                <p:pic>
                  <p:nvPicPr>
                    <p:cNvPr id="284" name="图片 283">
                      <a:extLst>
                        <a:ext uri="{FF2B5EF4-FFF2-40B4-BE49-F238E27FC236}">
                          <a16:creationId xmlns:a16="http://schemas.microsoft.com/office/drawing/2014/main" id="{AB2DE011-F332-2506-B4F8-727E4C38EA0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>
                      <a:extLst>
                        <a:ext uri="{BEBA8EAE-BF5A-486C-A8C5-ECC9F3942E4B}">
                          <a14:imgProps xmlns:a14="http://schemas.microsoft.com/office/drawing/2010/main">
                            <a14:imgLayer r:embed="rId10">
                              <a14:imgEffect>
                                <a14:backgroundRemoval t="10000" b="90000" l="10000" r="9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54991" y="3056572"/>
                      <a:ext cx="543651" cy="274964"/>
                    </a:xfrm>
                    <a:prstGeom prst="rect">
                      <a:avLst/>
                    </a:prstGeom>
                    <a:scene3d>
                      <a:camera prst="isometricOffAxis2Right"/>
                      <a:lightRig rig="threePt" dir="t"/>
                    </a:scene3d>
                  </p:spPr>
                </p:pic>
                <p:pic>
                  <p:nvPicPr>
                    <p:cNvPr id="285" name="图片 284">
                      <a:extLst>
                        <a:ext uri="{FF2B5EF4-FFF2-40B4-BE49-F238E27FC236}">
                          <a16:creationId xmlns:a16="http://schemas.microsoft.com/office/drawing/2014/main" id="{9BD17B3C-FA00-7FE8-DBD8-996D8AD60A0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>
                      <a:extLst>
                        <a:ext uri="{BEBA8EAE-BF5A-486C-A8C5-ECC9F3942E4B}">
                          <a14:imgProps xmlns:a14="http://schemas.microsoft.com/office/drawing/2010/main">
                            <a14:imgLayer r:embed="rId10">
                              <a14:imgEffect>
                                <a14:backgroundRemoval t="10000" b="90000" l="10000" r="9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63547" y="3132300"/>
                      <a:ext cx="543651" cy="274964"/>
                    </a:xfrm>
                    <a:prstGeom prst="rect">
                      <a:avLst/>
                    </a:prstGeom>
                    <a:scene3d>
                      <a:camera prst="isometricOffAxis2Right"/>
                      <a:lightRig rig="threePt" dir="t"/>
                    </a:scene3d>
                  </p:spPr>
                </p:pic>
              </p:grpSp>
            </p:grpSp>
            <p:sp>
              <p:nvSpPr>
                <p:cNvPr id="1212" name="文本框 1211">
                  <a:extLst>
                    <a:ext uri="{FF2B5EF4-FFF2-40B4-BE49-F238E27FC236}">
                      <a16:creationId xmlns:a16="http://schemas.microsoft.com/office/drawing/2014/main" id="{D7777A0D-1F91-FB9A-77AE-9E63E7D4112A}"/>
                    </a:ext>
                  </a:extLst>
                </p:cNvPr>
                <p:cNvSpPr txBox="1"/>
                <p:nvPr/>
              </p:nvSpPr>
              <p:spPr>
                <a:xfrm>
                  <a:off x="1933758" y="2021046"/>
                  <a:ext cx="2620743" cy="523220"/>
                </a:xfrm>
                <a:prstGeom prst="rect">
                  <a:avLst/>
                </a:prstGeom>
                <a:noFill/>
                <a:scene3d>
                  <a:camera prst="isometricOffAxis1Top"/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Insect Layer</a:t>
                  </a:r>
                  <a:endParaRPr lang="zh-CN" alt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281" name="组合 1280">
              <a:extLst>
                <a:ext uri="{FF2B5EF4-FFF2-40B4-BE49-F238E27FC236}">
                  <a16:creationId xmlns:a16="http://schemas.microsoft.com/office/drawing/2014/main" id="{249AA6B2-630E-05D4-A133-CE8D15EE2260}"/>
                </a:ext>
              </a:extLst>
            </p:cNvPr>
            <p:cNvGrpSpPr/>
            <p:nvPr/>
          </p:nvGrpSpPr>
          <p:grpSpPr>
            <a:xfrm>
              <a:off x="3470257" y="2080350"/>
              <a:ext cx="821749" cy="325930"/>
              <a:chOff x="2573594" y="3146926"/>
              <a:chExt cx="821749" cy="325930"/>
            </a:xfrm>
          </p:grpSpPr>
          <p:sp>
            <p:nvSpPr>
              <p:cNvPr id="1278" name="等腰三角形 76">
                <a:extLst>
                  <a:ext uri="{FF2B5EF4-FFF2-40B4-BE49-F238E27FC236}">
                    <a16:creationId xmlns:a16="http://schemas.microsoft.com/office/drawing/2014/main" id="{1CF18ADB-6A58-AC5F-E820-0D19C24CA37C}"/>
                  </a:ext>
                </a:extLst>
              </p:cNvPr>
              <p:cNvSpPr/>
              <p:nvPr/>
            </p:nvSpPr>
            <p:spPr>
              <a:xfrm>
                <a:off x="2675343" y="3146926"/>
                <a:ext cx="720000" cy="324000"/>
              </a:xfrm>
              <a:prstGeom prst="triangle">
                <a:avLst/>
              </a:prstGeom>
              <a:solidFill>
                <a:srgbClr val="D5D5D5"/>
              </a:solidFill>
              <a:ln w="6055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79" name="等腰三角形 76">
                <a:extLst>
                  <a:ext uri="{FF2B5EF4-FFF2-40B4-BE49-F238E27FC236}">
                    <a16:creationId xmlns:a16="http://schemas.microsoft.com/office/drawing/2014/main" id="{C24EEF51-A95E-6304-5AB7-B7B8322DC128}"/>
                  </a:ext>
                </a:extLst>
              </p:cNvPr>
              <p:cNvSpPr/>
              <p:nvPr/>
            </p:nvSpPr>
            <p:spPr>
              <a:xfrm>
                <a:off x="2573594" y="3148856"/>
                <a:ext cx="720000" cy="324000"/>
              </a:xfrm>
              <a:prstGeom prst="triangle">
                <a:avLst/>
              </a:prstGeom>
              <a:solidFill>
                <a:srgbClr val="D5D5D5"/>
              </a:solidFill>
              <a:ln w="605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rtlCol="0" anchor="ctr"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282" name="组合 1281">
              <a:extLst>
                <a:ext uri="{FF2B5EF4-FFF2-40B4-BE49-F238E27FC236}">
                  <a16:creationId xmlns:a16="http://schemas.microsoft.com/office/drawing/2014/main" id="{9AAAAB3B-0E06-FAFF-70E4-B2B999CF5438}"/>
                </a:ext>
              </a:extLst>
            </p:cNvPr>
            <p:cNvGrpSpPr/>
            <p:nvPr/>
          </p:nvGrpSpPr>
          <p:grpSpPr>
            <a:xfrm>
              <a:off x="6975291" y="2079385"/>
              <a:ext cx="821749" cy="325930"/>
              <a:chOff x="2573594" y="3146926"/>
              <a:chExt cx="821749" cy="325930"/>
            </a:xfrm>
          </p:grpSpPr>
          <p:sp>
            <p:nvSpPr>
              <p:cNvPr id="1283" name="等腰三角形 76">
                <a:extLst>
                  <a:ext uri="{FF2B5EF4-FFF2-40B4-BE49-F238E27FC236}">
                    <a16:creationId xmlns:a16="http://schemas.microsoft.com/office/drawing/2014/main" id="{C9C997E2-BD4E-06F8-9356-C09DC835ADD6}"/>
                  </a:ext>
                </a:extLst>
              </p:cNvPr>
              <p:cNvSpPr/>
              <p:nvPr/>
            </p:nvSpPr>
            <p:spPr>
              <a:xfrm>
                <a:off x="2675343" y="3146926"/>
                <a:ext cx="720000" cy="324000"/>
              </a:xfrm>
              <a:prstGeom prst="triangle">
                <a:avLst/>
              </a:prstGeom>
              <a:solidFill>
                <a:srgbClr val="D5D5D5"/>
              </a:solidFill>
              <a:ln w="6055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rtlCol="0" anchor="ctr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84" name="等腰三角形 76">
                <a:extLst>
                  <a:ext uri="{FF2B5EF4-FFF2-40B4-BE49-F238E27FC236}">
                    <a16:creationId xmlns:a16="http://schemas.microsoft.com/office/drawing/2014/main" id="{815645DE-AF4F-7966-3D0B-2593578DF704}"/>
                  </a:ext>
                </a:extLst>
              </p:cNvPr>
              <p:cNvSpPr/>
              <p:nvPr/>
            </p:nvSpPr>
            <p:spPr>
              <a:xfrm>
                <a:off x="2573594" y="3148856"/>
                <a:ext cx="720000" cy="324000"/>
              </a:xfrm>
              <a:prstGeom prst="triangle">
                <a:avLst/>
              </a:prstGeom>
              <a:solidFill>
                <a:srgbClr val="D5D5D5"/>
              </a:solidFill>
              <a:ln w="6055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txBody>
              <a:bodyPr rtlCol="0" anchor="ctr"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296" name="组合 1295">
            <a:extLst>
              <a:ext uri="{FF2B5EF4-FFF2-40B4-BE49-F238E27FC236}">
                <a16:creationId xmlns:a16="http://schemas.microsoft.com/office/drawing/2014/main" id="{BACA6053-A33F-6BF1-3D87-D135CC60FE9A}"/>
              </a:ext>
            </a:extLst>
          </p:cNvPr>
          <p:cNvGrpSpPr/>
          <p:nvPr/>
        </p:nvGrpSpPr>
        <p:grpSpPr>
          <a:xfrm>
            <a:off x="7687189" y="6909297"/>
            <a:ext cx="3945234" cy="4610062"/>
            <a:chOff x="4827660" y="98900"/>
            <a:chExt cx="3945234" cy="4610062"/>
          </a:xfrm>
        </p:grpSpPr>
        <p:pic>
          <p:nvPicPr>
            <p:cNvPr id="1315" name="图片 1314">
              <a:extLst>
                <a:ext uri="{FF2B5EF4-FFF2-40B4-BE49-F238E27FC236}">
                  <a16:creationId xmlns:a16="http://schemas.microsoft.com/office/drawing/2014/main" id="{59CAD7B1-3AEF-AD67-C743-CAA9B2C51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9410" y="1213208"/>
              <a:ext cx="3384000" cy="2538000"/>
            </a:xfrm>
            <a:prstGeom prst="rect">
              <a:avLst/>
            </a:prstGeom>
            <a:scene3d>
              <a:camera prst="isometricOffAxis1Top"/>
              <a:lightRig rig="threePt" dir="t"/>
            </a:scene3d>
          </p:spPr>
        </p:pic>
        <p:pic>
          <p:nvPicPr>
            <p:cNvPr id="1316" name="图片 1315">
              <a:extLst>
                <a:ext uri="{FF2B5EF4-FFF2-40B4-BE49-F238E27FC236}">
                  <a16:creationId xmlns:a16="http://schemas.microsoft.com/office/drawing/2014/main" id="{5872D71C-B10F-BB97-C305-99A99BD28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9410" y="590715"/>
              <a:ext cx="3384000" cy="2538000"/>
            </a:xfrm>
            <a:prstGeom prst="rect">
              <a:avLst/>
            </a:prstGeom>
            <a:scene3d>
              <a:camera prst="isometricOffAxis1Top"/>
              <a:lightRig rig="threePt" dir="t"/>
            </a:scene3d>
          </p:spPr>
        </p:pic>
        <p:pic>
          <p:nvPicPr>
            <p:cNvPr id="1317" name="图片 1316">
              <a:extLst>
                <a:ext uri="{FF2B5EF4-FFF2-40B4-BE49-F238E27FC236}">
                  <a16:creationId xmlns:a16="http://schemas.microsoft.com/office/drawing/2014/main" id="{7FDDFC3F-91C4-2527-9107-AB3D757A1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9410" y="98900"/>
              <a:ext cx="3384000" cy="2538000"/>
            </a:xfrm>
            <a:prstGeom prst="rect">
              <a:avLst/>
            </a:prstGeom>
            <a:scene3d>
              <a:camera prst="isometricOffAxis1Top"/>
              <a:lightRig rig="threePt" dir="t"/>
            </a:scene3d>
          </p:spPr>
        </p:pic>
        <p:pic>
          <p:nvPicPr>
            <p:cNvPr id="1318" name="图片 1317">
              <a:extLst>
                <a:ext uri="{FF2B5EF4-FFF2-40B4-BE49-F238E27FC236}">
                  <a16:creationId xmlns:a16="http://schemas.microsoft.com/office/drawing/2014/main" id="{FFC1A96B-A564-8822-A5D5-1B2CFFA3A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9410" y="2170962"/>
              <a:ext cx="3384000" cy="2538000"/>
            </a:xfrm>
            <a:prstGeom prst="rect">
              <a:avLst/>
            </a:prstGeom>
            <a:scene3d>
              <a:camera prst="isometricOffAxis1Top"/>
              <a:lightRig rig="threePt" dir="t"/>
            </a:scene3d>
          </p:spPr>
        </p:pic>
        <p:sp>
          <p:nvSpPr>
            <p:cNvPr id="1319" name="文本框 1318">
              <a:extLst>
                <a:ext uri="{FF2B5EF4-FFF2-40B4-BE49-F238E27FC236}">
                  <a16:creationId xmlns:a16="http://schemas.microsoft.com/office/drawing/2014/main" id="{7A519598-3291-2BFF-2521-8D2D85900F18}"/>
                </a:ext>
              </a:extLst>
            </p:cNvPr>
            <p:cNvSpPr txBox="1"/>
            <p:nvPr/>
          </p:nvSpPr>
          <p:spPr>
            <a:xfrm>
              <a:off x="6109819" y="1235333"/>
              <a:ext cx="2620743" cy="523220"/>
            </a:xfrm>
            <a:prstGeom prst="rect">
              <a:avLst/>
            </a:prstGeom>
            <a:noFill/>
            <a:scene3d>
              <a:camera prst="isometricOffAxis1Top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Insect Layer</a:t>
              </a:r>
              <a:endPara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0" name="文本框 1319">
              <a:extLst>
                <a:ext uri="{FF2B5EF4-FFF2-40B4-BE49-F238E27FC236}">
                  <a16:creationId xmlns:a16="http://schemas.microsoft.com/office/drawing/2014/main" id="{A264AE86-45B7-1252-783E-7CB72B9D268E}"/>
                </a:ext>
              </a:extLst>
            </p:cNvPr>
            <p:cNvSpPr txBox="1"/>
            <p:nvPr/>
          </p:nvSpPr>
          <p:spPr>
            <a:xfrm>
              <a:off x="5750262" y="1808189"/>
              <a:ext cx="2620743" cy="523220"/>
            </a:xfrm>
            <a:prstGeom prst="rect">
              <a:avLst/>
            </a:prstGeom>
            <a:noFill/>
            <a:scene3d>
              <a:camera prst="isometricOffAxis1Top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Predator Layer</a:t>
              </a:r>
              <a:endParaRPr lang="zh-CN" altLang="en-US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1" name="文本框 1320">
              <a:extLst>
                <a:ext uri="{FF2B5EF4-FFF2-40B4-BE49-F238E27FC236}">
                  <a16:creationId xmlns:a16="http://schemas.microsoft.com/office/drawing/2014/main" id="{7BD9CBC0-DEAB-2F55-CA89-81239283A268}"/>
                </a:ext>
              </a:extLst>
            </p:cNvPr>
            <p:cNvSpPr txBox="1"/>
            <p:nvPr/>
          </p:nvSpPr>
          <p:spPr>
            <a:xfrm>
              <a:off x="6152151" y="2339140"/>
              <a:ext cx="2620743" cy="523220"/>
            </a:xfrm>
            <a:prstGeom prst="rect">
              <a:avLst/>
            </a:prstGeom>
            <a:noFill/>
            <a:scene3d>
              <a:camera prst="isometricOffAxis1Top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altLang="zh-CN" sz="2800" b="1" i="1" dirty="0">
                  <a:solidFill>
                    <a:schemeClr val="accent5">
                      <a:lumMod val="40000"/>
                      <a:lumOff val="6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Plant Layer</a:t>
              </a:r>
              <a:endParaRPr lang="zh-CN" alt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2" name="文本框 1321">
              <a:extLst>
                <a:ext uri="{FF2B5EF4-FFF2-40B4-BE49-F238E27FC236}">
                  <a16:creationId xmlns:a16="http://schemas.microsoft.com/office/drawing/2014/main" id="{97D7611E-B5D6-E622-7697-D4D43EF73CB9}"/>
                </a:ext>
              </a:extLst>
            </p:cNvPr>
            <p:cNvSpPr txBox="1"/>
            <p:nvPr/>
          </p:nvSpPr>
          <p:spPr>
            <a:xfrm>
              <a:off x="5803919" y="3389409"/>
              <a:ext cx="2620743" cy="523220"/>
            </a:xfrm>
            <a:prstGeom prst="rect">
              <a:avLst/>
            </a:prstGeom>
            <a:noFill/>
            <a:scene3d>
              <a:camera prst="isometricOffAxis1Top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 Richness</a:t>
              </a:r>
              <a:endParaRPr lang="zh-CN" altLang="en-US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23" name="直接连接符 1322">
              <a:extLst>
                <a:ext uri="{FF2B5EF4-FFF2-40B4-BE49-F238E27FC236}">
                  <a16:creationId xmlns:a16="http://schemas.microsoft.com/office/drawing/2014/main" id="{270EA14A-C340-C404-0724-E06467200EBA}"/>
                </a:ext>
              </a:extLst>
            </p:cNvPr>
            <p:cNvCxnSpPr>
              <a:cxnSpLocks/>
            </p:cNvCxnSpPr>
            <p:nvPr/>
          </p:nvCxnSpPr>
          <p:spPr>
            <a:xfrm>
              <a:off x="8175381" y="1493700"/>
              <a:ext cx="0" cy="2088000"/>
            </a:xfrm>
            <a:prstGeom prst="line">
              <a:avLst/>
            </a:prstGeom>
            <a:ln w="21590">
              <a:solidFill>
                <a:schemeClr val="accent6">
                  <a:lumMod val="75000"/>
                  <a:alpha val="67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直接连接符 1323">
              <a:extLst>
                <a:ext uri="{FF2B5EF4-FFF2-40B4-BE49-F238E27FC236}">
                  <a16:creationId xmlns:a16="http://schemas.microsoft.com/office/drawing/2014/main" id="{65CAA117-D5E6-B4C0-BBF1-96475F0BF5E2}"/>
                </a:ext>
              </a:extLst>
            </p:cNvPr>
            <p:cNvCxnSpPr>
              <a:cxnSpLocks/>
            </p:cNvCxnSpPr>
            <p:nvPr/>
          </p:nvCxnSpPr>
          <p:spPr>
            <a:xfrm>
              <a:off x="5817415" y="1854321"/>
              <a:ext cx="0" cy="2088000"/>
            </a:xfrm>
            <a:prstGeom prst="line">
              <a:avLst/>
            </a:prstGeom>
            <a:ln w="21590">
              <a:solidFill>
                <a:schemeClr val="accent6">
                  <a:lumMod val="75000"/>
                  <a:alpha val="67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直接连接符 1324">
              <a:extLst>
                <a:ext uri="{FF2B5EF4-FFF2-40B4-BE49-F238E27FC236}">
                  <a16:creationId xmlns:a16="http://schemas.microsoft.com/office/drawing/2014/main" id="{85DDBA37-896C-65A1-C53D-BFE8D8744CEE}"/>
                </a:ext>
              </a:extLst>
            </p:cNvPr>
            <p:cNvCxnSpPr>
              <a:cxnSpLocks/>
            </p:cNvCxnSpPr>
            <p:nvPr/>
          </p:nvCxnSpPr>
          <p:spPr>
            <a:xfrm>
              <a:off x="4827660" y="1231116"/>
              <a:ext cx="0" cy="2088000"/>
            </a:xfrm>
            <a:prstGeom prst="line">
              <a:avLst/>
            </a:prstGeom>
            <a:ln w="21590">
              <a:solidFill>
                <a:schemeClr val="accent6">
                  <a:lumMod val="75000"/>
                  <a:alpha val="67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26" name="图片 1325">
              <a:extLst>
                <a:ext uri="{FF2B5EF4-FFF2-40B4-BE49-F238E27FC236}">
                  <a16:creationId xmlns:a16="http://schemas.microsoft.com/office/drawing/2014/main" id="{D397CFA2-9E5A-F8A9-EC9F-648ACE277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81502" y="2978264"/>
              <a:ext cx="543651" cy="274964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327" name="图片 1326">
              <a:extLst>
                <a:ext uri="{FF2B5EF4-FFF2-40B4-BE49-F238E27FC236}">
                  <a16:creationId xmlns:a16="http://schemas.microsoft.com/office/drawing/2014/main" id="{84852C72-4991-DEA3-E88B-6E8E07650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477196" y="3041810"/>
              <a:ext cx="543651" cy="274964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1328" name="图片 1327">
              <a:extLst>
                <a:ext uri="{FF2B5EF4-FFF2-40B4-BE49-F238E27FC236}">
                  <a16:creationId xmlns:a16="http://schemas.microsoft.com/office/drawing/2014/main" id="{1AEFC119-2D3B-A2C8-6969-42F050241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585752" y="3117538"/>
              <a:ext cx="543651" cy="274964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</p:grpSp>
      <p:grpSp>
        <p:nvGrpSpPr>
          <p:cNvPr id="1297" name="组合 1296">
            <a:extLst>
              <a:ext uri="{FF2B5EF4-FFF2-40B4-BE49-F238E27FC236}">
                <a16:creationId xmlns:a16="http://schemas.microsoft.com/office/drawing/2014/main" id="{D5F38CCD-B9B4-DB24-7909-444115A14C83}"/>
              </a:ext>
            </a:extLst>
          </p:cNvPr>
          <p:cNvGrpSpPr/>
          <p:nvPr/>
        </p:nvGrpSpPr>
        <p:grpSpPr>
          <a:xfrm>
            <a:off x="-500079" y="6909297"/>
            <a:ext cx="3930247" cy="4610062"/>
            <a:chOff x="686974" y="879119"/>
            <a:chExt cx="3930247" cy="4610062"/>
          </a:xfrm>
        </p:grpSpPr>
        <p:grpSp>
          <p:nvGrpSpPr>
            <p:cNvPr id="1298" name="组合 1297">
              <a:extLst>
                <a:ext uri="{FF2B5EF4-FFF2-40B4-BE49-F238E27FC236}">
                  <a16:creationId xmlns:a16="http://schemas.microsoft.com/office/drawing/2014/main" id="{3293CABA-6F9D-2A46-D1C9-A6AD8C04C12C}"/>
                </a:ext>
              </a:extLst>
            </p:cNvPr>
            <p:cNvGrpSpPr/>
            <p:nvPr/>
          </p:nvGrpSpPr>
          <p:grpSpPr>
            <a:xfrm>
              <a:off x="686974" y="879119"/>
              <a:ext cx="3930247" cy="4610062"/>
              <a:chOff x="-315859" y="98900"/>
              <a:chExt cx="3930247" cy="4610062"/>
            </a:xfrm>
          </p:grpSpPr>
          <p:pic>
            <p:nvPicPr>
              <p:cNvPr id="1300" name="图片 1299">
                <a:extLst>
                  <a:ext uri="{FF2B5EF4-FFF2-40B4-BE49-F238E27FC236}">
                    <a16:creationId xmlns:a16="http://schemas.microsoft.com/office/drawing/2014/main" id="{2B014BA8-BEE7-20DF-19EB-EB67D2D61A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92542" y="2170962"/>
                <a:ext cx="3384000" cy="2538000"/>
              </a:xfrm>
              <a:prstGeom prst="rect">
                <a:avLst/>
              </a:prstGeom>
              <a:scene3d>
                <a:camera prst="isometricOffAxis1Top"/>
                <a:lightRig rig="threePt" dir="t"/>
              </a:scene3d>
            </p:spPr>
          </p:pic>
          <p:sp>
            <p:nvSpPr>
              <p:cNvPr id="1301" name="文本框 1300">
                <a:extLst>
                  <a:ext uri="{FF2B5EF4-FFF2-40B4-BE49-F238E27FC236}">
                    <a16:creationId xmlns:a16="http://schemas.microsoft.com/office/drawing/2014/main" id="{6D3A20BE-AB0D-C988-F819-752626EA58FC}"/>
                  </a:ext>
                </a:extLst>
              </p:cNvPr>
              <p:cNvSpPr txBox="1"/>
              <p:nvPr/>
            </p:nvSpPr>
            <p:spPr>
              <a:xfrm>
                <a:off x="993645" y="1232090"/>
                <a:ext cx="2620743" cy="523220"/>
              </a:xfrm>
              <a:prstGeom prst="rect">
                <a:avLst/>
              </a:prstGeom>
              <a:noFill/>
              <a:scene3d>
                <a:camera prst="isometricOffAxis1Top"/>
                <a:lightRig rig="threePt" dir="t"/>
              </a:scene3d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Insect Layer</a:t>
                </a:r>
                <a:endParaRPr lang="zh-CN" alt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302" name="组合 1301">
                <a:extLst>
                  <a:ext uri="{FF2B5EF4-FFF2-40B4-BE49-F238E27FC236}">
                    <a16:creationId xmlns:a16="http://schemas.microsoft.com/office/drawing/2014/main" id="{7F80D4F4-005E-EA04-B1F7-73C6B455F836}"/>
                  </a:ext>
                </a:extLst>
              </p:cNvPr>
              <p:cNvGrpSpPr/>
              <p:nvPr/>
            </p:nvGrpSpPr>
            <p:grpSpPr>
              <a:xfrm>
                <a:off x="-315859" y="98900"/>
                <a:ext cx="3859580" cy="3843421"/>
                <a:chOff x="-315859" y="98900"/>
                <a:chExt cx="3859580" cy="3843421"/>
              </a:xfrm>
            </p:grpSpPr>
            <p:pic>
              <p:nvPicPr>
                <p:cNvPr id="1303" name="图片 1302">
                  <a:extLst>
                    <a:ext uri="{FF2B5EF4-FFF2-40B4-BE49-F238E27FC236}">
                      <a16:creationId xmlns:a16="http://schemas.microsoft.com/office/drawing/2014/main" id="{65186092-5CCA-1F4B-B75D-B7EE22B5D9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92542" y="1213208"/>
                  <a:ext cx="3384000" cy="2538000"/>
                </a:xfrm>
                <a:prstGeom prst="rect">
                  <a:avLst/>
                </a:prstGeom>
                <a:scene3d>
                  <a:camera prst="isometricOffAxis1Top"/>
                  <a:lightRig rig="threePt" dir="t"/>
                </a:scene3d>
              </p:spPr>
            </p:pic>
            <p:pic>
              <p:nvPicPr>
                <p:cNvPr id="1304" name="图片 1303">
                  <a:extLst>
                    <a:ext uri="{FF2B5EF4-FFF2-40B4-BE49-F238E27FC236}">
                      <a16:creationId xmlns:a16="http://schemas.microsoft.com/office/drawing/2014/main" id="{D2E89EFB-6251-B00C-6600-84E6430569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92542" y="590715"/>
                  <a:ext cx="3384000" cy="2538000"/>
                </a:xfrm>
                <a:prstGeom prst="rect">
                  <a:avLst/>
                </a:prstGeom>
                <a:scene3d>
                  <a:camera prst="isometricOffAxis1Top"/>
                  <a:lightRig rig="threePt" dir="t"/>
                </a:scene3d>
              </p:spPr>
            </p:pic>
            <p:pic>
              <p:nvPicPr>
                <p:cNvPr id="1305" name="图片 1304">
                  <a:extLst>
                    <a:ext uri="{FF2B5EF4-FFF2-40B4-BE49-F238E27FC236}">
                      <a16:creationId xmlns:a16="http://schemas.microsoft.com/office/drawing/2014/main" id="{DF563A48-35A4-5374-2E74-92DB9D63D6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34875" y="98900"/>
                  <a:ext cx="3384000" cy="2538000"/>
                </a:xfrm>
                <a:prstGeom prst="rect">
                  <a:avLst/>
                </a:prstGeom>
                <a:scene3d>
                  <a:camera prst="isometricOffAxis1Top"/>
                  <a:lightRig rig="threePt" dir="t"/>
                </a:scene3d>
              </p:spPr>
            </p:pic>
            <p:cxnSp>
              <p:nvCxnSpPr>
                <p:cNvPr id="1306" name="直接连接符 1305">
                  <a:extLst>
                    <a:ext uri="{FF2B5EF4-FFF2-40B4-BE49-F238E27FC236}">
                      <a16:creationId xmlns:a16="http://schemas.microsoft.com/office/drawing/2014/main" id="{B2A12F1B-E1C9-4559-93BE-16255B0AFC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36941" y="1493700"/>
                  <a:ext cx="0" cy="2088000"/>
                </a:xfrm>
                <a:prstGeom prst="line">
                  <a:avLst/>
                </a:prstGeom>
                <a:ln w="21590">
                  <a:solidFill>
                    <a:schemeClr val="accent6">
                      <a:lumMod val="75000"/>
                      <a:alpha val="67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7" name="直接连接符 1306">
                  <a:extLst>
                    <a:ext uri="{FF2B5EF4-FFF2-40B4-BE49-F238E27FC236}">
                      <a16:creationId xmlns:a16="http://schemas.microsoft.com/office/drawing/2014/main" id="{55F156B2-C04E-4626-4BA5-0696F034E6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8975" y="1854321"/>
                  <a:ext cx="0" cy="2088000"/>
                </a:xfrm>
                <a:prstGeom prst="line">
                  <a:avLst/>
                </a:prstGeom>
                <a:ln w="21590">
                  <a:solidFill>
                    <a:schemeClr val="accent6">
                      <a:lumMod val="75000"/>
                      <a:alpha val="67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8" name="直接连接符 1307">
                  <a:extLst>
                    <a:ext uri="{FF2B5EF4-FFF2-40B4-BE49-F238E27FC236}">
                      <a16:creationId xmlns:a16="http://schemas.microsoft.com/office/drawing/2014/main" id="{AE2A64B7-42A4-BC42-1B8B-DEF603D00A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-315859" y="1231116"/>
                  <a:ext cx="0" cy="2088000"/>
                </a:xfrm>
                <a:prstGeom prst="line">
                  <a:avLst/>
                </a:prstGeom>
                <a:ln w="21590">
                  <a:solidFill>
                    <a:schemeClr val="accent6">
                      <a:lumMod val="75000"/>
                      <a:alpha val="67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09" name="文本框 1308">
                  <a:extLst>
                    <a:ext uri="{FF2B5EF4-FFF2-40B4-BE49-F238E27FC236}">
                      <a16:creationId xmlns:a16="http://schemas.microsoft.com/office/drawing/2014/main" id="{D594EE2C-79D3-7033-3A5B-D35E21B2005E}"/>
                    </a:ext>
                  </a:extLst>
                </p:cNvPr>
                <p:cNvSpPr txBox="1"/>
                <p:nvPr/>
              </p:nvSpPr>
              <p:spPr>
                <a:xfrm>
                  <a:off x="678975" y="1790301"/>
                  <a:ext cx="2620743" cy="523220"/>
                </a:xfrm>
                <a:prstGeom prst="rect">
                  <a:avLst/>
                </a:prstGeom>
                <a:noFill/>
                <a:scene3d>
                  <a:camera prst="isometricOffAxis1Top"/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Predator Layer</a:t>
                  </a:r>
                  <a:endParaRPr lang="zh-CN" altLang="en-US" sz="28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0" name="文本框 1309">
                  <a:extLst>
                    <a:ext uri="{FF2B5EF4-FFF2-40B4-BE49-F238E27FC236}">
                      <a16:creationId xmlns:a16="http://schemas.microsoft.com/office/drawing/2014/main" id="{BF4C6E31-5AFB-2323-7793-09B4F2CFD574}"/>
                    </a:ext>
                  </a:extLst>
                </p:cNvPr>
                <p:cNvSpPr txBox="1"/>
                <p:nvPr/>
              </p:nvSpPr>
              <p:spPr>
                <a:xfrm>
                  <a:off x="922978" y="2370049"/>
                  <a:ext cx="2620743" cy="523220"/>
                </a:xfrm>
                <a:prstGeom prst="rect">
                  <a:avLst/>
                </a:prstGeom>
                <a:noFill/>
                <a:scene3d>
                  <a:camera prst="isometricOffAxis1Top"/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i="1" dirty="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Plant Layer</a:t>
                  </a:r>
                  <a:endParaRPr lang="zh-CN" altLang="en-US" sz="2800" b="1" i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1" name="文本框 1310">
                  <a:extLst>
                    <a:ext uri="{FF2B5EF4-FFF2-40B4-BE49-F238E27FC236}">
                      <a16:creationId xmlns:a16="http://schemas.microsoft.com/office/drawing/2014/main" id="{6F414E07-33C6-5C98-9B7F-B4284B60EBDD}"/>
                    </a:ext>
                  </a:extLst>
                </p:cNvPr>
                <p:cNvSpPr txBox="1"/>
                <p:nvPr/>
              </p:nvSpPr>
              <p:spPr>
                <a:xfrm>
                  <a:off x="528382" y="3376618"/>
                  <a:ext cx="2620743" cy="523220"/>
                </a:xfrm>
                <a:prstGeom prst="rect">
                  <a:avLst/>
                </a:prstGeom>
                <a:noFill/>
                <a:scene3d>
                  <a:camera prst="isometricOffAxis1Top"/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Total Richness</a:t>
                  </a:r>
                  <a:endParaRPr lang="zh-CN" altLang="en-US" sz="28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312" name="图片 1311">
                  <a:extLst>
                    <a:ext uri="{FF2B5EF4-FFF2-40B4-BE49-F238E27FC236}">
                      <a16:creationId xmlns:a16="http://schemas.microsoft.com/office/drawing/2014/main" id="{6858B513-8C16-0E7E-946A-6EEA6C5493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297" y="2993026"/>
                  <a:ext cx="543651" cy="274964"/>
                </a:xfrm>
                <a:prstGeom prst="rect">
                  <a:avLst/>
                </a:prstGeom>
                <a:scene3d>
                  <a:camera prst="isometricOffAxis2Right"/>
                  <a:lightRig rig="threePt" dir="t"/>
                </a:scene3d>
              </p:spPr>
            </p:pic>
            <p:pic>
              <p:nvPicPr>
                <p:cNvPr id="1313" name="图片 1312">
                  <a:extLst>
                    <a:ext uri="{FF2B5EF4-FFF2-40B4-BE49-F238E27FC236}">
                      <a16:creationId xmlns:a16="http://schemas.microsoft.com/office/drawing/2014/main" id="{AA35CE61-0790-7E0E-8BEB-02C36D1AFC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54991" y="3056572"/>
                  <a:ext cx="543651" cy="274964"/>
                </a:xfrm>
                <a:prstGeom prst="rect">
                  <a:avLst/>
                </a:prstGeom>
                <a:scene3d>
                  <a:camera prst="isometricOffAxis2Right"/>
                  <a:lightRig rig="threePt" dir="t"/>
                </a:scene3d>
              </p:spPr>
            </p:pic>
            <p:pic>
              <p:nvPicPr>
                <p:cNvPr id="1314" name="图片 1313">
                  <a:extLst>
                    <a:ext uri="{FF2B5EF4-FFF2-40B4-BE49-F238E27FC236}">
                      <a16:creationId xmlns:a16="http://schemas.microsoft.com/office/drawing/2014/main" id="{8CCE0C39-9A3F-9D0D-96A5-0BAA4A3173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63547" y="3132300"/>
                  <a:ext cx="543651" cy="274964"/>
                </a:xfrm>
                <a:prstGeom prst="rect">
                  <a:avLst/>
                </a:prstGeom>
                <a:scene3d>
                  <a:camera prst="isometricOffAxis2Right"/>
                  <a:lightRig rig="threePt" dir="t"/>
                </a:scene3d>
              </p:spPr>
            </p:pic>
          </p:grpSp>
        </p:grpSp>
        <p:sp>
          <p:nvSpPr>
            <p:cNvPr id="1299" name="文本框 1298">
              <a:extLst>
                <a:ext uri="{FF2B5EF4-FFF2-40B4-BE49-F238E27FC236}">
                  <a16:creationId xmlns:a16="http://schemas.microsoft.com/office/drawing/2014/main" id="{F78BCC2C-17D5-0577-A5F1-4B580EB5B7DA}"/>
                </a:ext>
              </a:extLst>
            </p:cNvPr>
            <p:cNvSpPr txBox="1"/>
            <p:nvPr/>
          </p:nvSpPr>
          <p:spPr>
            <a:xfrm>
              <a:off x="1933758" y="2021046"/>
              <a:ext cx="2620743" cy="523220"/>
            </a:xfrm>
            <a:prstGeom prst="rect">
              <a:avLst/>
            </a:prstGeom>
            <a:noFill/>
            <a:scene3d>
              <a:camera prst="isometricOffAxis1Top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Insect Layer</a:t>
              </a:r>
              <a:endPara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89" name="组合 1288">
            <a:extLst>
              <a:ext uri="{FF2B5EF4-FFF2-40B4-BE49-F238E27FC236}">
                <a16:creationId xmlns:a16="http://schemas.microsoft.com/office/drawing/2014/main" id="{DDF918DA-8350-DCCD-090A-EE2096E24A98}"/>
              </a:ext>
            </a:extLst>
          </p:cNvPr>
          <p:cNvGrpSpPr/>
          <p:nvPr/>
        </p:nvGrpSpPr>
        <p:grpSpPr>
          <a:xfrm>
            <a:off x="3175119" y="9349584"/>
            <a:ext cx="821749" cy="325930"/>
            <a:chOff x="2573594" y="3146926"/>
            <a:chExt cx="821749" cy="325930"/>
          </a:xfrm>
        </p:grpSpPr>
        <p:sp>
          <p:nvSpPr>
            <p:cNvPr id="1293" name="等腰三角形 76">
              <a:extLst>
                <a:ext uri="{FF2B5EF4-FFF2-40B4-BE49-F238E27FC236}">
                  <a16:creationId xmlns:a16="http://schemas.microsoft.com/office/drawing/2014/main" id="{E04A14B9-780A-C6F6-9008-72B43E32AB8B}"/>
                </a:ext>
              </a:extLst>
            </p:cNvPr>
            <p:cNvSpPr/>
            <p:nvPr/>
          </p:nvSpPr>
          <p:spPr>
            <a:xfrm>
              <a:off x="2675343" y="3146926"/>
              <a:ext cx="720000" cy="324000"/>
            </a:xfrm>
            <a:prstGeom prst="triangle">
              <a:avLst/>
            </a:prstGeom>
            <a:solidFill>
              <a:srgbClr val="D5D5D5"/>
            </a:solidFill>
            <a:ln w="6055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94" name="等腰三角形 76">
              <a:extLst>
                <a:ext uri="{FF2B5EF4-FFF2-40B4-BE49-F238E27FC236}">
                  <a16:creationId xmlns:a16="http://schemas.microsoft.com/office/drawing/2014/main" id="{8F83B429-A906-7889-09BE-8932F74A9136}"/>
                </a:ext>
              </a:extLst>
            </p:cNvPr>
            <p:cNvSpPr/>
            <p:nvPr/>
          </p:nvSpPr>
          <p:spPr>
            <a:xfrm>
              <a:off x="2573594" y="3148856"/>
              <a:ext cx="720000" cy="324000"/>
            </a:xfrm>
            <a:prstGeom prst="triangle">
              <a:avLst/>
            </a:prstGeom>
            <a:solidFill>
              <a:srgbClr val="D5D5D5"/>
            </a:solidFill>
            <a:ln w="605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rtlCol="0" anchor="ctr"/>
            <a:lstStyle/>
            <a:p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90" name="组合 1289">
            <a:extLst>
              <a:ext uri="{FF2B5EF4-FFF2-40B4-BE49-F238E27FC236}">
                <a16:creationId xmlns:a16="http://schemas.microsoft.com/office/drawing/2014/main" id="{9920ED78-C810-CC31-4745-EA6695C4AF41}"/>
              </a:ext>
            </a:extLst>
          </p:cNvPr>
          <p:cNvGrpSpPr/>
          <p:nvPr/>
        </p:nvGrpSpPr>
        <p:grpSpPr>
          <a:xfrm>
            <a:off x="6680153" y="9348619"/>
            <a:ext cx="821749" cy="325930"/>
            <a:chOff x="2573594" y="3146926"/>
            <a:chExt cx="821749" cy="325930"/>
          </a:xfrm>
        </p:grpSpPr>
        <p:sp>
          <p:nvSpPr>
            <p:cNvPr id="1291" name="等腰三角形 76">
              <a:extLst>
                <a:ext uri="{FF2B5EF4-FFF2-40B4-BE49-F238E27FC236}">
                  <a16:creationId xmlns:a16="http://schemas.microsoft.com/office/drawing/2014/main" id="{42D3A2F9-889D-8E06-0B6D-ABAA77175B59}"/>
                </a:ext>
              </a:extLst>
            </p:cNvPr>
            <p:cNvSpPr/>
            <p:nvPr/>
          </p:nvSpPr>
          <p:spPr>
            <a:xfrm>
              <a:off x="2675343" y="3146926"/>
              <a:ext cx="720000" cy="324000"/>
            </a:xfrm>
            <a:prstGeom prst="triangle">
              <a:avLst/>
            </a:prstGeom>
            <a:solidFill>
              <a:srgbClr val="D5D5D5"/>
            </a:solidFill>
            <a:ln w="6055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92" name="等腰三角形 76">
              <a:extLst>
                <a:ext uri="{FF2B5EF4-FFF2-40B4-BE49-F238E27FC236}">
                  <a16:creationId xmlns:a16="http://schemas.microsoft.com/office/drawing/2014/main" id="{53A2A553-2DA3-6785-00EF-06EAF9F599FF}"/>
                </a:ext>
              </a:extLst>
            </p:cNvPr>
            <p:cNvSpPr/>
            <p:nvPr/>
          </p:nvSpPr>
          <p:spPr>
            <a:xfrm>
              <a:off x="2573594" y="3148856"/>
              <a:ext cx="720000" cy="324000"/>
            </a:xfrm>
            <a:prstGeom prst="triangle">
              <a:avLst/>
            </a:prstGeom>
            <a:solidFill>
              <a:srgbClr val="D5D5D5"/>
            </a:solidFill>
            <a:ln w="6055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rtlCol="0" anchor="ctr"/>
            <a:lstStyle/>
            <a:p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14230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4B6B-3B92-CA5A-69C2-94DFA93F6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组合 514">
            <a:extLst>
              <a:ext uri="{FF2B5EF4-FFF2-40B4-BE49-F238E27FC236}">
                <a16:creationId xmlns:a16="http://schemas.microsoft.com/office/drawing/2014/main" id="{4B8482D4-6636-CBEC-DB4C-25AD4069E0F4}"/>
              </a:ext>
            </a:extLst>
          </p:cNvPr>
          <p:cNvGrpSpPr/>
          <p:nvPr/>
        </p:nvGrpSpPr>
        <p:grpSpPr>
          <a:xfrm>
            <a:off x="406107" y="1654084"/>
            <a:ext cx="11379785" cy="3549832"/>
            <a:chOff x="406107" y="1654084"/>
            <a:chExt cx="11379785" cy="35498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5E10CC3-5B74-0149-AEF0-508E7D770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107" y="1654084"/>
              <a:ext cx="11379785" cy="3549832"/>
            </a:xfrm>
            <a:prstGeom prst="rect">
              <a:avLst/>
            </a:prstGeom>
          </p:spPr>
        </p:pic>
        <p:sp>
          <p:nvSpPr>
            <p:cNvPr id="4" name="图形 47" descr="箭头: 顺时针弯曲 纯色填充">
              <a:extLst>
                <a:ext uri="{FF2B5EF4-FFF2-40B4-BE49-F238E27FC236}">
                  <a16:creationId xmlns:a16="http://schemas.microsoft.com/office/drawing/2014/main" id="{C9D2B81C-84FB-1F6A-2D8A-025268B5A164}"/>
                </a:ext>
              </a:extLst>
            </p:cNvPr>
            <p:cNvSpPr/>
            <p:nvPr/>
          </p:nvSpPr>
          <p:spPr>
            <a:xfrm rot="13594232">
              <a:off x="4936776" y="3005008"/>
              <a:ext cx="432000" cy="1360800"/>
            </a:xfrm>
            <a:custGeom>
              <a:avLst/>
              <a:gdLst>
                <a:gd name="connsiteX0" fmla="*/ 552450 w 552450"/>
                <a:gd name="connsiteY0" fmla="*/ 704876 h 704876"/>
                <a:gd name="connsiteX1" fmla="*/ 323850 w 552450"/>
                <a:gd name="connsiteY1" fmla="*/ 228626 h 704876"/>
                <a:gd name="connsiteX2" fmla="*/ 457200 w 552450"/>
                <a:gd name="connsiteY2" fmla="*/ 228626 h 704876"/>
                <a:gd name="connsiteX3" fmla="*/ 228600 w 552450"/>
                <a:gd name="connsiteY3" fmla="*/ 26 h 704876"/>
                <a:gd name="connsiteX4" fmla="*/ 0 w 552450"/>
                <a:gd name="connsiteY4" fmla="*/ 228626 h 704876"/>
                <a:gd name="connsiteX5" fmla="*/ 123825 w 552450"/>
                <a:gd name="connsiteY5" fmla="*/ 228626 h 704876"/>
                <a:gd name="connsiteX6" fmla="*/ 552450 w 552450"/>
                <a:gd name="connsiteY6" fmla="*/ 704876 h 704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2450" h="704876">
                  <a:moveTo>
                    <a:pt x="552450" y="704876"/>
                  </a:moveTo>
                  <a:cubicBezTo>
                    <a:pt x="552450" y="704876"/>
                    <a:pt x="323850" y="633439"/>
                    <a:pt x="323850" y="228626"/>
                  </a:cubicBezTo>
                  <a:lnTo>
                    <a:pt x="457200" y="228626"/>
                  </a:lnTo>
                  <a:lnTo>
                    <a:pt x="228600" y="26"/>
                  </a:lnTo>
                  <a:cubicBezTo>
                    <a:pt x="228600" y="-2831"/>
                    <a:pt x="0" y="228626"/>
                    <a:pt x="0" y="228626"/>
                  </a:cubicBezTo>
                  <a:lnTo>
                    <a:pt x="123825" y="228626"/>
                  </a:lnTo>
                  <a:cubicBezTo>
                    <a:pt x="123825" y="229579"/>
                    <a:pt x="159068" y="615341"/>
                    <a:pt x="552450" y="70487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CEB99">
                    <a:alpha val="41000"/>
                  </a:srgbClr>
                </a:gs>
                <a:gs pos="100000">
                  <a:srgbClr val="76E3FF"/>
                </a:gs>
              </a:gsLst>
              <a:lin ang="5400000" scaled="1"/>
              <a:tileRect/>
            </a:gradFill>
            <a:ln w="60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13" name="图形 47" descr="箭头: 顺时针弯曲 纯色填充">
              <a:extLst>
                <a:ext uri="{FF2B5EF4-FFF2-40B4-BE49-F238E27FC236}">
                  <a16:creationId xmlns:a16="http://schemas.microsoft.com/office/drawing/2014/main" id="{FAD89176-A502-0F9F-5802-E4AB0A011FF7}"/>
                </a:ext>
              </a:extLst>
            </p:cNvPr>
            <p:cNvSpPr/>
            <p:nvPr/>
          </p:nvSpPr>
          <p:spPr>
            <a:xfrm rot="7946254" flipH="1">
              <a:off x="7448857" y="2999186"/>
              <a:ext cx="432684" cy="1360784"/>
            </a:xfrm>
            <a:custGeom>
              <a:avLst/>
              <a:gdLst>
                <a:gd name="connsiteX0" fmla="*/ 552450 w 552450"/>
                <a:gd name="connsiteY0" fmla="*/ 704876 h 704876"/>
                <a:gd name="connsiteX1" fmla="*/ 323850 w 552450"/>
                <a:gd name="connsiteY1" fmla="*/ 228626 h 704876"/>
                <a:gd name="connsiteX2" fmla="*/ 457200 w 552450"/>
                <a:gd name="connsiteY2" fmla="*/ 228626 h 704876"/>
                <a:gd name="connsiteX3" fmla="*/ 228600 w 552450"/>
                <a:gd name="connsiteY3" fmla="*/ 26 h 704876"/>
                <a:gd name="connsiteX4" fmla="*/ 0 w 552450"/>
                <a:gd name="connsiteY4" fmla="*/ 228626 h 704876"/>
                <a:gd name="connsiteX5" fmla="*/ 123825 w 552450"/>
                <a:gd name="connsiteY5" fmla="*/ 228626 h 704876"/>
                <a:gd name="connsiteX6" fmla="*/ 552450 w 552450"/>
                <a:gd name="connsiteY6" fmla="*/ 704876 h 704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2450" h="704876">
                  <a:moveTo>
                    <a:pt x="552450" y="704876"/>
                  </a:moveTo>
                  <a:cubicBezTo>
                    <a:pt x="552450" y="704876"/>
                    <a:pt x="323850" y="633439"/>
                    <a:pt x="323850" y="228626"/>
                  </a:cubicBezTo>
                  <a:lnTo>
                    <a:pt x="457200" y="228626"/>
                  </a:lnTo>
                  <a:lnTo>
                    <a:pt x="228600" y="26"/>
                  </a:lnTo>
                  <a:cubicBezTo>
                    <a:pt x="228600" y="-2831"/>
                    <a:pt x="0" y="228626"/>
                    <a:pt x="0" y="228626"/>
                  </a:cubicBezTo>
                  <a:lnTo>
                    <a:pt x="123825" y="228626"/>
                  </a:lnTo>
                  <a:cubicBezTo>
                    <a:pt x="123825" y="229579"/>
                    <a:pt x="159068" y="615341"/>
                    <a:pt x="552450" y="70487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CEB99">
                    <a:alpha val="41000"/>
                  </a:srgbClr>
                </a:gs>
                <a:gs pos="100000">
                  <a:srgbClr val="76E3FF"/>
                </a:gs>
              </a:gsLst>
              <a:lin ang="5400000" scaled="1"/>
              <a:tileRect/>
            </a:gradFill>
            <a:ln w="60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14" name="图形 43" descr="箭头: 直 纯色填充">
              <a:extLst>
                <a:ext uri="{FF2B5EF4-FFF2-40B4-BE49-F238E27FC236}">
                  <a16:creationId xmlns:a16="http://schemas.microsoft.com/office/drawing/2014/main" id="{CA82C50A-FD05-B96E-AB3B-70B69F9F1147}"/>
                </a:ext>
              </a:extLst>
            </p:cNvPr>
            <p:cNvSpPr/>
            <p:nvPr/>
          </p:nvSpPr>
          <p:spPr>
            <a:xfrm rot="16200000">
              <a:off x="5989879" y="2338398"/>
              <a:ext cx="838226" cy="457200"/>
            </a:xfrm>
            <a:custGeom>
              <a:avLst/>
              <a:gdLst>
                <a:gd name="connsiteX0" fmla="*/ 228626 w 838226"/>
                <a:gd name="connsiteY0" fmla="*/ 114300 h 457200"/>
                <a:gd name="connsiteX1" fmla="*/ 228626 w 838226"/>
                <a:gd name="connsiteY1" fmla="*/ 0 h 457200"/>
                <a:gd name="connsiteX2" fmla="*/ 26 w 838226"/>
                <a:gd name="connsiteY2" fmla="*/ 228600 h 457200"/>
                <a:gd name="connsiteX3" fmla="*/ 228626 w 838226"/>
                <a:gd name="connsiteY3" fmla="*/ 457200 h 457200"/>
                <a:gd name="connsiteX4" fmla="*/ 228626 w 838226"/>
                <a:gd name="connsiteY4" fmla="*/ 342900 h 457200"/>
                <a:gd name="connsiteX5" fmla="*/ 838226 w 838226"/>
                <a:gd name="connsiteY5" fmla="*/ 228600 h 457200"/>
                <a:gd name="connsiteX6" fmla="*/ 228626 w 838226"/>
                <a:gd name="connsiteY6" fmla="*/ 1143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8226" h="457200">
                  <a:moveTo>
                    <a:pt x="228626" y="114300"/>
                  </a:moveTo>
                  <a:lnTo>
                    <a:pt x="228626" y="0"/>
                  </a:lnTo>
                  <a:lnTo>
                    <a:pt x="26" y="228600"/>
                  </a:lnTo>
                  <a:cubicBezTo>
                    <a:pt x="-2831" y="228600"/>
                    <a:pt x="228626" y="457200"/>
                    <a:pt x="228626" y="457200"/>
                  </a:cubicBezTo>
                  <a:lnTo>
                    <a:pt x="228626" y="342900"/>
                  </a:lnTo>
                  <a:lnTo>
                    <a:pt x="838226" y="228600"/>
                  </a:lnTo>
                  <a:lnTo>
                    <a:pt x="228626" y="1143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EB99">
                    <a:alpha val="41000"/>
                  </a:srgbClr>
                </a:gs>
                <a:gs pos="100000">
                  <a:srgbClr val="76E3FF"/>
                </a:gs>
              </a:gsLst>
              <a:lin ang="5400000" scaled="1"/>
              <a:tileRect/>
            </a:gradFill>
            <a:ln w="60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8541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6FD8D-8166-56CB-788B-AA5D8853A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C5EA4111-AC5E-2397-F05A-5216222C9CAE}"/>
              </a:ext>
            </a:extLst>
          </p:cNvPr>
          <p:cNvGrpSpPr/>
          <p:nvPr/>
        </p:nvGrpSpPr>
        <p:grpSpPr>
          <a:xfrm>
            <a:off x="2236470" y="253732"/>
            <a:ext cx="8572499" cy="6858000"/>
            <a:chOff x="2236470" y="253732"/>
            <a:chExt cx="8572499" cy="68580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ED1F137-D4DF-CFAC-2DE2-4D0A54AA3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6470" y="253732"/>
              <a:ext cx="8572499" cy="68580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D9FD3C8-B600-AB8C-C6A7-854695EB22BD}"/>
                </a:ext>
              </a:extLst>
            </p:cNvPr>
            <p:cNvSpPr txBox="1"/>
            <p:nvPr/>
          </p:nvSpPr>
          <p:spPr>
            <a:xfrm>
              <a:off x="6862812" y="1251284"/>
              <a:ext cx="19539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i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Unstable</a:t>
              </a:r>
              <a:endParaRPr lang="zh-CN" altLang="en-US" sz="32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62FDFAB-C285-1ECB-81A9-826F17483682}"/>
                </a:ext>
              </a:extLst>
            </p:cNvPr>
            <p:cNvSpPr txBox="1"/>
            <p:nvPr/>
          </p:nvSpPr>
          <p:spPr>
            <a:xfrm>
              <a:off x="6096000" y="2248836"/>
              <a:ext cx="19539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i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Stable</a:t>
              </a:r>
              <a:endParaRPr lang="zh-CN" altLang="en-US" sz="32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D60490C-5DC2-305C-F07B-E78A7B4ABA91}"/>
                </a:ext>
              </a:extLst>
            </p:cNvPr>
            <p:cNvSpPr txBox="1"/>
            <p:nvPr/>
          </p:nvSpPr>
          <p:spPr>
            <a:xfrm>
              <a:off x="5234539" y="3421122"/>
              <a:ext cx="19539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i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Unstable</a:t>
              </a:r>
              <a:endParaRPr lang="zh-CN" altLang="en-US" sz="28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084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B59B-5184-998A-E094-F6D615F8C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B3897EE-6749-4213-6DD6-64572D5C9AD9}"/>
              </a:ext>
            </a:extLst>
          </p:cNvPr>
          <p:cNvGrpSpPr/>
          <p:nvPr/>
        </p:nvGrpSpPr>
        <p:grpSpPr>
          <a:xfrm>
            <a:off x="1805301" y="759070"/>
            <a:ext cx="8432123" cy="3560618"/>
            <a:chOff x="1805301" y="759070"/>
            <a:chExt cx="8432123" cy="3560618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2F7D44B8-4B1B-788D-2A03-91773E643711}"/>
                </a:ext>
              </a:extLst>
            </p:cNvPr>
            <p:cNvGrpSpPr/>
            <p:nvPr/>
          </p:nvGrpSpPr>
          <p:grpSpPr>
            <a:xfrm>
              <a:off x="1805301" y="759070"/>
              <a:ext cx="4197139" cy="1771015"/>
              <a:chOff x="1278663" y="2107955"/>
              <a:chExt cx="4197139" cy="1771015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782DFD95-E936-8144-CD71-98C1926736B7}"/>
                  </a:ext>
                </a:extLst>
              </p:cNvPr>
              <p:cNvGrpSpPr/>
              <p:nvPr/>
            </p:nvGrpSpPr>
            <p:grpSpPr>
              <a:xfrm>
                <a:off x="1278663" y="2107955"/>
                <a:ext cx="2095500" cy="1771015"/>
                <a:chOff x="2518017" y="4861315"/>
                <a:chExt cx="2095500" cy="1771015"/>
              </a:xfrm>
            </p:grpSpPr>
            <p:pic>
              <p:nvPicPr>
                <p:cNvPr id="18" name="图片 17">
                  <a:extLst>
                    <a:ext uri="{FF2B5EF4-FFF2-40B4-BE49-F238E27FC236}">
                      <a16:creationId xmlns:a16="http://schemas.microsoft.com/office/drawing/2014/main" id="{7009401B-4F0B-C58F-05F6-4FB0DC5003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18017" y="4861315"/>
                  <a:ext cx="2093595" cy="17665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9" name="图片 18">
                  <a:extLst>
                    <a:ext uri="{FF2B5EF4-FFF2-40B4-BE49-F238E27FC236}">
                      <a16:creationId xmlns:a16="http://schemas.microsoft.com/office/drawing/2014/main" id="{A634CF17-287B-28D3-429B-8939E9A091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28025" t="29008" r="25356" b="27894"/>
                <a:stretch>
                  <a:fillRect/>
                </a:stretch>
              </p:blipFill>
              <p:spPr>
                <a:xfrm>
                  <a:off x="3612757" y="5851915"/>
                  <a:ext cx="1000760" cy="780415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</a:ln>
              </p:spPr>
            </p:pic>
            <p:cxnSp>
              <p:nvCxnSpPr>
                <p:cNvPr id="23" name="直接箭头连接符 22">
                  <a:extLst>
                    <a:ext uri="{FF2B5EF4-FFF2-40B4-BE49-F238E27FC236}">
                      <a16:creationId xmlns:a16="http://schemas.microsoft.com/office/drawing/2014/main" id="{9E996005-20B4-D0D8-AE02-A7EB887A14B6}"/>
                    </a:ext>
                  </a:extLst>
                </p:cNvPr>
                <p:cNvCxnSpPr/>
                <p:nvPr/>
              </p:nvCxnSpPr>
              <p:spPr>
                <a:xfrm>
                  <a:off x="3817938" y="6065838"/>
                  <a:ext cx="517525" cy="439737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文本框 27">
                      <a:extLst>
                        <a:ext uri="{FF2B5EF4-FFF2-40B4-BE49-F238E27FC236}">
                          <a16:creationId xmlns:a16="http://schemas.microsoft.com/office/drawing/2014/main" id="{1F108D01-98F2-7613-6125-577266052B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1049" y="6106107"/>
                      <a:ext cx="384175" cy="2210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CN" sz="800" b="1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8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8" name="文本框 27">
                      <a:extLst>
                        <a:ext uri="{FF2B5EF4-FFF2-40B4-BE49-F238E27FC236}">
                          <a16:creationId xmlns:a16="http://schemas.microsoft.com/office/drawing/2014/main" id="{1F108D01-98F2-7613-6125-577266052B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1049" y="6106107"/>
                      <a:ext cx="384175" cy="22108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FBA4FA4C-D227-B163-81CD-2205E06FB0DF}"/>
                  </a:ext>
                </a:extLst>
              </p:cNvPr>
              <p:cNvGrpSpPr/>
              <p:nvPr/>
            </p:nvGrpSpPr>
            <p:grpSpPr>
              <a:xfrm>
                <a:off x="3381572" y="2112400"/>
                <a:ext cx="2094230" cy="1766570"/>
                <a:chOff x="4993852" y="4968630"/>
                <a:chExt cx="2094230" cy="1766570"/>
              </a:xfrm>
            </p:grpSpPr>
            <p:pic>
              <p:nvPicPr>
                <p:cNvPr id="20" name="图片 19">
                  <a:extLst>
                    <a:ext uri="{FF2B5EF4-FFF2-40B4-BE49-F238E27FC236}">
                      <a16:creationId xmlns:a16="http://schemas.microsoft.com/office/drawing/2014/main" id="{1FDF8A08-A9C1-80F0-5CC4-1DC3B0D37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93852" y="4968630"/>
                  <a:ext cx="2093595" cy="17665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" name="图片 20">
                  <a:extLst>
                    <a:ext uri="{FF2B5EF4-FFF2-40B4-BE49-F238E27FC236}">
                      <a16:creationId xmlns:a16="http://schemas.microsoft.com/office/drawing/2014/main" id="{79DCF7A9-B127-F152-B1D5-C2DEF3FECD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29117" t="27642" r="23628" b="29116"/>
                <a:stretch>
                  <a:fillRect/>
                </a:stretch>
              </p:blipFill>
              <p:spPr>
                <a:xfrm>
                  <a:off x="6098752" y="5961770"/>
                  <a:ext cx="989330" cy="763905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</a:ln>
              </p:spPr>
            </p:pic>
            <p:cxnSp>
              <p:nvCxnSpPr>
                <p:cNvPr id="26" name="直接箭头连接符 25">
                  <a:extLst>
                    <a:ext uri="{FF2B5EF4-FFF2-40B4-BE49-F238E27FC236}">
                      <a16:creationId xmlns:a16="http://schemas.microsoft.com/office/drawing/2014/main" id="{4BB44E4A-8C6D-9CA5-712F-0F733EF740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89688" y="6216650"/>
                  <a:ext cx="371475" cy="309562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文本框 28">
                      <a:extLst>
                        <a:ext uri="{FF2B5EF4-FFF2-40B4-BE49-F238E27FC236}">
                          <a16:creationId xmlns:a16="http://schemas.microsoft.com/office/drawing/2014/main" id="{D59E9543-29D8-6FB7-7B13-002DDEE64E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45174" y="6199346"/>
                      <a:ext cx="384175" cy="2210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CN" sz="800" b="1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800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文本框 28">
                      <a:extLst>
                        <a:ext uri="{FF2B5EF4-FFF2-40B4-BE49-F238E27FC236}">
                          <a16:creationId xmlns:a16="http://schemas.microsoft.com/office/drawing/2014/main" id="{D59E9543-29D8-6FB7-7B13-002DDEE64EC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45174" y="6199346"/>
                      <a:ext cx="384175" cy="22108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3869F09C-BA32-1CF3-57CA-9D35228EE14F}"/>
                </a:ext>
              </a:extLst>
            </p:cNvPr>
            <p:cNvGrpSpPr/>
            <p:nvPr/>
          </p:nvGrpSpPr>
          <p:grpSpPr>
            <a:xfrm>
              <a:off x="6043884" y="759070"/>
              <a:ext cx="4187825" cy="1773555"/>
              <a:chOff x="6105760" y="2104780"/>
              <a:chExt cx="4187825" cy="1773555"/>
            </a:xfrm>
          </p:grpSpPr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A8C744AA-DA47-0559-3708-8BFCC96BABD3}"/>
                  </a:ext>
                </a:extLst>
              </p:cNvPr>
              <p:cNvGrpSpPr/>
              <p:nvPr/>
            </p:nvGrpSpPr>
            <p:grpSpPr>
              <a:xfrm>
                <a:off x="6105760" y="2104780"/>
                <a:ext cx="2096770" cy="1767840"/>
                <a:chOff x="5968365" y="2101605"/>
                <a:chExt cx="2096770" cy="1767840"/>
              </a:xfrm>
            </p:grpSpPr>
            <p:pic>
              <p:nvPicPr>
                <p:cNvPr id="38" name="图片 37">
                  <a:extLst>
                    <a:ext uri="{FF2B5EF4-FFF2-40B4-BE49-F238E27FC236}">
                      <a16:creationId xmlns:a16="http://schemas.microsoft.com/office/drawing/2014/main" id="{D4C90D28-FC4B-26F0-1028-23279A0C4A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68365" y="2101605"/>
                  <a:ext cx="2096770" cy="17678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9" name="图片 38">
                  <a:extLst>
                    <a:ext uri="{FF2B5EF4-FFF2-40B4-BE49-F238E27FC236}">
                      <a16:creationId xmlns:a16="http://schemas.microsoft.com/office/drawing/2014/main" id="{F91BA1CB-4386-256B-8378-47A82227DB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22047" t="23348" r="23955" b="23886"/>
                <a:stretch>
                  <a:fillRect/>
                </a:stretch>
              </p:blipFill>
              <p:spPr>
                <a:xfrm>
                  <a:off x="6920865" y="2935995"/>
                  <a:ext cx="1132205" cy="932815"/>
                </a:xfrm>
                <a:prstGeom prst="rect">
                  <a:avLst/>
                </a:prstGeom>
                <a:noFill/>
                <a:ln w="15240">
                  <a:solidFill>
                    <a:srgbClr val="FF0000"/>
                  </a:solidFill>
                </a:ln>
              </p:spPr>
            </p:pic>
            <p:cxnSp>
              <p:nvCxnSpPr>
                <p:cNvPr id="42" name="直接箭头连接符 41">
                  <a:extLst>
                    <a:ext uri="{FF2B5EF4-FFF2-40B4-BE49-F238E27FC236}">
                      <a16:creationId xmlns:a16="http://schemas.microsoft.com/office/drawing/2014/main" id="{E7D29D2C-422E-6776-8C3D-56C2B1E84E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46950" y="3289946"/>
                  <a:ext cx="236855" cy="228430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文本框 49">
                      <a:extLst>
                        <a:ext uri="{FF2B5EF4-FFF2-40B4-BE49-F238E27FC236}">
                          <a16:creationId xmlns:a16="http://schemas.microsoft.com/office/drawing/2014/main" id="{65FD1DC9-9E87-9407-B5FE-B191BE8D9C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19169" y="3232573"/>
                      <a:ext cx="384175" cy="2210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CN" sz="800" b="1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800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文本框 49">
                      <a:extLst>
                        <a:ext uri="{FF2B5EF4-FFF2-40B4-BE49-F238E27FC236}">
                          <a16:creationId xmlns:a16="http://schemas.microsoft.com/office/drawing/2014/main" id="{65FD1DC9-9E87-9407-B5FE-B191BE8D9C4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319169" y="3232573"/>
                      <a:ext cx="384175" cy="221086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7D941C1B-FD31-9625-00C2-7F5D9BFBE81B}"/>
                  </a:ext>
                </a:extLst>
              </p:cNvPr>
              <p:cNvGrpSpPr/>
              <p:nvPr/>
            </p:nvGrpSpPr>
            <p:grpSpPr>
              <a:xfrm>
                <a:off x="8202530" y="2110495"/>
                <a:ext cx="2091055" cy="1767840"/>
                <a:chOff x="8098790" y="2112400"/>
                <a:chExt cx="2091055" cy="1767840"/>
              </a:xfrm>
            </p:grpSpPr>
            <p:pic>
              <p:nvPicPr>
                <p:cNvPr id="40" name="图片 39">
                  <a:extLst>
                    <a:ext uri="{FF2B5EF4-FFF2-40B4-BE49-F238E27FC236}">
                      <a16:creationId xmlns:a16="http://schemas.microsoft.com/office/drawing/2014/main" id="{C29B214F-8512-A127-B4D0-4E8020D6BC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98790" y="2112400"/>
                  <a:ext cx="2091055" cy="17678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1" name="图片 40">
                  <a:extLst>
                    <a:ext uri="{FF2B5EF4-FFF2-40B4-BE49-F238E27FC236}">
                      <a16:creationId xmlns:a16="http://schemas.microsoft.com/office/drawing/2014/main" id="{8FE6A988-DABA-40C3-C624-2147EB0624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l="21500" t="21049" r="24507" b="25539"/>
                <a:stretch>
                  <a:fillRect/>
                </a:stretch>
              </p:blipFill>
              <p:spPr>
                <a:xfrm>
                  <a:off x="9051290" y="2934725"/>
                  <a:ext cx="1129030" cy="944245"/>
                </a:xfrm>
                <a:prstGeom prst="rect">
                  <a:avLst/>
                </a:prstGeom>
                <a:noFill/>
                <a:ln w="15240">
                  <a:solidFill>
                    <a:srgbClr val="FF0000"/>
                  </a:solidFill>
                </a:ln>
              </p:spPr>
            </p:pic>
            <p:cxnSp>
              <p:nvCxnSpPr>
                <p:cNvPr id="47" name="直接箭头连接符 46">
                  <a:extLst>
                    <a:ext uri="{FF2B5EF4-FFF2-40B4-BE49-F238E27FC236}">
                      <a16:creationId xmlns:a16="http://schemas.microsoft.com/office/drawing/2014/main" id="{7829116A-B9BC-7607-A0F2-461FDE3E0C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46736" y="3281738"/>
                  <a:ext cx="338138" cy="343842"/>
                </a:xfrm>
                <a:prstGeom prst="straightConnector1">
                  <a:avLst/>
                </a:prstGeom>
                <a:ln w="19050">
                  <a:solidFill>
                    <a:schemeClr val="bg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文本框 50">
                      <a:extLst>
                        <a:ext uri="{FF2B5EF4-FFF2-40B4-BE49-F238E27FC236}">
                          <a16:creationId xmlns:a16="http://schemas.microsoft.com/office/drawing/2014/main" id="{20DDA62E-2AAF-1815-F0C6-DEC4DD7CC2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84519" y="3280468"/>
                      <a:ext cx="384175" cy="2210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CN" sz="800" b="1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800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文本框 50">
                      <a:extLst>
                        <a:ext uri="{FF2B5EF4-FFF2-40B4-BE49-F238E27FC236}">
                          <a16:creationId xmlns:a16="http://schemas.microsoft.com/office/drawing/2014/main" id="{20DDA62E-2AAF-1815-F0C6-DEC4DD7CC24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84519" y="3280468"/>
                      <a:ext cx="384175" cy="221086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68ECCC06-CACC-2CCE-327D-183163211311}"/>
                </a:ext>
              </a:extLst>
            </p:cNvPr>
            <p:cNvGrpSpPr/>
            <p:nvPr/>
          </p:nvGrpSpPr>
          <p:grpSpPr>
            <a:xfrm>
              <a:off x="1805301" y="2545498"/>
              <a:ext cx="4199679" cy="1774190"/>
              <a:chOff x="1729419" y="3651985"/>
              <a:chExt cx="4199679" cy="1774190"/>
            </a:xfrm>
          </p:grpSpPr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5DBC9569-EE69-9497-253E-DB7AE876A956}"/>
                  </a:ext>
                </a:extLst>
              </p:cNvPr>
              <p:cNvGrpSpPr/>
              <p:nvPr/>
            </p:nvGrpSpPr>
            <p:grpSpPr>
              <a:xfrm>
                <a:off x="1729419" y="3651985"/>
                <a:ext cx="2096770" cy="1767840"/>
                <a:chOff x="1729419" y="3651985"/>
                <a:chExt cx="2096770" cy="1767840"/>
              </a:xfrm>
            </p:grpSpPr>
            <p:pic>
              <p:nvPicPr>
                <p:cNvPr id="64" name="图片 63">
                  <a:extLst>
                    <a:ext uri="{FF2B5EF4-FFF2-40B4-BE49-F238E27FC236}">
                      <a16:creationId xmlns:a16="http://schemas.microsoft.com/office/drawing/2014/main" id="{19F11887-7A12-A9AF-B1CD-7AE4A6A1C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29419" y="3651985"/>
                  <a:ext cx="2096770" cy="17678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5" name="图片 64">
                  <a:extLst>
                    <a:ext uri="{FF2B5EF4-FFF2-40B4-BE49-F238E27FC236}">
                      <a16:creationId xmlns:a16="http://schemas.microsoft.com/office/drawing/2014/main" id="{38EDFD0D-28A4-3117-3EC3-5C8BE25039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rcRect l="26166" t="21947" r="29709" b="25395"/>
                <a:stretch>
                  <a:fillRect/>
                </a:stretch>
              </p:blipFill>
              <p:spPr>
                <a:xfrm>
                  <a:off x="2893374" y="4484470"/>
                  <a:ext cx="925195" cy="930910"/>
                </a:xfrm>
                <a:prstGeom prst="rect">
                  <a:avLst/>
                </a:prstGeom>
                <a:noFill/>
                <a:ln w="15240">
                  <a:solidFill>
                    <a:srgbClr val="FF0000"/>
                  </a:solidFill>
                </a:ln>
              </p:spPr>
            </p:pic>
            <p:cxnSp>
              <p:nvCxnSpPr>
                <p:cNvPr id="69" name="直接箭头连接符 68">
                  <a:extLst>
                    <a:ext uri="{FF2B5EF4-FFF2-40B4-BE49-F238E27FC236}">
                      <a16:creationId xmlns:a16="http://schemas.microsoft.com/office/drawing/2014/main" id="{EA6BBCE1-7D06-1E05-5A3E-6B533C17F8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15217" y="4851400"/>
                  <a:ext cx="325298" cy="273050"/>
                </a:xfrm>
                <a:prstGeom prst="straightConnector1">
                  <a:avLst/>
                </a:prstGeom>
                <a:ln w="19050">
                  <a:solidFill>
                    <a:srgbClr val="7030A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35463347-4F03-99FA-34B5-921BD81492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33106" y="4795044"/>
                      <a:ext cx="384175" cy="224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CN" sz="800" b="1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80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35463347-4F03-99FA-34B5-921BD814924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33106" y="4795044"/>
                      <a:ext cx="384175" cy="22422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F91D7C65-A2C3-5932-E3E9-484E8A70C824}"/>
                  </a:ext>
                </a:extLst>
              </p:cNvPr>
              <p:cNvGrpSpPr/>
              <p:nvPr/>
            </p:nvGrpSpPr>
            <p:grpSpPr>
              <a:xfrm>
                <a:off x="3832328" y="3658335"/>
                <a:ext cx="2096770" cy="1767840"/>
                <a:chOff x="4104339" y="3707698"/>
                <a:chExt cx="2096770" cy="1767840"/>
              </a:xfrm>
            </p:grpSpPr>
            <p:pic>
              <p:nvPicPr>
                <p:cNvPr id="66" name="图片 65">
                  <a:extLst>
                    <a:ext uri="{FF2B5EF4-FFF2-40B4-BE49-F238E27FC236}">
                      <a16:creationId xmlns:a16="http://schemas.microsoft.com/office/drawing/2014/main" id="{2D6A8011-0DE0-F72A-3DB8-75CC8A5D2E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04339" y="3707698"/>
                  <a:ext cx="2096770" cy="17678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7" name="图片 66">
                  <a:extLst>
                    <a:ext uri="{FF2B5EF4-FFF2-40B4-BE49-F238E27FC236}">
                      <a16:creationId xmlns:a16="http://schemas.microsoft.com/office/drawing/2014/main" id="{2DA74171-55B2-751D-F6C6-E0F3E0AAB3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rcRect l="27286" t="23168" r="29194" b="24713"/>
                <a:stretch>
                  <a:fillRect/>
                </a:stretch>
              </p:blipFill>
              <p:spPr>
                <a:xfrm>
                  <a:off x="5278454" y="4543993"/>
                  <a:ext cx="912495" cy="921385"/>
                </a:xfrm>
                <a:prstGeom prst="rect">
                  <a:avLst/>
                </a:prstGeom>
                <a:noFill/>
                <a:ln w="15240">
                  <a:solidFill>
                    <a:srgbClr val="FF0000"/>
                  </a:solidFill>
                </a:ln>
              </p:spPr>
            </p:pic>
            <p:cxnSp>
              <p:nvCxnSpPr>
                <p:cNvPr id="70" name="直接箭头连接符 69">
                  <a:extLst>
                    <a:ext uri="{FF2B5EF4-FFF2-40B4-BE49-F238E27FC236}">
                      <a16:creationId xmlns:a16="http://schemas.microsoft.com/office/drawing/2014/main" id="{5C49E31F-78CA-0A05-6CDE-226C0EF3DB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562600" y="4849757"/>
                  <a:ext cx="360200" cy="323376"/>
                </a:xfrm>
                <a:prstGeom prst="straightConnector1">
                  <a:avLst/>
                </a:prstGeom>
                <a:ln w="19050">
                  <a:solidFill>
                    <a:srgbClr val="7030A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文本框 73">
                      <a:extLst>
                        <a:ext uri="{FF2B5EF4-FFF2-40B4-BE49-F238E27FC236}">
                          <a16:creationId xmlns:a16="http://schemas.microsoft.com/office/drawing/2014/main" id="{E82EB6AA-B030-5C79-9720-823AFA827BE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80612" y="4825110"/>
                      <a:ext cx="384175" cy="224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CN" sz="800" b="1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800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4" name="文本框 73">
                      <a:extLst>
                        <a:ext uri="{FF2B5EF4-FFF2-40B4-BE49-F238E27FC236}">
                          <a16:creationId xmlns:a16="http://schemas.microsoft.com/office/drawing/2014/main" id="{E82EB6AA-B030-5C79-9720-823AFA827BE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0612" y="4825110"/>
                      <a:ext cx="384175" cy="22422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74B520A4-A632-6F92-7624-60A69C438E95}"/>
                </a:ext>
              </a:extLst>
            </p:cNvPr>
            <p:cNvGrpSpPr/>
            <p:nvPr/>
          </p:nvGrpSpPr>
          <p:grpSpPr>
            <a:xfrm>
              <a:off x="6043884" y="2545498"/>
              <a:ext cx="4193540" cy="1767840"/>
              <a:chOff x="6156752" y="2955853"/>
              <a:chExt cx="4193540" cy="1767840"/>
            </a:xfrm>
          </p:grpSpPr>
          <p:grpSp>
            <p:nvGrpSpPr>
              <p:cNvPr id="95" name="组合 94">
                <a:extLst>
                  <a:ext uri="{FF2B5EF4-FFF2-40B4-BE49-F238E27FC236}">
                    <a16:creationId xmlns:a16="http://schemas.microsoft.com/office/drawing/2014/main" id="{C9BE395F-4C80-A094-F8CC-2586A345AEB6}"/>
                  </a:ext>
                </a:extLst>
              </p:cNvPr>
              <p:cNvGrpSpPr/>
              <p:nvPr/>
            </p:nvGrpSpPr>
            <p:grpSpPr>
              <a:xfrm>
                <a:off x="8253522" y="2956488"/>
                <a:ext cx="2096770" cy="1762760"/>
                <a:chOff x="8253522" y="2956488"/>
                <a:chExt cx="2096770" cy="1762760"/>
              </a:xfrm>
            </p:grpSpPr>
            <p:pic>
              <p:nvPicPr>
                <p:cNvPr id="101" name="图片 100">
                  <a:extLst>
                    <a:ext uri="{FF2B5EF4-FFF2-40B4-BE49-F238E27FC236}">
                      <a16:creationId xmlns:a16="http://schemas.microsoft.com/office/drawing/2014/main" id="{466D1D37-DF4A-CE4E-4AD4-021CEB0CA3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53522" y="2956488"/>
                  <a:ext cx="2096770" cy="17614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2" name="图片 101">
                  <a:extLst>
                    <a:ext uri="{FF2B5EF4-FFF2-40B4-BE49-F238E27FC236}">
                      <a16:creationId xmlns:a16="http://schemas.microsoft.com/office/drawing/2014/main" id="{C71D7E1B-4075-3740-34CF-EAD87D4C2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rcRect l="25227" t="25739" r="26863" b="24225"/>
                <a:stretch>
                  <a:fillRect/>
                </a:stretch>
              </p:blipFill>
              <p:spPr>
                <a:xfrm>
                  <a:off x="9340007" y="3837868"/>
                  <a:ext cx="1004570" cy="881380"/>
                </a:xfrm>
                <a:prstGeom prst="rect">
                  <a:avLst/>
                </a:prstGeom>
                <a:noFill/>
                <a:ln w="15240">
                  <a:solidFill>
                    <a:srgbClr val="FF0000"/>
                  </a:solidFill>
                </a:ln>
              </p:spPr>
            </p:pic>
            <p:cxnSp>
              <p:nvCxnSpPr>
                <p:cNvPr id="103" name="直接箭头连接符 102">
                  <a:extLst>
                    <a:ext uri="{FF2B5EF4-FFF2-40B4-BE49-F238E27FC236}">
                      <a16:creationId xmlns:a16="http://schemas.microsoft.com/office/drawing/2014/main" id="{D9E59E22-540D-8B35-620D-86583B3F15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78499" y="4001228"/>
                  <a:ext cx="558413" cy="493699"/>
                </a:xfrm>
                <a:prstGeom prst="straightConnector1">
                  <a:avLst/>
                </a:prstGeom>
                <a:ln w="19050">
                  <a:solidFill>
                    <a:schemeClr val="accent5">
                      <a:lumMod val="75000"/>
                    </a:schemeClr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文本框 103">
                      <a:extLst>
                        <a:ext uri="{FF2B5EF4-FFF2-40B4-BE49-F238E27FC236}">
                          <a16:creationId xmlns:a16="http://schemas.microsoft.com/office/drawing/2014/main" id="{5810BA25-052B-1CB2-C65D-6073D0D238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78499" y="4073900"/>
                      <a:ext cx="384175" cy="224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CN" sz="800" b="1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800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4" name="文本框 103">
                      <a:extLst>
                        <a:ext uri="{FF2B5EF4-FFF2-40B4-BE49-F238E27FC236}">
                          <a16:creationId xmlns:a16="http://schemas.microsoft.com/office/drawing/2014/main" id="{5810BA25-052B-1CB2-C65D-6073D0D238D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78499" y="4073900"/>
                      <a:ext cx="384175" cy="22422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6" name="组合 95">
                <a:extLst>
                  <a:ext uri="{FF2B5EF4-FFF2-40B4-BE49-F238E27FC236}">
                    <a16:creationId xmlns:a16="http://schemas.microsoft.com/office/drawing/2014/main" id="{E6487436-493E-790F-CDF4-2E1462E18AA3}"/>
                  </a:ext>
                </a:extLst>
              </p:cNvPr>
              <p:cNvGrpSpPr/>
              <p:nvPr/>
            </p:nvGrpSpPr>
            <p:grpSpPr>
              <a:xfrm>
                <a:off x="6156752" y="2955853"/>
                <a:ext cx="2096770" cy="1767840"/>
                <a:chOff x="6127975" y="2970715"/>
                <a:chExt cx="2096770" cy="1767840"/>
              </a:xfrm>
            </p:grpSpPr>
            <p:pic>
              <p:nvPicPr>
                <p:cNvPr id="97" name="图片 96">
                  <a:extLst>
                    <a:ext uri="{FF2B5EF4-FFF2-40B4-BE49-F238E27FC236}">
                      <a16:creationId xmlns:a16="http://schemas.microsoft.com/office/drawing/2014/main" id="{4B092DCB-E881-E276-D2DD-80568C6D7D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27975" y="2970715"/>
                  <a:ext cx="2096770" cy="17678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8" name="图片 97">
                  <a:extLst>
                    <a:ext uri="{FF2B5EF4-FFF2-40B4-BE49-F238E27FC236}">
                      <a16:creationId xmlns:a16="http://schemas.microsoft.com/office/drawing/2014/main" id="{A01C5A92-78C5-1D69-2C22-2616F147D4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rcRect l="27105" t="25754" r="25288" b="24030"/>
                <a:stretch>
                  <a:fillRect/>
                </a:stretch>
              </p:blipFill>
              <p:spPr>
                <a:xfrm>
                  <a:off x="7220810" y="3840665"/>
                  <a:ext cx="998220" cy="887730"/>
                </a:xfrm>
                <a:prstGeom prst="rect">
                  <a:avLst/>
                </a:prstGeom>
                <a:noFill/>
                <a:ln w="15240">
                  <a:solidFill>
                    <a:srgbClr val="FF0000"/>
                  </a:solidFill>
                </a:ln>
              </p:spPr>
            </p:pic>
            <p:cxnSp>
              <p:nvCxnSpPr>
                <p:cNvPr id="99" name="直接箭头连接符 98">
                  <a:extLst>
                    <a:ext uri="{FF2B5EF4-FFF2-40B4-BE49-F238E27FC236}">
                      <a16:creationId xmlns:a16="http://schemas.microsoft.com/office/drawing/2014/main" id="{B91C20DE-9B81-75A9-356B-C31C74311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16800" y="4024326"/>
                  <a:ext cx="558413" cy="493699"/>
                </a:xfrm>
                <a:prstGeom prst="straightConnector1">
                  <a:avLst/>
                </a:prstGeom>
                <a:ln w="19050">
                  <a:solidFill>
                    <a:schemeClr val="accent5">
                      <a:lumMod val="75000"/>
                    </a:schemeClr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文本框 99">
                      <a:extLst>
                        <a:ext uri="{FF2B5EF4-FFF2-40B4-BE49-F238E27FC236}">
                          <a16:creationId xmlns:a16="http://schemas.microsoft.com/office/drawing/2014/main" id="{3987A3EF-8D63-1F14-14B5-CB9699FC202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60614" y="4074476"/>
                      <a:ext cx="384175" cy="224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CN" sz="800" b="1" i="1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800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0" name="文本框 99">
                      <a:extLst>
                        <a:ext uri="{FF2B5EF4-FFF2-40B4-BE49-F238E27FC236}">
                          <a16:creationId xmlns:a16="http://schemas.microsoft.com/office/drawing/2014/main" id="{3987A3EF-8D63-1F14-14B5-CB9699FC202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60614" y="4074476"/>
                      <a:ext cx="384175" cy="224229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3458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C4D07-5120-92AA-70B7-B89E6B82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>
            <a:extLst>
              <a:ext uri="{FF2B5EF4-FFF2-40B4-BE49-F238E27FC236}">
                <a16:creationId xmlns:a16="http://schemas.microsoft.com/office/drawing/2014/main" id="{D8023CBA-BAA8-9EFC-3469-5090FD07C2E4}"/>
              </a:ext>
            </a:extLst>
          </p:cNvPr>
          <p:cNvGrpSpPr/>
          <p:nvPr/>
        </p:nvGrpSpPr>
        <p:grpSpPr>
          <a:xfrm>
            <a:off x="611226" y="4396604"/>
            <a:ext cx="9657731" cy="1800000"/>
            <a:chOff x="611226" y="4396604"/>
            <a:chExt cx="9657731" cy="180000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13462C1-0859-4A9B-3108-E0BCF8993BD8}"/>
                </a:ext>
              </a:extLst>
            </p:cNvPr>
            <p:cNvGrpSpPr/>
            <p:nvPr/>
          </p:nvGrpSpPr>
          <p:grpSpPr>
            <a:xfrm>
              <a:off x="611226" y="4396604"/>
              <a:ext cx="3150936" cy="1800000"/>
              <a:chOff x="810492" y="4062881"/>
              <a:chExt cx="3150936" cy="1800000"/>
            </a:xfrm>
          </p:grpSpPr>
          <p:sp>
            <p:nvSpPr>
              <p:cNvPr id="36" name="Google Shape;1566;p30">
                <a:extLst>
                  <a:ext uri="{FF2B5EF4-FFF2-40B4-BE49-F238E27FC236}">
                    <a16:creationId xmlns:a16="http://schemas.microsoft.com/office/drawing/2014/main" id="{14B733B0-10C5-D0DF-831C-BCCD96ABA2C7}"/>
                  </a:ext>
                </a:extLst>
              </p:cNvPr>
              <p:cNvSpPr/>
              <p:nvPr/>
            </p:nvSpPr>
            <p:spPr>
              <a:xfrm flipH="1">
                <a:off x="2159817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0.93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Google Shape;1567;p30">
                <a:extLst>
                  <a:ext uri="{FF2B5EF4-FFF2-40B4-BE49-F238E27FC236}">
                    <a16:creationId xmlns:a16="http://schemas.microsoft.com/office/drawing/2014/main" id="{2CF521C5-5967-3519-C97C-32E817ED7561}"/>
                  </a:ext>
                </a:extLst>
              </p:cNvPr>
              <p:cNvSpPr/>
              <p:nvPr/>
            </p:nvSpPr>
            <p:spPr>
              <a:xfrm flipH="1">
                <a:off x="2760354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1.01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Google Shape;1568;p30">
                <a:extLst>
                  <a:ext uri="{FF2B5EF4-FFF2-40B4-BE49-F238E27FC236}">
                    <a16:creationId xmlns:a16="http://schemas.microsoft.com/office/drawing/2014/main" id="{A76D5C0D-85D5-A412-C0B9-1743FE526C4A}"/>
                  </a:ext>
                </a:extLst>
              </p:cNvPr>
              <p:cNvSpPr/>
              <p:nvPr/>
            </p:nvSpPr>
            <p:spPr>
              <a:xfrm flipH="1">
                <a:off x="3360891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0.96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Google Shape;1571;p30">
                <a:extLst>
                  <a:ext uri="{FF2B5EF4-FFF2-40B4-BE49-F238E27FC236}">
                    <a16:creationId xmlns:a16="http://schemas.microsoft.com/office/drawing/2014/main" id="{C7B7176E-F995-1593-CE51-78852F80EA14}"/>
                  </a:ext>
                </a:extLst>
              </p:cNvPr>
              <p:cNvSpPr/>
              <p:nvPr/>
            </p:nvSpPr>
            <p:spPr>
              <a:xfrm flipH="1">
                <a:off x="2159817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0.83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Google Shape;1572;p30">
                <a:extLst>
                  <a:ext uri="{FF2B5EF4-FFF2-40B4-BE49-F238E27FC236}">
                    <a16:creationId xmlns:a16="http://schemas.microsoft.com/office/drawing/2014/main" id="{A25A1CC7-0C7D-BC1D-5380-20D7CD42423E}"/>
                  </a:ext>
                </a:extLst>
              </p:cNvPr>
              <p:cNvSpPr/>
              <p:nvPr/>
            </p:nvSpPr>
            <p:spPr>
              <a:xfrm flipH="1">
                <a:off x="2760354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0.81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Google Shape;1573;p30">
                <a:extLst>
                  <a:ext uri="{FF2B5EF4-FFF2-40B4-BE49-F238E27FC236}">
                    <a16:creationId xmlns:a16="http://schemas.microsoft.com/office/drawing/2014/main" id="{6A854C04-CCB7-C64F-4802-E7D5C4FCE6E2}"/>
                  </a:ext>
                </a:extLst>
              </p:cNvPr>
              <p:cNvSpPr/>
              <p:nvPr/>
            </p:nvSpPr>
            <p:spPr>
              <a:xfrm flipH="1">
                <a:off x="3360891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0.92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Google Shape;1576;p30">
                <a:extLst>
                  <a:ext uri="{FF2B5EF4-FFF2-40B4-BE49-F238E27FC236}">
                    <a16:creationId xmlns:a16="http://schemas.microsoft.com/office/drawing/2014/main" id="{1AF4CFDD-440B-7F63-EE76-9B91581878CA}"/>
                  </a:ext>
                </a:extLst>
              </p:cNvPr>
              <p:cNvSpPr/>
              <p:nvPr/>
            </p:nvSpPr>
            <p:spPr>
              <a:xfrm flipH="1">
                <a:off x="2159817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0.98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Google Shape;1577;p30">
                <a:extLst>
                  <a:ext uri="{FF2B5EF4-FFF2-40B4-BE49-F238E27FC236}">
                    <a16:creationId xmlns:a16="http://schemas.microsoft.com/office/drawing/2014/main" id="{572FAE0F-0562-B2F5-4DF3-7623DE105767}"/>
                  </a:ext>
                </a:extLst>
              </p:cNvPr>
              <p:cNvSpPr/>
              <p:nvPr/>
            </p:nvSpPr>
            <p:spPr>
              <a:xfrm flipH="1">
                <a:off x="2760354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0.89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Google Shape;1578;p30">
                <a:extLst>
                  <a:ext uri="{FF2B5EF4-FFF2-40B4-BE49-F238E27FC236}">
                    <a16:creationId xmlns:a16="http://schemas.microsoft.com/office/drawing/2014/main" id="{B2B42EA2-F2AF-F5DB-536E-D79197C95D78}"/>
                  </a:ext>
                </a:extLst>
              </p:cNvPr>
              <p:cNvSpPr/>
              <p:nvPr/>
            </p:nvSpPr>
            <p:spPr>
              <a:xfrm flipH="1">
                <a:off x="3360891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0.94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3FD8D5FE-00F7-556A-4309-E34D934D8EBE}"/>
                  </a:ext>
                </a:extLst>
              </p:cNvPr>
              <p:cNvSpPr txBox="1"/>
              <p:nvPr/>
            </p:nvSpPr>
            <p:spPr>
              <a:xfrm>
                <a:off x="810492" y="4590417"/>
                <a:ext cx="2105890" cy="584775"/>
              </a:xfrm>
              <a:prstGeom prst="rect">
                <a:avLst/>
              </a:prstGeom>
              <a:noFill/>
              <a:scene3d>
                <a:camera prst="orthographicFront">
                  <a:rot lat="0" lon="0" rev="5400000"/>
                </a:camera>
                <a:lightRig rig="threePt" dir="t"/>
              </a:scene3d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Convolution Kernel Values on </a:t>
                </a:r>
                <a:r>
                  <a:rPr lang="en-US" altLang="zh-CN" sz="16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Insect </a:t>
                </a:r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layer</a:t>
                </a:r>
                <a:endParaRPr lang="zh-CN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A253EC1-E2A7-736A-37F2-CC09538B7759}"/>
                </a:ext>
              </a:extLst>
            </p:cNvPr>
            <p:cNvGrpSpPr/>
            <p:nvPr/>
          </p:nvGrpSpPr>
          <p:grpSpPr>
            <a:xfrm>
              <a:off x="7118021" y="4396604"/>
              <a:ext cx="3150936" cy="1800000"/>
              <a:chOff x="810492" y="4062881"/>
              <a:chExt cx="3150936" cy="1800000"/>
            </a:xfrm>
          </p:grpSpPr>
          <p:sp>
            <p:nvSpPr>
              <p:cNvPr id="16" name="Google Shape;1566;p30">
                <a:extLst>
                  <a:ext uri="{FF2B5EF4-FFF2-40B4-BE49-F238E27FC236}">
                    <a16:creationId xmlns:a16="http://schemas.microsoft.com/office/drawing/2014/main" id="{6A847453-B088-68BD-A6AC-23CB8CA2D480}"/>
                  </a:ext>
                </a:extLst>
              </p:cNvPr>
              <p:cNvSpPr/>
              <p:nvPr/>
            </p:nvSpPr>
            <p:spPr>
              <a:xfrm flipH="1">
                <a:off x="2159817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1.40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Google Shape;1567;p30">
                <a:extLst>
                  <a:ext uri="{FF2B5EF4-FFF2-40B4-BE49-F238E27FC236}">
                    <a16:creationId xmlns:a16="http://schemas.microsoft.com/office/drawing/2014/main" id="{1594D8DB-EC17-6AE9-5CAE-77CE966347AB}"/>
                  </a:ext>
                </a:extLst>
              </p:cNvPr>
              <p:cNvSpPr/>
              <p:nvPr/>
            </p:nvSpPr>
            <p:spPr>
              <a:xfrm flipH="1">
                <a:off x="2760354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1.61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Google Shape;1568;p30">
                <a:extLst>
                  <a:ext uri="{FF2B5EF4-FFF2-40B4-BE49-F238E27FC236}">
                    <a16:creationId xmlns:a16="http://schemas.microsoft.com/office/drawing/2014/main" id="{BB2998DD-859D-268D-E626-073437F0D5BE}"/>
                  </a:ext>
                </a:extLst>
              </p:cNvPr>
              <p:cNvSpPr/>
              <p:nvPr/>
            </p:nvSpPr>
            <p:spPr>
              <a:xfrm flipH="1">
                <a:off x="3360891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1.49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Google Shape;1571;p30">
                <a:extLst>
                  <a:ext uri="{FF2B5EF4-FFF2-40B4-BE49-F238E27FC236}">
                    <a16:creationId xmlns:a16="http://schemas.microsoft.com/office/drawing/2014/main" id="{C6F7554F-5A43-55F0-1F07-E6B0084C317C}"/>
                  </a:ext>
                </a:extLst>
              </p:cNvPr>
              <p:cNvSpPr/>
              <p:nvPr/>
            </p:nvSpPr>
            <p:spPr>
              <a:xfrm flipH="1">
                <a:off x="2159817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1.73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Google Shape;1572;p30">
                <a:extLst>
                  <a:ext uri="{FF2B5EF4-FFF2-40B4-BE49-F238E27FC236}">
                    <a16:creationId xmlns:a16="http://schemas.microsoft.com/office/drawing/2014/main" id="{A7F0EEAF-9DEF-23C1-078A-FD9542745ADF}"/>
                  </a:ext>
                </a:extLst>
              </p:cNvPr>
              <p:cNvSpPr/>
              <p:nvPr/>
            </p:nvSpPr>
            <p:spPr>
              <a:xfrm flipH="1">
                <a:off x="2760354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1.88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Google Shape;1573;p30">
                <a:extLst>
                  <a:ext uri="{FF2B5EF4-FFF2-40B4-BE49-F238E27FC236}">
                    <a16:creationId xmlns:a16="http://schemas.microsoft.com/office/drawing/2014/main" id="{E1F363FA-224E-37AC-A701-DCEDDB508957}"/>
                  </a:ext>
                </a:extLst>
              </p:cNvPr>
              <p:cNvSpPr/>
              <p:nvPr/>
            </p:nvSpPr>
            <p:spPr>
              <a:xfrm flipH="1">
                <a:off x="3360891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1.79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Google Shape;1576;p30">
                <a:extLst>
                  <a:ext uri="{FF2B5EF4-FFF2-40B4-BE49-F238E27FC236}">
                    <a16:creationId xmlns:a16="http://schemas.microsoft.com/office/drawing/2014/main" id="{53AD7382-D46E-8E69-98B3-598C000FDBEF}"/>
                  </a:ext>
                </a:extLst>
              </p:cNvPr>
              <p:cNvSpPr/>
              <p:nvPr/>
            </p:nvSpPr>
            <p:spPr>
              <a:xfrm flipH="1">
                <a:off x="2159817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1.51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Google Shape;1577;p30">
                <a:extLst>
                  <a:ext uri="{FF2B5EF4-FFF2-40B4-BE49-F238E27FC236}">
                    <a16:creationId xmlns:a16="http://schemas.microsoft.com/office/drawing/2014/main" id="{1B3EF6FE-1568-2D79-1F8C-0F07A4D0EF54}"/>
                  </a:ext>
                </a:extLst>
              </p:cNvPr>
              <p:cNvSpPr/>
              <p:nvPr/>
            </p:nvSpPr>
            <p:spPr>
              <a:xfrm flipH="1">
                <a:off x="2760354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1.62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Google Shape;1578;p30">
                <a:extLst>
                  <a:ext uri="{FF2B5EF4-FFF2-40B4-BE49-F238E27FC236}">
                    <a16:creationId xmlns:a16="http://schemas.microsoft.com/office/drawing/2014/main" id="{66A3A319-F52B-022D-2ACA-39EFD0235053}"/>
                  </a:ext>
                </a:extLst>
              </p:cNvPr>
              <p:cNvSpPr/>
              <p:nvPr/>
            </p:nvSpPr>
            <p:spPr>
              <a:xfrm flipH="1">
                <a:off x="3360891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1.49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6CCE512-693F-D2AF-2C90-687D183BC37A}"/>
                  </a:ext>
                </a:extLst>
              </p:cNvPr>
              <p:cNvSpPr txBox="1"/>
              <p:nvPr/>
            </p:nvSpPr>
            <p:spPr>
              <a:xfrm>
                <a:off x="810492" y="4590417"/>
                <a:ext cx="2105890" cy="584775"/>
              </a:xfrm>
              <a:prstGeom prst="rect">
                <a:avLst/>
              </a:prstGeom>
              <a:noFill/>
              <a:scene3d>
                <a:camera prst="orthographicFront">
                  <a:rot lat="0" lon="0" rev="5400000"/>
                </a:camera>
                <a:lightRig rig="threePt" dir="t"/>
              </a:scene3d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Convolution Kernel Values on </a:t>
                </a:r>
                <a:r>
                  <a:rPr lang="en-US" altLang="zh-CN" sz="16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</a:t>
                </a:r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layer</a:t>
                </a:r>
                <a:endParaRPr lang="zh-CN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712FB0B-9C9C-26E4-8089-DC0E86EB999A}"/>
                </a:ext>
              </a:extLst>
            </p:cNvPr>
            <p:cNvGrpSpPr/>
            <p:nvPr/>
          </p:nvGrpSpPr>
          <p:grpSpPr>
            <a:xfrm>
              <a:off x="3812668" y="4396604"/>
              <a:ext cx="3254847" cy="1800000"/>
              <a:chOff x="706581" y="4062881"/>
              <a:chExt cx="3254847" cy="1800000"/>
            </a:xfrm>
          </p:grpSpPr>
          <p:sp>
            <p:nvSpPr>
              <p:cNvPr id="6" name="Google Shape;1566;p30">
                <a:extLst>
                  <a:ext uri="{FF2B5EF4-FFF2-40B4-BE49-F238E27FC236}">
                    <a16:creationId xmlns:a16="http://schemas.microsoft.com/office/drawing/2014/main" id="{31AB95DE-F36E-E91E-2A8C-39C5B8DFBD14}"/>
                  </a:ext>
                </a:extLst>
              </p:cNvPr>
              <p:cNvSpPr/>
              <p:nvPr/>
            </p:nvSpPr>
            <p:spPr>
              <a:xfrm flipH="1">
                <a:off x="2159817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0.21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Google Shape;1567;p30">
                <a:extLst>
                  <a:ext uri="{FF2B5EF4-FFF2-40B4-BE49-F238E27FC236}">
                    <a16:creationId xmlns:a16="http://schemas.microsoft.com/office/drawing/2014/main" id="{54766E16-1184-A112-B3F4-03FC97617C4D}"/>
                  </a:ext>
                </a:extLst>
              </p:cNvPr>
              <p:cNvSpPr/>
              <p:nvPr/>
            </p:nvSpPr>
            <p:spPr>
              <a:xfrm flipH="1">
                <a:off x="2760354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0.09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Google Shape;1568;p30">
                <a:extLst>
                  <a:ext uri="{FF2B5EF4-FFF2-40B4-BE49-F238E27FC236}">
                    <a16:creationId xmlns:a16="http://schemas.microsoft.com/office/drawing/2014/main" id="{86F4D815-BEA6-36D7-C4B5-09FC0964319C}"/>
                  </a:ext>
                </a:extLst>
              </p:cNvPr>
              <p:cNvSpPr/>
              <p:nvPr/>
            </p:nvSpPr>
            <p:spPr>
              <a:xfrm flipH="1">
                <a:off x="3360891" y="4062881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0.30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Google Shape;1571;p30">
                <a:extLst>
                  <a:ext uri="{FF2B5EF4-FFF2-40B4-BE49-F238E27FC236}">
                    <a16:creationId xmlns:a16="http://schemas.microsoft.com/office/drawing/2014/main" id="{2816E288-AD07-6035-296D-693EE673798C}"/>
                  </a:ext>
                </a:extLst>
              </p:cNvPr>
              <p:cNvSpPr/>
              <p:nvPr/>
            </p:nvSpPr>
            <p:spPr>
              <a:xfrm flipH="1">
                <a:off x="2159817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0.11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Google Shape;1572;p30">
                <a:extLst>
                  <a:ext uri="{FF2B5EF4-FFF2-40B4-BE49-F238E27FC236}">
                    <a16:creationId xmlns:a16="http://schemas.microsoft.com/office/drawing/2014/main" id="{BD328A03-A0FF-25BF-2A50-5DEA476D638E}"/>
                  </a:ext>
                </a:extLst>
              </p:cNvPr>
              <p:cNvSpPr/>
              <p:nvPr/>
            </p:nvSpPr>
            <p:spPr>
              <a:xfrm flipH="1">
                <a:off x="2760354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0.05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Google Shape;1573;p30">
                <a:extLst>
                  <a:ext uri="{FF2B5EF4-FFF2-40B4-BE49-F238E27FC236}">
                    <a16:creationId xmlns:a16="http://schemas.microsoft.com/office/drawing/2014/main" id="{221F7B1D-7FDB-2C66-38AD-AA484D4E331E}"/>
                  </a:ext>
                </a:extLst>
              </p:cNvPr>
              <p:cNvSpPr/>
              <p:nvPr/>
            </p:nvSpPr>
            <p:spPr>
              <a:xfrm flipH="1">
                <a:off x="3360891" y="4662262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0.18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Google Shape;1576;p30">
                <a:extLst>
                  <a:ext uri="{FF2B5EF4-FFF2-40B4-BE49-F238E27FC236}">
                    <a16:creationId xmlns:a16="http://schemas.microsoft.com/office/drawing/2014/main" id="{CC4AA104-90DC-E11D-6130-375BD5C4E777}"/>
                  </a:ext>
                </a:extLst>
              </p:cNvPr>
              <p:cNvSpPr/>
              <p:nvPr/>
            </p:nvSpPr>
            <p:spPr>
              <a:xfrm flipH="1">
                <a:off x="2159817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0.24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Google Shape;1577;p30">
                <a:extLst>
                  <a:ext uri="{FF2B5EF4-FFF2-40B4-BE49-F238E27FC236}">
                    <a16:creationId xmlns:a16="http://schemas.microsoft.com/office/drawing/2014/main" id="{11231198-9A7A-F183-7E41-2C86AB6668F7}"/>
                  </a:ext>
                </a:extLst>
              </p:cNvPr>
              <p:cNvSpPr/>
              <p:nvPr/>
            </p:nvSpPr>
            <p:spPr>
              <a:xfrm flipH="1">
                <a:off x="2760354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0.21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Google Shape;1578;p30">
                <a:extLst>
                  <a:ext uri="{FF2B5EF4-FFF2-40B4-BE49-F238E27FC236}">
                    <a16:creationId xmlns:a16="http://schemas.microsoft.com/office/drawing/2014/main" id="{AE44B1EB-7669-FEAE-15CF-44B6BF516D4A}"/>
                  </a:ext>
                </a:extLst>
              </p:cNvPr>
              <p:cNvSpPr/>
              <p:nvPr/>
            </p:nvSpPr>
            <p:spPr>
              <a:xfrm flipH="1">
                <a:off x="3360891" y="5263500"/>
                <a:ext cx="600537" cy="599381"/>
              </a:xfrm>
              <a:prstGeom prst="rect">
                <a:avLst/>
              </a:prstGeom>
              <a:noFill/>
              <a:ln w="31750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0.17</a:t>
                </a:r>
                <a:endParaRPr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BBB819C-3D15-6DE4-53D5-4B335322CDED}"/>
                  </a:ext>
                </a:extLst>
              </p:cNvPr>
              <p:cNvSpPr txBox="1"/>
              <p:nvPr/>
            </p:nvSpPr>
            <p:spPr>
              <a:xfrm>
                <a:off x="706581" y="4673541"/>
                <a:ext cx="2335403" cy="584775"/>
              </a:xfrm>
              <a:prstGeom prst="rect">
                <a:avLst/>
              </a:prstGeom>
              <a:noFill/>
              <a:scene3d>
                <a:camera prst="orthographicFront">
                  <a:rot lat="0" lon="0" rev="5400000"/>
                </a:camera>
                <a:lightRig rig="threePt" dir="t"/>
              </a:scene3d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Convolution Kernel Values on </a:t>
                </a:r>
                <a:r>
                  <a:rPr lang="en-US" altLang="zh-CN" sz="16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Predator</a:t>
                </a:r>
                <a:r>
                  <a:rPr lang="en-US" altLang="zh-C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layer</a:t>
                </a:r>
                <a:endParaRPr lang="zh-CN" alt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04724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文本框 1705">
            <a:extLst>
              <a:ext uri="{FF2B5EF4-FFF2-40B4-BE49-F238E27FC236}">
                <a16:creationId xmlns:a16="http://schemas.microsoft.com/office/drawing/2014/main" id="{40616730-3399-AA4F-263B-E58486FB1E57}"/>
              </a:ext>
            </a:extLst>
          </p:cNvPr>
          <p:cNvSpPr txBox="1"/>
          <p:nvPr/>
        </p:nvSpPr>
        <p:spPr>
          <a:xfrm>
            <a:off x="1663562" y="2148359"/>
            <a:ext cx="5996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1 Dataset Preparation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【1】Training dataset: Features(Pesticides, Fertilizers, Other chemicals); labels(Loss of Species Richness)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【2】 Testing dataset: LSR data of recent 22 years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7" name="文本框 1706">
            <a:extLst>
              <a:ext uri="{FF2B5EF4-FFF2-40B4-BE49-F238E27FC236}">
                <a16:creationId xmlns:a16="http://schemas.microsoft.com/office/drawing/2014/main" id="{2F2CC33A-AB60-2E4E-3D56-84ACAD6569A7}"/>
              </a:ext>
            </a:extLst>
          </p:cNvPr>
          <p:cNvSpPr txBox="1"/>
          <p:nvPr/>
        </p:nvSpPr>
        <p:spPr>
          <a:xfrm>
            <a:off x="1663562" y="3347333"/>
            <a:ext cx="6229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Building Neural Network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two-layer multi-layer perceptron with 3-3-1 neuron distributions.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8" name="文本框 1707">
            <a:extLst>
              <a:ext uri="{FF2B5EF4-FFF2-40B4-BE49-F238E27FC236}">
                <a16:creationId xmlns:a16="http://schemas.microsoft.com/office/drawing/2014/main" id="{83B87D19-604A-9D6E-C60D-9C7D1C1C052C}"/>
              </a:ext>
            </a:extLst>
          </p:cNvPr>
          <p:cNvSpPr txBox="1"/>
          <p:nvPr/>
        </p:nvSpPr>
        <p:spPr>
          <a:xfrm>
            <a:off x="1663563" y="4047802"/>
            <a:ext cx="6229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Training and Testing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model reaches an accuracy of 91.3%,  acquiring the original form of EEDM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0" name="文本框 1709">
            <a:extLst>
              <a:ext uri="{FF2B5EF4-FFF2-40B4-BE49-F238E27FC236}">
                <a16:creationId xmlns:a16="http://schemas.microsoft.com/office/drawing/2014/main" id="{FECF2C3F-FD0C-5462-98A3-14C244CF7C16}"/>
              </a:ext>
            </a:extLst>
          </p:cNvPr>
          <p:cNvSpPr txBox="1"/>
          <p:nvPr/>
        </p:nvSpPr>
        <p:spPr>
          <a:xfrm>
            <a:off x="1663563" y="4667155"/>
            <a:ext cx="9877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Mapping the original model under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to enhance its practical meaning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acquiring equation (16)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1" name="文本框 1710">
            <a:extLst>
              <a:ext uri="{FF2B5EF4-FFF2-40B4-BE49-F238E27FC236}">
                <a16:creationId xmlns:a16="http://schemas.microsoft.com/office/drawing/2014/main" id="{98491D90-08E8-5F01-625E-4894EDFF923B}"/>
              </a:ext>
            </a:extLst>
          </p:cNvPr>
          <p:cNvSpPr txBox="1"/>
          <p:nvPr/>
        </p:nvSpPr>
        <p:spPr>
          <a:xfrm>
            <a:off x="4424408" y="1257616"/>
            <a:ext cx="599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Task 1 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的攻击模型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EEDM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的思路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BF23A-2030-DB12-3169-981F9809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文本框 1705">
            <a:extLst>
              <a:ext uri="{FF2B5EF4-FFF2-40B4-BE49-F238E27FC236}">
                <a16:creationId xmlns:a16="http://schemas.microsoft.com/office/drawing/2014/main" id="{0E702E50-B305-E3EC-339B-EB877ACE96BE}"/>
              </a:ext>
            </a:extLst>
          </p:cNvPr>
          <p:cNvSpPr txBox="1"/>
          <p:nvPr/>
        </p:nvSpPr>
        <p:spPr>
          <a:xfrm>
            <a:off x="1663562" y="2148359"/>
            <a:ext cx="639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1 Generalize the traditional form of Pascal’s Triangle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07" name="文本框 1706">
            <a:extLst>
              <a:ext uri="{FF2B5EF4-FFF2-40B4-BE49-F238E27FC236}">
                <a16:creationId xmlns:a16="http://schemas.microsoft.com/office/drawing/2014/main" id="{EEDEB18F-E83E-FFA2-EB79-F9D7F87A7425}"/>
              </a:ext>
            </a:extLst>
          </p:cNvPr>
          <p:cNvSpPr txBox="1"/>
          <p:nvPr/>
        </p:nvSpPr>
        <p:spPr>
          <a:xfrm>
            <a:off x="1663562" y="2737581"/>
            <a:ext cx="1228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Using the generalized version to dynamically describe reemergence of native species.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8" name="文本框 1707">
            <a:extLst>
              <a:ext uri="{FF2B5EF4-FFF2-40B4-BE49-F238E27FC236}">
                <a16:creationId xmlns:a16="http://schemas.microsoft.com/office/drawing/2014/main" id="{5EE8A5C7-30BE-E2E1-27D5-AE5EF3B5BB20}"/>
              </a:ext>
            </a:extLst>
          </p:cNvPr>
          <p:cNvSpPr txBox="1"/>
          <p:nvPr/>
        </p:nvSpPr>
        <p:spPr>
          <a:xfrm>
            <a:off x="0" y="3381756"/>
            <a:ext cx="1269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Quantify the effects of reemergence by integrating Ecosystem Stability Model (Resistance Stability + Resilience Stability.)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1" name="文本框 1710">
            <a:extLst>
              <a:ext uri="{FF2B5EF4-FFF2-40B4-BE49-F238E27FC236}">
                <a16:creationId xmlns:a16="http://schemas.microsoft.com/office/drawing/2014/main" id="{3FFB2CCA-10C7-96C5-D3B4-5C84F1B919E8}"/>
              </a:ext>
            </a:extLst>
          </p:cNvPr>
          <p:cNvSpPr txBox="1"/>
          <p:nvPr/>
        </p:nvSpPr>
        <p:spPr>
          <a:xfrm>
            <a:off x="4424408" y="1257616"/>
            <a:ext cx="599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Task 2 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杨辉三角的思路</a:t>
            </a:r>
          </a:p>
        </p:txBody>
      </p:sp>
    </p:spTree>
    <p:extLst>
      <p:ext uri="{BB962C8B-B14F-4D97-AF65-F5344CB8AC3E}">
        <p14:creationId xmlns:p14="http://schemas.microsoft.com/office/powerpoint/2010/main" val="3203237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89242-8CDD-6AD7-E089-A5B43FF4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文本框 1705">
            <a:extLst>
              <a:ext uri="{FF2B5EF4-FFF2-40B4-BE49-F238E27FC236}">
                <a16:creationId xmlns:a16="http://schemas.microsoft.com/office/drawing/2014/main" id="{1549D883-5EE9-8749-BFA1-A2B31CFCF8AE}"/>
              </a:ext>
            </a:extLst>
          </p:cNvPr>
          <p:cNvSpPr txBox="1"/>
          <p:nvPr/>
        </p:nvSpPr>
        <p:spPr>
          <a:xfrm>
            <a:off x="1663562" y="2148359"/>
            <a:ext cx="89338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the problem into two categories: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solution and Long term solution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【1】short term: removal of herbicide increases stability,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because: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(a) Higher Richness (Food Web Model)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(b) Stronger Resistance ( Ecosystem Stability Model)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【2】long term : Introducing bats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(a) Using convolution model to quantify bats’ interactions with other 	  	     species, designing bats kernels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(b) Provide the specific interval where ecosystem can truly stabilizes ([22%, 75%])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【3】Another species: Grass Snake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(a) Recalculate and design Snake Kernels.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(b) Compare the effects between bats and grass snakes.</a:t>
            </a:r>
          </a:p>
        </p:txBody>
      </p:sp>
      <p:sp>
        <p:nvSpPr>
          <p:cNvPr id="1711" name="文本框 1710">
            <a:extLst>
              <a:ext uri="{FF2B5EF4-FFF2-40B4-BE49-F238E27FC236}">
                <a16:creationId xmlns:a16="http://schemas.microsoft.com/office/drawing/2014/main" id="{BC06F376-E06E-2388-6744-D7543C2F2FE6}"/>
              </a:ext>
            </a:extLst>
          </p:cNvPr>
          <p:cNvSpPr txBox="1"/>
          <p:nvPr/>
        </p:nvSpPr>
        <p:spPr>
          <a:xfrm>
            <a:off x="2691860" y="1254541"/>
            <a:ext cx="776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Task 3 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卷积的思路  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结果图可以放两个（吗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）这两个图感觉都挺好看的 要搁不下就右边那个立体图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49" name="组合 1848">
            <a:extLst>
              <a:ext uri="{FF2B5EF4-FFF2-40B4-BE49-F238E27FC236}">
                <a16:creationId xmlns:a16="http://schemas.microsoft.com/office/drawing/2014/main" id="{CE65A362-B740-F827-2FE2-A4AAB205AAA9}"/>
              </a:ext>
            </a:extLst>
          </p:cNvPr>
          <p:cNvGrpSpPr/>
          <p:nvPr/>
        </p:nvGrpSpPr>
        <p:grpSpPr>
          <a:xfrm>
            <a:off x="3481132" y="5603459"/>
            <a:ext cx="3270642" cy="2763057"/>
            <a:chOff x="5319379" y="5576257"/>
            <a:chExt cx="3270642" cy="2763057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369A3571-1AC6-33EC-0C22-38F515A13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9379" y="5576257"/>
              <a:ext cx="3225866" cy="137642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9925DA1-5B5E-A9C0-B3BB-5C1AD9E8E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9379" y="6952683"/>
              <a:ext cx="3270642" cy="1386631"/>
            </a:xfrm>
            <a:prstGeom prst="rect">
              <a:avLst/>
            </a:prstGeom>
          </p:spPr>
        </p:pic>
      </p:grpSp>
      <p:pic>
        <p:nvPicPr>
          <p:cNvPr id="1848" name="图片 1847">
            <a:extLst>
              <a:ext uri="{FF2B5EF4-FFF2-40B4-BE49-F238E27FC236}">
                <a16:creationId xmlns:a16="http://schemas.microsoft.com/office/drawing/2014/main" id="{05415EB0-1D8A-4123-55F2-9960B06382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42"/>
          <a:stretch/>
        </p:blipFill>
        <p:spPr>
          <a:xfrm>
            <a:off x="6939813" y="5387616"/>
            <a:ext cx="4164531" cy="318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991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4584</TotalTime>
  <Words>593</Words>
  <Application>Microsoft Office PowerPoint</Application>
  <PresentationFormat>宽屏</PresentationFormat>
  <Paragraphs>180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Arial</vt:lpstr>
      <vt:lpstr>Cambria Math</vt:lpstr>
      <vt:lpstr>Comic Sans MS</vt:lpstr>
      <vt:lpstr>Times New Roman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浩桐 程</cp:lastModifiedBy>
  <cp:revision>171</cp:revision>
  <dcterms:created xsi:type="dcterms:W3CDTF">2019-06-19T02:08:00Z</dcterms:created>
  <dcterms:modified xsi:type="dcterms:W3CDTF">2025-10-03T11:03:59Z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62266BBBF4E741B28E3773FA148198D5_11</vt:lpwstr>
  </property>
</Properties>
</file>