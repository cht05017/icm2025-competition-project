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79" r:id="rId3"/>
    <p:sldId id="28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40616730-3399-AA4F-263B-E58486FB1E57}"/>
              </a:ext>
            </a:extLst>
          </p:cNvPr>
          <p:cNvSpPr txBox="1"/>
          <p:nvPr/>
        </p:nvSpPr>
        <p:spPr>
          <a:xfrm>
            <a:off x="1663562" y="2148359"/>
            <a:ext cx="5996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 Dataset Preparation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【1】Training dataset: Features(Pesticides, Fertilizers, Other chemicals); labels(Loss of Species Richness)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【2】 Testing dataset: LSR data of recent 22 years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7" name="文本框 1706">
            <a:extLst>
              <a:ext uri="{FF2B5EF4-FFF2-40B4-BE49-F238E27FC236}">
                <a16:creationId xmlns:a16="http://schemas.microsoft.com/office/drawing/2014/main" id="{2F2CC33A-AB60-2E4E-3D56-84ACAD6569A7}"/>
              </a:ext>
            </a:extLst>
          </p:cNvPr>
          <p:cNvSpPr txBox="1"/>
          <p:nvPr/>
        </p:nvSpPr>
        <p:spPr>
          <a:xfrm>
            <a:off x="1663562" y="3347333"/>
            <a:ext cx="622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Building Neural Network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two-layer multi-layer perceptron with 3-3-1 neuron distributions.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8" name="文本框 1707">
            <a:extLst>
              <a:ext uri="{FF2B5EF4-FFF2-40B4-BE49-F238E27FC236}">
                <a16:creationId xmlns:a16="http://schemas.microsoft.com/office/drawing/2014/main" id="{83B87D19-604A-9D6E-C60D-9C7D1C1C052C}"/>
              </a:ext>
            </a:extLst>
          </p:cNvPr>
          <p:cNvSpPr txBox="1"/>
          <p:nvPr/>
        </p:nvSpPr>
        <p:spPr>
          <a:xfrm>
            <a:off x="1663563" y="4047802"/>
            <a:ext cx="6229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Training and Testing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reaches an accuracy of 91.3%,  acquiring the original form of EEDM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0" name="文本框 1709">
            <a:extLst>
              <a:ext uri="{FF2B5EF4-FFF2-40B4-BE49-F238E27FC236}">
                <a16:creationId xmlns:a16="http://schemas.microsoft.com/office/drawing/2014/main" id="{FECF2C3F-FD0C-5462-98A3-14C244CF7C16}"/>
              </a:ext>
            </a:extLst>
          </p:cNvPr>
          <p:cNvSpPr txBox="1"/>
          <p:nvPr/>
        </p:nvSpPr>
        <p:spPr>
          <a:xfrm>
            <a:off x="1663563" y="4667155"/>
            <a:ext cx="987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Mapping the original model under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to enhance its practical meaning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acquiring equation (16)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98491D90-08E8-5F01-625E-4894EDFF923B}"/>
              </a:ext>
            </a:extLst>
          </p:cNvPr>
          <p:cNvSpPr txBox="1"/>
          <p:nvPr/>
        </p:nvSpPr>
        <p:spPr>
          <a:xfrm>
            <a:off x="4424408" y="1257616"/>
            <a:ext cx="59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1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的攻击模型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EEDM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的思路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F23A-2030-DB12-3169-981F9809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0E702E50-B305-E3EC-339B-EB877ACE96BE}"/>
              </a:ext>
            </a:extLst>
          </p:cNvPr>
          <p:cNvSpPr txBox="1"/>
          <p:nvPr/>
        </p:nvSpPr>
        <p:spPr>
          <a:xfrm>
            <a:off x="1663562" y="2148359"/>
            <a:ext cx="63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1 Generalize the traditional form of Pascal’s Triangle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07" name="文本框 1706">
            <a:extLst>
              <a:ext uri="{FF2B5EF4-FFF2-40B4-BE49-F238E27FC236}">
                <a16:creationId xmlns:a16="http://schemas.microsoft.com/office/drawing/2014/main" id="{EEDEB18F-E83E-FFA2-EB79-F9D7F87A7425}"/>
              </a:ext>
            </a:extLst>
          </p:cNvPr>
          <p:cNvSpPr txBox="1"/>
          <p:nvPr/>
        </p:nvSpPr>
        <p:spPr>
          <a:xfrm>
            <a:off x="1663562" y="2737581"/>
            <a:ext cx="1228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Using the generalized version to dynamically describe reemergence of native species.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8" name="文本框 1707">
            <a:extLst>
              <a:ext uri="{FF2B5EF4-FFF2-40B4-BE49-F238E27FC236}">
                <a16:creationId xmlns:a16="http://schemas.microsoft.com/office/drawing/2014/main" id="{5EE8A5C7-30BE-E2E1-27D5-AE5EF3B5BB20}"/>
              </a:ext>
            </a:extLst>
          </p:cNvPr>
          <p:cNvSpPr txBox="1"/>
          <p:nvPr/>
        </p:nvSpPr>
        <p:spPr>
          <a:xfrm>
            <a:off x="0" y="3381756"/>
            <a:ext cx="1269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Quantify the effects of reemergence by integrating Ecosystem Stability Model (Resistance Stability + Resilience Stability.)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3FFB2CCA-10C7-96C5-D3B4-5C84F1B919E8}"/>
              </a:ext>
            </a:extLst>
          </p:cNvPr>
          <p:cNvSpPr txBox="1"/>
          <p:nvPr/>
        </p:nvSpPr>
        <p:spPr>
          <a:xfrm>
            <a:off x="4424408" y="1257616"/>
            <a:ext cx="59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2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杨辉三角的思路</a:t>
            </a:r>
          </a:p>
        </p:txBody>
      </p:sp>
    </p:spTree>
    <p:extLst>
      <p:ext uri="{BB962C8B-B14F-4D97-AF65-F5344CB8AC3E}">
        <p14:creationId xmlns:p14="http://schemas.microsoft.com/office/powerpoint/2010/main" val="320323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9242-8CDD-6AD7-E089-A5B43FF4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文本框 1705">
            <a:extLst>
              <a:ext uri="{FF2B5EF4-FFF2-40B4-BE49-F238E27FC236}">
                <a16:creationId xmlns:a16="http://schemas.microsoft.com/office/drawing/2014/main" id="{1549D883-5EE9-8749-BFA1-A2B31CFCF8AE}"/>
              </a:ext>
            </a:extLst>
          </p:cNvPr>
          <p:cNvSpPr txBox="1"/>
          <p:nvPr/>
        </p:nvSpPr>
        <p:spPr>
          <a:xfrm>
            <a:off x="1663562" y="2148359"/>
            <a:ext cx="89338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the problem into two categories: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solution and Long term solution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【1】short term: removal of herbicide increases stability,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because: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Higher Richness (Food Web Model)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Stronger Resistance ( Ecosystem Stability Model)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【2】long term : Introducing bats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Using convolution model to quantify bats’ interactions with other 	  	     species, designing bats kernels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Provide the specific interval where ecosystem can truly stabilizes ([22%, 75%])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【3】Another species: Grass Snake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Recalculate and design Snake Kernels.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Compare the effects between bats and grass snakes.</a:t>
            </a:r>
          </a:p>
        </p:txBody>
      </p:sp>
      <p:sp>
        <p:nvSpPr>
          <p:cNvPr id="1711" name="文本框 1710">
            <a:extLst>
              <a:ext uri="{FF2B5EF4-FFF2-40B4-BE49-F238E27FC236}">
                <a16:creationId xmlns:a16="http://schemas.microsoft.com/office/drawing/2014/main" id="{BC06F376-E06E-2388-6744-D7543C2F2FE6}"/>
              </a:ext>
            </a:extLst>
          </p:cNvPr>
          <p:cNvSpPr txBox="1"/>
          <p:nvPr/>
        </p:nvSpPr>
        <p:spPr>
          <a:xfrm>
            <a:off x="2691860" y="1254541"/>
            <a:ext cx="776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Task 3 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卷积的思路  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结果图可以放两个（吗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）这两个图感觉都挺好看的 要搁不下就先放右边那个立体图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49" name="组合 1848">
            <a:extLst>
              <a:ext uri="{FF2B5EF4-FFF2-40B4-BE49-F238E27FC236}">
                <a16:creationId xmlns:a16="http://schemas.microsoft.com/office/drawing/2014/main" id="{CE65A362-B740-F827-2FE2-A4AAB205AAA9}"/>
              </a:ext>
            </a:extLst>
          </p:cNvPr>
          <p:cNvGrpSpPr/>
          <p:nvPr/>
        </p:nvGrpSpPr>
        <p:grpSpPr>
          <a:xfrm>
            <a:off x="3481132" y="5603459"/>
            <a:ext cx="3270642" cy="2763057"/>
            <a:chOff x="5319379" y="5576257"/>
            <a:chExt cx="3270642" cy="276305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69A3571-1AC6-33EC-0C22-38F515A13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379" y="5576257"/>
              <a:ext cx="3225866" cy="137642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9925DA1-5B5E-A9C0-B3BB-5C1AD9E8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379" y="6952683"/>
              <a:ext cx="3270642" cy="1386631"/>
            </a:xfrm>
            <a:prstGeom prst="rect">
              <a:avLst/>
            </a:prstGeom>
          </p:spPr>
        </p:pic>
      </p:grpSp>
      <p:pic>
        <p:nvPicPr>
          <p:cNvPr id="1848" name="图片 1847">
            <a:extLst>
              <a:ext uri="{FF2B5EF4-FFF2-40B4-BE49-F238E27FC236}">
                <a16:creationId xmlns:a16="http://schemas.microsoft.com/office/drawing/2014/main" id="{05415EB0-1D8A-4123-55F2-9960B06382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2"/>
          <a:stretch/>
        </p:blipFill>
        <p:spPr>
          <a:xfrm>
            <a:off x="6939813" y="5387616"/>
            <a:ext cx="4164531" cy="318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9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319</Words>
  <Application>Microsoft Office PowerPoint</Application>
  <PresentationFormat>宽屏</PresentationFormat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浩桐 程</dc:creator>
  <cp:lastModifiedBy>浩桐 程</cp:lastModifiedBy>
  <cp:revision>4</cp:revision>
  <dcterms:created xsi:type="dcterms:W3CDTF">2025-01-27T04:55:00Z</dcterms:created>
  <dcterms:modified xsi:type="dcterms:W3CDTF">2025-01-27T06:07:25Z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26B4E8897F114FB59EC38CBF9D30DC79_12</vt:lpwstr>
  </property>
  <property fmtid="{D5CDD505-2E9C-101B-9397-08002B2CF9AE}" pid="3" name="KSOProductBuildVer">
    <vt:lpwstr>2052-12.1.0.19302</vt:lpwstr>
  </property>
</Properties>
</file>