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A2A2A2"/>
    <a:srgbClr val="FFCC99"/>
    <a:srgbClr val="E4E4E4"/>
    <a:srgbClr val="FFFFFF"/>
    <a:srgbClr val="E9BFC6"/>
    <a:srgbClr val="E6E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C0345-FB7A-4AD0-AB38-2A90124B47A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0B178-A31F-4BF4-AB20-D0871D620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4147BB17-B83B-2DB2-1F6E-89317E00AC55}"/>
              </a:ext>
            </a:extLst>
          </p:cNvPr>
          <p:cNvGrpSpPr/>
          <p:nvPr/>
        </p:nvGrpSpPr>
        <p:grpSpPr>
          <a:xfrm>
            <a:off x="2072832" y="791782"/>
            <a:ext cx="5771290" cy="4616483"/>
            <a:chOff x="2072832" y="791782"/>
            <a:chExt cx="5771290" cy="4616483"/>
          </a:xfrm>
        </p:grpSpPr>
        <p:sp>
          <p:nvSpPr>
            <p:cNvPr id="4" name="Google Shape;702;p27"/>
            <p:cNvSpPr txBox="1"/>
            <p:nvPr/>
          </p:nvSpPr>
          <p:spPr>
            <a:xfrm>
              <a:off x="2072832" y="941967"/>
              <a:ext cx="1398600" cy="376200"/>
            </a:xfrm>
            <a:prstGeom prst="rect">
              <a:avLst/>
            </a:prstGeom>
            <a:noFill/>
            <a:ln w="9525" cap="flat" cmpd="sng">
              <a:solidFill>
                <a:srgbClr val="CFE2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Input Layer</a:t>
              </a:r>
              <a:endParaRPr dirty="0">
                <a:latin typeface="Times New Roman" panose="02020603050405020304" pitchFamily="18" charset="0"/>
                <a:ea typeface="Consolas" panose="020B0609020204030204"/>
                <a:cs typeface="Times New Roman" panose="02020603050405020304" pitchFamily="18" charset="0"/>
                <a:sym typeface="Consolas" panose="020B0609020204030204"/>
              </a:endParaRPr>
            </a:p>
          </p:txBody>
        </p:sp>
        <p:sp>
          <p:nvSpPr>
            <p:cNvPr id="5" name="Google Shape;703;p27"/>
            <p:cNvSpPr txBox="1"/>
            <p:nvPr/>
          </p:nvSpPr>
          <p:spPr>
            <a:xfrm>
              <a:off x="3856482" y="791782"/>
              <a:ext cx="2383390" cy="676571"/>
            </a:xfrm>
            <a:prstGeom prst="rect">
              <a:avLst/>
            </a:prstGeom>
            <a:noFill/>
            <a:ln w="9525" cap="flat" cmpd="sng">
              <a:solidFill>
                <a:srgbClr val="CFE2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Hidden Layers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(</a:t>
              </a:r>
              <a:r>
                <a:rPr lang="en-GB" b="1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5</a:t>
              </a: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 neurons + </a:t>
              </a:r>
              <a:r>
                <a:rPr lang="en-GB" b="1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3</a:t>
              </a: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 neurons)</a:t>
              </a:r>
              <a:endParaRPr dirty="0">
                <a:latin typeface="Times New Roman" panose="02020603050405020304" pitchFamily="18" charset="0"/>
                <a:ea typeface="Consolas" panose="020B0609020204030204"/>
                <a:cs typeface="Times New Roman" panose="02020603050405020304" pitchFamily="18" charset="0"/>
                <a:sym typeface="Consolas" panose="020B0609020204030204"/>
              </a:endParaRPr>
            </a:p>
          </p:txBody>
        </p:sp>
        <p:sp>
          <p:nvSpPr>
            <p:cNvPr id="6" name="Google Shape;704;p27"/>
            <p:cNvSpPr txBox="1"/>
            <p:nvPr/>
          </p:nvSpPr>
          <p:spPr>
            <a:xfrm>
              <a:off x="6624922" y="941967"/>
              <a:ext cx="1219200" cy="376200"/>
            </a:xfrm>
            <a:prstGeom prst="rect">
              <a:avLst/>
            </a:prstGeom>
            <a:noFill/>
            <a:ln w="9525" cap="flat" cmpd="sng">
              <a:solidFill>
                <a:srgbClr val="CFE2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Output Layer</a:t>
              </a:r>
              <a:endParaRPr dirty="0">
                <a:latin typeface="Times New Roman" panose="02020603050405020304" pitchFamily="18" charset="0"/>
                <a:ea typeface="Consolas" panose="020B0609020204030204"/>
                <a:cs typeface="Times New Roman" panose="02020603050405020304" pitchFamily="18" charset="0"/>
                <a:sym typeface="Consolas" panose="020B0609020204030204"/>
              </a:endParaRPr>
            </a:p>
          </p:txBody>
        </p:sp>
        <p:sp>
          <p:nvSpPr>
            <p:cNvPr id="8" name="Google Shape;706;p27"/>
            <p:cNvSpPr/>
            <p:nvPr/>
          </p:nvSpPr>
          <p:spPr>
            <a:xfrm>
              <a:off x="2948168" y="2564694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7;p27"/>
            <p:cNvSpPr/>
            <p:nvPr/>
          </p:nvSpPr>
          <p:spPr>
            <a:xfrm>
              <a:off x="2948168" y="2832181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08;p27"/>
            <p:cNvSpPr/>
            <p:nvPr/>
          </p:nvSpPr>
          <p:spPr>
            <a:xfrm>
              <a:off x="2948168" y="3099668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5;p27"/>
            <p:cNvSpPr txBox="1"/>
            <p:nvPr/>
          </p:nvSpPr>
          <p:spPr>
            <a:xfrm>
              <a:off x="2475406" y="3025169"/>
              <a:ext cx="452100" cy="376200"/>
            </a:xfrm>
            <a:prstGeom prst="rect">
              <a:avLst/>
            </a:prstGeom>
            <a:noFill/>
            <a:ln w="9525" cap="flat" cmpd="sng">
              <a:solidFill>
                <a:srgbClr val="0097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X</a:t>
              </a:r>
              <a:endParaRPr b="1">
                <a:latin typeface="Times New Roman" panose="02020603050405020304" pitchFamily="18" charset="0"/>
                <a:ea typeface="Consolas" panose="020B0609020204030204"/>
                <a:cs typeface="Times New Roman" panose="02020603050405020304" pitchFamily="18" charset="0"/>
                <a:sym typeface="Consolas" panose="020B0609020204030204"/>
              </a:endParaRPr>
            </a:p>
          </p:txBody>
        </p:sp>
        <p:sp>
          <p:nvSpPr>
            <p:cNvPr id="22" name="Google Shape;723;p27"/>
            <p:cNvSpPr/>
            <p:nvPr/>
          </p:nvSpPr>
          <p:spPr>
            <a:xfrm>
              <a:off x="4505825" y="1591755"/>
              <a:ext cx="593100" cy="619446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200" baseline="-25000" dirty="0"/>
            </a:p>
          </p:txBody>
        </p:sp>
        <p:sp>
          <p:nvSpPr>
            <p:cNvPr id="23" name="Google Shape;725;p27"/>
            <p:cNvSpPr/>
            <p:nvPr/>
          </p:nvSpPr>
          <p:spPr>
            <a:xfrm>
              <a:off x="4505825" y="2398767"/>
              <a:ext cx="593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 dirty="0">
                <a:solidFill>
                  <a:srgbClr val="000000"/>
                </a:solidFill>
              </a:endParaRPr>
            </a:p>
          </p:txBody>
        </p:sp>
        <p:sp>
          <p:nvSpPr>
            <p:cNvPr id="24" name="Google Shape;726;p27"/>
            <p:cNvSpPr/>
            <p:nvPr/>
          </p:nvSpPr>
          <p:spPr>
            <a:xfrm>
              <a:off x="4505825" y="3198033"/>
              <a:ext cx="593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 dirty="0">
                <a:solidFill>
                  <a:srgbClr val="000000"/>
                </a:solidFill>
              </a:endParaRPr>
            </a:p>
          </p:txBody>
        </p:sp>
        <p:sp>
          <p:nvSpPr>
            <p:cNvPr id="25" name="Google Shape;727;p27"/>
            <p:cNvSpPr/>
            <p:nvPr/>
          </p:nvSpPr>
          <p:spPr>
            <a:xfrm>
              <a:off x="4505825" y="3997299"/>
              <a:ext cx="587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100" dirty="0">
                <a:solidFill>
                  <a:srgbClr val="000000"/>
                </a:solidFill>
              </a:endParaRPr>
            </a:p>
          </p:txBody>
        </p:sp>
        <p:sp>
          <p:nvSpPr>
            <p:cNvPr id="35" name="Google Shape;733;p27"/>
            <p:cNvSpPr/>
            <p:nvPr/>
          </p:nvSpPr>
          <p:spPr>
            <a:xfrm>
              <a:off x="2948168" y="3367169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34;p27"/>
            <p:cNvSpPr/>
            <p:nvPr/>
          </p:nvSpPr>
          <p:spPr>
            <a:xfrm>
              <a:off x="2948168" y="3634656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35;p27"/>
            <p:cNvSpPr/>
            <p:nvPr/>
          </p:nvSpPr>
          <p:spPr>
            <a:xfrm>
              <a:off x="2948168" y="3902143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36;p27"/>
            <p:cNvSpPr/>
            <p:nvPr/>
          </p:nvSpPr>
          <p:spPr>
            <a:xfrm>
              <a:off x="2948168" y="4104043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737;p27"/>
            <p:cNvCxnSpPr>
              <a:cxnSpLocks/>
              <a:stCxn id="8" idx="6"/>
              <a:endCxn id="22" idx="2"/>
            </p:cNvCxnSpPr>
            <p:nvPr/>
          </p:nvCxnSpPr>
          <p:spPr>
            <a:xfrm flipV="1">
              <a:off x="3027668" y="1901478"/>
              <a:ext cx="1478157" cy="69741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738;p27"/>
            <p:cNvCxnSpPr>
              <a:stCxn id="8" idx="5"/>
              <a:endCxn id="23" idx="2"/>
            </p:cNvCxnSpPr>
            <p:nvPr/>
          </p:nvCxnSpPr>
          <p:spPr>
            <a:xfrm>
              <a:off x="3016025" y="2623077"/>
              <a:ext cx="1489800" cy="8154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Google Shape;739;p27"/>
            <p:cNvCxnSpPr>
              <a:stCxn id="8" idx="5"/>
              <a:endCxn id="24" idx="2"/>
            </p:cNvCxnSpPr>
            <p:nvPr/>
          </p:nvCxnSpPr>
          <p:spPr>
            <a:xfrm>
              <a:off x="3016025" y="2623077"/>
              <a:ext cx="1489800" cy="88080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740;p27"/>
            <p:cNvCxnSpPr>
              <a:stCxn id="8" idx="5"/>
              <a:endCxn id="25" idx="2"/>
            </p:cNvCxnSpPr>
            <p:nvPr/>
          </p:nvCxnSpPr>
          <p:spPr>
            <a:xfrm>
              <a:off x="3016025" y="2623077"/>
              <a:ext cx="1489800" cy="168007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" name="Google Shape;741;p27"/>
            <p:cNvCxnSpPr>
              <a:cxnSpLocks/>
              <a:stCxn id="9" idx="5"/>
              <a:endCxn id="22" idx="2"/>
            </p:cNvCxnSpPr>
            <p:nvPr/>
          </p:nvCxnSpPr>
          <p:spPr>
            <a:xfrm flipV="1">
              <a:off x="3016025" y="1901478"/>
              <a:ext cx="1489800" cy="98908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Google Shape;742;p27"/>
            <p:cNvCxnSpPr>
              <a:stCxn id="9" idx="5"/>
              <a:endCxn id="24" idx="2"/>
            </p:cNvCxnSpPr>
            <p:nvPr/>
          </p:nvCxnSpPr>
          <p:spPr>
            <a:xfrm>
              <a:off x="3016025" y="2890564"/>
              <a:ext cx="1489800" cy="61331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" name="Google Shape;743;p27"/>
            <p:cNvCxnSpPr>
              <a:stCxn id="9" idx="6"/>
              <a:endCxn id="23" idx="2"/>
            </p:cNvCxnSpPr>
            <p:nvPr/>
          </p:nvCxnSpPr>
          <p:spPr>
            <a:xfrm flipV="1">
              <a:off x="3027668" y="2704617"/>
              <a:ext cx="1478157" cy="16176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6" name="Google Shape;744;p27"/>
            <p:cNvCxnSpPr>
              <a:stCxn id="9" idx="6"/>
              <a:endCxn id="25" idx="2"/>
            </p:cNvCxnSpPr>
            <p:nvPr/>
          </p:nvCxnSpPr>
          <p:spPr>
            <a:xfrm>
              <a:off x="3027668" y="2866381"/>
              <a:ext cx="1478157" cy="143676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7" name="Google Shape;745;p27"/>
            <p:cNvCxnSpPr>
              <a:cxnSpLocks/>
              <a:stCxn id="10" idx="4"/>
              <a:endCxn id="22" idx="2"/>
            </p:cNvCxnSpPr>
            <p:nvPr/>
          </p:nvCxnSpPr>
          <p:spPr>
            <a:xfrm flipV="1">
              <a:off x="2987918" y="1901478"/>
              <a:ext cx="1517907" cy="126659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Google Shape;746;p27"/>
            <p:cNvCxnSpPr>
              <a:stCxn id="10" idx="6"/>
              <a:endCxn id="23" idx="2"/>
            </p:cNvCxnSpPr>
            <p:nvPr/>
          </p:nvCxnSpPr>
          <p:spPr>
            <a:xfrm flipV="1">
              <a:off x="3027668" y="2704617"/>
              <a:ext cx="1478157" cy="42925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" name="Google Shape;747;p27"/>
            <p:cNvCxnSpPr>
              <a:stCxn id="10" idx="6"/>
              <a:endCxn id="24" idx="2"/>
            </p:cNvCxnSpPr>
            <p:nvPr/>
          </p:nvCxnSpPr>
          <p:spPr>
            <a:xfrm>
              <a:off x="3027668" y="3133868"/>
              <a:ext cx="1478157" cy="37001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" name="Google Shape;748;p27"/>
            <p:cNvCxnSpPr>
              <a:stCxn id="10" idx="5"/>
              <a:endCxn id="25" idx="2"/>
            </p:cNvCxnSpPr>
            <p:nvPr/>
          </p:nvCxnSpPr>
          <p:spPr>
            <a:xfrm>
              <a:off x="3016025" y="3158051"/>
              <a:ext cx="1489800" cy="114509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749;p27"/>
            <p:cNvCxnSpPr>
              <a:cxnSpLocks/>
              <a:stCxn id="35" idx="4"/>
              <a:endCxn id="22" idx="2"/>
            </p:cNvCxnSpPr>
            <p:nvPr/>
          </p:nvCxnSpPr>
          <p:spPr>
            <a:xfrm flipV="1">
              <a:off x="2987918" y="1901478"/>
              <a:ext cx="1517907" cy="15340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750;p27"/>
            <p:cNvCxnSpPr>
              <a:stCxn id="35" idx="5"/>
              <a:endCxn id="23" idx="2"/>
            </p:cNvCxnSpPr>
            <p:nvPr/>
          </p:nvCxnSpPr>
          <p:spPr>
            <a:xfrm flipV="1">
              <a:off x="3016025" y="2704617"/>
              <a:ext cx="1489800" cy="72093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Google Shape;751;p27"/>
            <p:cNvCxnSpPr>
              <a:stCxn id="35" idx="6"/>
              <a:endCxn id="24" idx="2"/>
            </p:cNvCxnSpPr>
            <p:nvPr/>
          </p:nvCxnSpPr>
          <p:spPr>
            <a:xfrm>
              <a:off x="3027668" y="3401369"/>
              <a:ext cx="1478157" cy="10251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Google Shape;752;p27"/>
            <p:cNvCxnSpPr>
              <a:stCxn id="35" idx="5"/>
              <a:endCxn id="25" idx="2"/>
            </p:cNvCxnSpPr>
            <p:nvPr/>
          </p:nvCxnSpPr>
          <p:spPr>
            <a:xfrm>
              <a:off x="3016025" y="3425552"/>
              <a:ext cx="1489800" cy="87759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Google Shape;753;p27"/>
            <p:cNvCxnSpPr>
              <a:cxnSpLocks/>
              <a:stCxn id="36" idx="5"/>
              <a:endCxn id="22" idx="2"/>
            </p:cNvCxnSpPr>
            <p:nvPr/>
          </p:nvCxnSpPr>
          <p:spPr>
            <a:xfrm flipV="1">
              <a:off x="3016025" y="1901478"/>
              <a:ext cx="1489800" cy="179156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" name="Google Shape;754;p27"/>
            <p:cNvCxnSpPr>
              <a:stCxn id="36" idx="6"/>
              <a:endCxn id="23" idx="2"/>
            </p:cNvCxnSpPr>
            <p:nvPr/>
          </p:nvCxnSpPr>
          <p:spPr>
            <a:xfrm flipV="1">
              <a:off x="3027668" y="2704617"/>
              <a:ext cx="1478157" cy="9642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Google Shape;755;p27"/>
            <p:cNvCxnSpPr>
              <a:stCxn id="36" idx="5"/>
              <a:endCxn id="24" idx="2"/>
            </p:cNvCxnSpPr>
            <p:nvPr/>
          </p:nvCxnSpPr>
          <p:spPr>
            <a:xfrm flipV="1">
              <a:off x="3016025" y="3503883"/>
              <a:ext cx="1489800" cy="18915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756;p27"/>
            <p:cNvCxnSpPr>
              <a:stCxn id="36" idx="5"/>
              <a:endCxn id="25" idx="2"/>
            </p:cNvCxnSpPr>
            <p:nvPr/>
          </p:nvCxnSpPr>
          <p:spPr>
            <a:xfrm>
              <a:off x="3016025" y="3693039"/>
              <a:ext cx="1489800" cy="61011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" name="Google Shape;757;p27"/>
            <p:cNvCxnSpPr>
              <a:stCxn id="37" idx="0"/>
              <a:endCxn id="24" idx="2"/>
            </p:cNvCxnSpPr>
            <p:nvPr/>
          </p:nvCxnSpPr>
          <p:spPr>
            <a:xfrm flipV="1">
              <a:off x="2987918" y="3503883"/>
              <a:ext cx="1517907" cy="39826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" name="Google Shape;758;p27"/>
            <p:cNvCxnSpPr>
              <a:stCxn id="37" idx="5"/>
              <a:endCxn id="23" idx="2"/>
            </p:cNvCxnSpPr>
            <p:nvPr/>
          </p:nvCxnSpPr>
          <p:spPr>
            <a:xfrm flipV="1">
              <a:off x="3016025" y="2704617"/>
              <a:ext cx="1489800" cy="125590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" name="Google Shape;759;p27"/>
            <p:cNvCxnSpPr>
              <a:stCxn id="37" idx="6"/>
              <a:endCxn id="24" idx="2"/>
            </p:cNvCxnSpPr>
            <p:nvPr/>
          </p:nvCxnSpPr>
          <p:spPr>
            <a:xfrm flipV="1">
              <a:off x="3027668" y="3503883"/>
              <a:ext cx="1478157" cy="43246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" name="Google Shape;760;p27"/>
            <p:cNvCxnSpPr>
              <a:stCxn id="37" idx="5"/>
              <a:endCxn id="25" idx="2"/>
            </p:cNvCxnSpPr>
            <p:nvPr/>
          </p:nvCxnSpPr>
          <p:spPr>
            <a:xfrm>
              <a:off x="3016025" y="3960526"/>
              <a:ext cx="1489800" cy="34262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" name="Google Shape;761;p27"/>
            <p:cNvCxnSpPr>
              <a:cxnSpLocks/>
              <a:stCxn id="38" idx="5"/>
              <a:endCxn id="22" idx="2"/>
            </p:cNvCxnSpPr>
            <p:nvPr/>
          </p:nvCxnSpPr>
          <p:spPr>
            <a:xfrm flipV="1">
              <a:off x="3016025" y="1901478"/>
              <a:ext cx="1489800" cy="226094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4" name="Google Shape;762;p27"/>
            <p:cNvCxnSpPr>
              <a:stCxn id="38" idx="5"/>
              <a:endCxn id="23" idx="2"/>
            </p:cNvCxnSpPr>
            <p:nvPr/>
          </p:nvCxnSpPr>
          <p:spPr>
            <a:xfrm flipV="1">
              <a:off x="3016025" y="2704617"/>
              <a:ext cx="1489800" cy="145780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" name="Google Shape;763;p27"/>
            <p:cNvCxnSpPr>
              <a:stCxn id="38" idx="5"/>
              <a:endCxn id="24" idx="2"/>
            </p:cNvCxnSpPr>
            <p:nvPr/>
          </p:nvCxnSpPr>
          <p:spPr>
            <a:xfrm flipV="1">
              <a:off x="3016025" y="3503883"/>
              <a:ext cx="1489800" cy="65854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" name="Google Shape;764;p27"/>
            <p:cNvCxnSpPr>
              <a:stCxn id="38" idx="5"/>
              <a:endCxn id="25" idx="2"/>
            </p:cNvCxnSpPr>
            <p:nvPr/>
          </p:nvCxnSpPr>
          <p:spPr>
            <a:xfrm>
              <a:off x="3016025" y="4162426"/>
              <a:ext cx="1489800" cy="14072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9" name="Google Shape;725;p27"/>
            <p:cNvSpPr/>
            <p:nvPr/>
          </p:nvSpPr>
          <p:spPr>
            <a:xfrm>
              <a:off x="4505825" y="4796565"/>
              <a:ext cx="593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 dirty="0">
                <a:solidFill>
                  <a:srgbClr val="000000"/>
                </a:solidFill>
              </a:endParaRPr>
            </a:p>
          </p:txBody>
        </p:sp>
        <p:cxnSp>
          <p:nvCxnSpPr>
            <p:cNvPr id="129" name="直接箭头连接符 128"/>
            <p:cNvCxnSpPr>
              <a:stCxn id="8" idx="5"/>
              <a:endCxn id="109" idx="2"/>
            </p:cNvCxnSpPr>
            <p:nvPr/>
          </p:nvCxnSpPr>
          <p:spPr>
            <a:xfrm>
              <a:off x="3016025" y="2623077"/>
              <a:ext cx="1489800" cy="2479338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/>
            <p:cNvCxnSpPr>
              <a:stCxn id="9" idx="4"/>
              <a:endCxn id="109" idx="2"/>
            </p:cNvCxnSpPr>
            <p:nvPr/>
          </p:nvCxnSpPr>
          <p:spPr>
            <a:xfrm>
              <a:off x="2987918" y="2900581"/>
              <a:ext cx="1517907" cy="2201834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/>
            <p:cNvCxnSpPr>
              <a:stCxn id="10" idx="5"/>
              <a:endCxn id="109" idx="2"/>
            </p:cNvCxnSpPr>
            <p:nvPr/>
          </p:nvCxnSpPr>
          <p:spPr>
            <a:xfrm>
              <a:off x="3016025" y="3158051"/>
              <a:ext cx="1489800" cy="1944364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/>
            <p:cNvCxnSpPr>
              <a:stCxn id="35" idx="1"/>
              <a:endCxn id="109" idx="2"/>
            </p:cNvCxnSpPr>
            <p:nvPr/>
          </p:nvCxnSpPr>
          <p:spPr>
            <a:xfrm>
              <a:off x="2959811" y="3377186"/>
              <a:ext cx="1546014" cy="1725229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/>
            <p:cNvCxnSpPr>
              <a:stCxn id="36" idx="0"/>
              <a:endCxn id="109" idx="2"/>
            </p:cNvCxnSpPr>
            <p:nvPr/>
          </p:nvCxnSpPr>
          <p:spPr>
            <a:xfrm>
              <a:off x="2987918" y="3634656"/>
              <a:ext cx="1517907" cy="1467759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/>
            <p:cNvCxnSpPr>
              <a:stCxn id="37" idx="0"/>
              <a:endCxn id="109" idx="2"/>
            </p:cNvCxnSpPr>
            <p:nvPr/>
          </p:nvCxnSpPr>
          <p:spPr>
            <a:xfrm>
              <a:off x="2987918" y="3902143"/>
              <a:ext cx="1517907" cy="1200272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/>
            <p:cNvCxnSpPr>
              <a:stCxn id="38" idx="5"/>
              <a:endCxn id="109" idx="2"/>
            </p:cNvCxnSpPr>
            <p:nvPr/>
          </p:nvCxnSpPr>
          <p:spPr>
            <a:xfrm>
              <a:off x="3016025" y="4162426"/>
              <a:ext cx="1489800" cy="939989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Google Shape;709;p27">
              <a:extLst>
                <a:ext uri="{FF2B5EF4-FFF2-40B4-BE49-F238E27FC236}">
                  <a16:creationId xmlns:a16="http://schemas.microsoft.com/office/drawing/2014/main" id="{35B43525-8651-2934-62D2-E07DABB03C87}"/>
                </a:ext>
              </a:extLst>
            </p:cNvPr>
            <p:cNvSpPr/>
            <p:nvPr/>
          </p:nvSpPr>
          <p:spPr>
            <a:xfrm>
              <a:off x="6793597" y="3225033"/>
              <a:ext cx="538800" cy="557700"/>
            </a:xfrm>
            <a:prstGeom prst="ellipse">
              <a:avLst/>
            </a:prstGeom>
            <a:gradFill>
              <a:gsLst>
                <a:gs pos="0">
                  <a:srgbClr val="E9BFC6">
                    <a:alpha val="78824"/>
                  </a:srgbClr>
                </a:gs>
                <a:gs pos="100000">
                  <a:srgbClr val="FFCC99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algn="ctr">
                <a:buSzPts val="1100"/>
              </a:pPr>
              <a:r>
                <a:rPr lang="en-GB" altLang="zh-CN" sz="1200" b="1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Ŷ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206" name="Google Shape;725;p27">
              <a:extLst>
                <a:ext uri="{FF2B5EF4-FFF2-40B4-BE49-F238E27FC236}">
                  <a16:creationId xmlns:a16="http://schemas.microsoft.com/office/drawing/2014/main" id="{9F235B91-0DB2-3284-D547-11D170AF5B24}"/>
                </a:ext>
              </a:extLst>
            </p:cNvPr>
            <p:cNvSpPr/>
            <p:nvPr/>
          </p:nvSpPr>
          <p:spPr>
            <a:xfrm>
              <a:off x="5699075" y="2398767"/>
              <a:ext cx="593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 dirty="0">
                <a:solidFill>
                  <a:srgbClr val="000000"/>
                </a:solidFill>
              </a:endParaRPr>
            </a:p>
          </p:txBody>
        </p:sp>
        <p:sp>
          <p:nvSpPr>
            <p:cNvPr id="207" name="Google Shape;726;p27">
              <a:extLst>
                <a:ext uri="{FF2B5EF4-FFF2-40B4-BE49-F238E27FC236}">
                  <a16:creationId xmlns:a16="http://schemas.microsoft.com/office/drawing/2014/main" id="{C51BAC36-221A-3273-0A3D-727E2A1CC2A3}"/>
                </a:ext>
              </a:extLst>
            </p:cNvPr>
            <p:cNvSpPr/>
            <p:nvPr/>
          </p:nvSpPr>
          <p:spPr>
            <a:xfrm>
              <a:off x="5699075" y="3198033"/>
              <a:ext cx="593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 dirty="0">
                <a:solidFill>
                  <a:srgbClr val="000000"/>
                </a:solidFill>
              </a:endParaRPr>
            </a:p>
          </p:txBody>
        </p:sp>
        <p:sp>
          <p:nvSpPr>
            <p:cNvPr id="208" name="Google Shape;727;p27">
              <a:extLst>
                <a:ext uri="{FF2B5EF4-FFF2-40B4-BE49-F238E27FC236}">
                  <a16:creationId xmlns:a16="http://schemas.microsoft.com/office/drawing/2014/main" id="{7B1F3067-BF2C-2C87-2169-6823651E841B}"/>
                </a:ext>
              </a:extLst>
            </p:cNvPr>
            <p:cNvSpPr/>
            <p:nvPr/>
          </p:nvSpPr>
          <p:spPr>
            <a:xfrm>
              <a:off x="5699075" y="3997299"/>
              <a:ext cx="587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100" dirty="0">
                <a:solidFill>
                  <a:srgbClr val="000000"/>
                </a:solidFill>
              </a:endParaRPr>
            </a:p>
          </p:txBody>
        </p: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CF1415A5-5B69-3031-DBFA-9C8DBD64D24E}"/>
                </a:ext>
              </a:extLst>
            </p:cNvPr>
            <p:cNvCxnSpPr>
              <a:stCxn id="23" idx="6"/>
              <a:endCxn id="206" idx="2"/>
            </p:cNvCxnSpPr>
            <p:nvPr/>
          </p:nvCxnSpPr>
          <p:spPr>
            <a:xfrm>
              <a:off x="5098925" y="2704617"/>
              <a:ext cx="600150" cy="0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0E364A2F-DF0A-4C06-603F-55D60EE0827F}"/>
                </a:ext>
              </a:extLst>
            </p:cNvPr>
            <p:cNvCxnSpPr>
              <a:stCxn id="23" idx="6"/>
              <a:endCxn id="207" idx="2"/>
            </p:cNvCxnSpPr>
            <p:nvPr/>
          </p:nvCxnSpPr>
          <p:spPr>
            <a:xfrm>
              <a:off x="5098925" y="2704617"/>
              <a:ext cx="600150" cy="799266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FCE48BEA-BDA7-5715-97C9-B4EA29618CC1}"/>
                </a:ext>
              </a:extLst>
            </p:cNvPr>
            <p:cNvCxnSpPr>
              <a:cxnSpLocks/>
              <a:endCxn id="208" idx="2"/>
            </p:cNvCxnSpPr>
            <p:nvPr/>
          </p:nvCxnSpPr>
          <p:spPr>
            <a:xfrm>
              <a:off x="5091875" y="2686231"/>
              <a:ext cx="607200" cy="1616918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4C602376-08D6-3765-D0E5-82A287894B14}"/>
                </a:ext>
              </a:extLst>
            </p:cNvPr>
            <p:cNvCxnSpPr>
              <a:cxnSpLocks/>
              <a:endCxn id="206" idx="2"/>
            </p:cNvCxnSpPr>
            <p:nvPr/>
          </p:nvCxnSpPr>
          <p:spPr>
            <a:xfrm>
              <a:off x="5098925" y="1901478"/>
              <a:ext cx="600150" cy="803139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70B7C37B-B23D-ADD5-3345-F00E9FE92C39}"/>
                </a:ext>
              </a:extLst>
            </p:cNvPr>
            <p:cNvCxnSpPr>
              <a:cxnSpLocks/>
              <a:endCxn id="207" idx="2"/>
            </p:cNvCxnSpPr>
            <p:nvPr/>
          </p:nvCxnSpPr>
          <p:spPr>
            <a:xfrm>
              <a:off x="5084825" y="1887374"/>
              <a:ext cx="614250" cy="1616509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8BF8A6B7-F15E-6AE9-212F-5E6446C57021}"/>
                </a:ext>
              </a:extLst>
            </p:cNvPr>
            <p:cNvCxnSpPr>
              <a:cxnSpLocks/>
              <a:endCxn id="208" idx="2"/>
            </p:cNvCxnSpPr>
            <p:nvPr/>
          </p:nvCxnSpPr>
          <p:spPr>
            <a:xfrm>
              <a:off x="5096450" y="1917339"/>
              <a:ext cx="602625" cy="2385810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A47E77E0-456D-A09D-42D3-D67298EC91C1}"/>
                </a:ext>
              </a:extLst>
            </p:cNvPr>
            <p:cNvCxnSpPr>
              <a:cxnSpLocks/>
              <a:endCxn id="206" idx="2"/>
            </p:cNvCxnSpPr>
            <p:nvPr/>
          </p:nvCxnSpPr>
          <p:spPr>
            <a:xfrm flipV="1">
              <a:off x="5105975" y="2704617"/>
              <a:ext cx="593100" cy="879124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箭头连接符 222">
              <a:extLst>
                <a:ext uri="{FF2B5EF4-FFF2-40B4-BE49-F238E27FC236}">
                  <a16:creationId xmlns:a16="http://schemas.microsoft.com/office/drawing/2014/main" id="{1D414522-409B-C99A-2F89-6237B08FA101}"/>
                </a:ext>
              </a:extLst>
            </p:cNvPr>
            <p:cNvCxnSpPr>
              <a:cxnSpLocks/>
              <a:endCxn id="207" idx="2"/>
            </p:cNvCxnSpPr>
            <p:nvPr/>
          </p:nvCxnSpPr>
          <p:spPr>
            <a:xfrm flipV="1">
              <a:off x="5113025" y="3503883"/>
              <a:ext cx="586050" cy="94578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45558A1B-027D-B32B-1588-4CD2C893D10C}"/>
                </a:ext>
              </a:extLst>
            </p:cNvPr>
            <p:cNvCxnSpPr>
              <a:cxnSpLocks/>
              <a:endCxn id="208" idx="2"/>
            </p:cNvCxnSpPr>
            <p:nvPr/>
          </p:nvCxnSpPr>
          <p:spPr>
            <a:xfrm>
              <a:off x="5139450" y="3609518"/>
              <a:ext cx="559625" cy="693631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箭头连接符 226">
              <a:extLst>
                <a:ext uri="{FF2B5EF4-FFF2-40B4-BE49-F238E27FC236}">
                  <a16:creationId xmlns:a16="http://schemas.microsoft.com/office/drawing/2014/main" id="{DA46BBB4-92C2-1070-7523-D1642CDFB112}"/>
                </a:ext>
              </a:extLst>
            </p:cNvPr>
            <p:cNvCxnSpPr>
              <a:cxnSpLocks/>
              <a:endCxn id="206" idx="2"/>
            </p:cNvCxnSpPr>
            <p:nvPr/>
          </p:nvCxnSpPr>
          <p:spPr>
            <a:xfrm flipV="1">
              <a:off x="5084825" y="2704617"/>
              <a:ext cx="614250" cy="1557565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153CF970-DD0C-899F-2DD5-992F7DA69F57}"/>
                </a:ext>
              </a:extLst>
            </p:cNvPr>
            <p:cNvCxnSpPr>
              <a:cxnSpLocks/>
              <a:endCxn id="207" idx="2"/>
            </p:cNvCxnSpPr>
            <p:nvPr/>
          </p:nvCxnSpPr>
          <p:spPr>
            <a:xfrm flipV="1">
              <a:off x="5091875" y="3503883"/>
              <a:ext cx="607200" cy="789568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7C263C16-BABF-E7A8-E352-586C25DC1258}"/>
                </a:ext>
              </a:extLst>
            </p:cNvPr>
            <p:cNvCxnSpPr>
              <a:cxnSpLocks/>
              <a:endCxn id="208" idx="2"/>
            </p:cNvCxnSpPr>
            <p:nvPr/>
          </p:nvCxnSpPr>
          <p:spPr>
            <a:xfrm flipV="1">
              <a:off x="5098400" y="4303149"/>
              <a:ext cx="600675" cy="27978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DE488891-E221-62A8-4FEE-2AB586B33F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5712" y="2564694"/>
              <a:ext cx="593363" cy="2541882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58C3E94D-DCFF-C115-3793-3554F503DF5A}"/>
                </a:ext>
              </a:extLst>
            </p:cNvPr>
            <p:cNvCxnSpPr>
              <a:cxnSpLocks/>
              <a:endCxn id="207" idx="2"/>
            </p:cNvCxnSpPr>
            <p:nvPr/>
          </p:nvCxnSpPr>
          <p:spPr>
            <a:xfrm flipV="1">
              <a:off x="5119163" y="3503883"/>
              <a:ext cx="579912" cy="1614592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箭头连接符 236">
              <a:extLst>
                <a:ext uri="{FF2B5EF4-FFF2-40B4-BE49-F238E27FC236}">
                  <a16:creationId xmlns:a16="http://schemas.microsoft.com/office/drawing/2014/main" id="{A5FE3E41-EAFE-1186-A83C-11E1F7DF019C}"/>
                </a:ext>
              </a:extLst>
            </p:cNvPr>
            <p:cNvCxnSpPr>
              <a:cxnSpLocks/>
              <a:endCxn id="208" idx="2"/>
            </p:cNvCxnSpPr>
            <p:nvPr/>
          </p:nvCxnSpPr>
          <p:spPr>
            <a:xfrm flipV="1">
              <a:off x="5132614" y="4303149"/>
              <a:ext cx="566461" cy="827780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箭头连接符 238">
              <a:extLst>
                <a:ext uri="{FF2B5EF4-FFF2-40B4-BE49-F238E27FC236}">
                  <a16:creationId xmlns:a16="http://schemas.microsoft.com/office/drawing/2014/main" id="{41F53249-C4E4-85CA-1F7F-F41B2C8F3762}"/>
                </a:ext>
              </a:extLst>
            </p:cNvPr>
            <p:cNvCxnSpPr>
              <a:cxnSpLocks/>
              <a:endCxn id="152" idx="2"/>
            </p:cNvCxnSpPr>
            <p:nvPr/>
          </p:nvCxnSpPr>
          <p:spPr>
            <a:xfrm>
              <a:off x="6299987" y="2732298"/>
              <a:ext cx="493610" cy="771585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85152E92-0612-010B-647C-C3927C0FD889}"/>
                </a:ext>
              </a:extLst>
            </p:cNvPr>
            <p:cNvCxnSpPr>
              <a:cxnSpLocks/>
              <a:endCxn id="152" idx="2"/>
            </p:cNvCxnSpPr>
            <p:nvPr/>
          </p:nvCxnSpPr>
          <p:spPr>
            <a:xfrm>
              <a:off x="6275767" y="3457215"/>
              <a:ext cx="517830" cy="46668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0055FC77-5EEA-71EF-B8B8-014E4C4BECBB}"/>
                </a:ext>
              </a:extLst>
            </p:cNvPr>
            <p:cNvCxnSpPr>
              <a:cxnSpLocks/>
              <a:endCxn id="152" idx="2"/>
            </p:cNvCxnSpPr>
            <p:nvPr/>
          </p:nvCxnSpPr>
          <p:spPr>
            <a:xfrm flipV="1">
              <a:off x="6305152" y="3503883"/>
              <a:ext cx="488445" cy="793390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39FA-8D96-21E2-4517-6A69237AC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6D4DCA88-A7CD-E84D-8246-CC66C74B492B}"/>
              </a:ext>
            </a:extLst>
          </p:cNvPr>
          <p:cNvGrpSpPr/>
          <p:nvPr/>
        </p:nvGrpSpPr>
        <p:grpSpPr>
          <a:xfrm>
            <a:off x="2072832" y="760053"/>
            <a:ext cx="5190293" cy="4648212"/>
            <a:chOff x="2072832" y="760053"/>
            <a:chExt cx="5190293" cy="4648212"/>
          </a:xfrm>
        </p:grpSpPr>
        <p:sp>
          <p:nvSpPr>
            <p:cNvPr id="4" name="Google Shape;702;p27">
              <a:extLst>
                <a:ext uri="{FF2B5EF4-FFF2-40B4-BE49-F238E27FC236}">
                  <a16:creationId xmlns:a16="http://schemas.microsoft.com/office/drawing/2014/main" id="{4551F4D7-5056-241F-EE89-AAB2B9AE2DDD}"/>
                </a:ext>
              </a:extLst>
            </p:cNvPr>
            <p:cNvSpPr txBox="1"/>
            <p:nvPr/>
          </p:nvSpPr>
          <p:spPr>
            <a:xfrm>
              <a:off x="2072832" y="941967"/>
              <a:ext cx="1398600" cy="376200"/>
            </a:xfrm>
            <a:prstGeom prst="rect">
              <a:avLst/>
            </a:prstGeom>
            <a:noFill/>
            <a:ln w="9525" cap="flat" cmpd="sng">
              <a:solidFill>
                <a:srgbClr val="CFE2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Input Layer</a:t>
              </a:r>
              <a:endParaRPr dirty="0">
                <a:latin typeface="Times New Roman" panose="02020603050405020304" pitchFamily="18" charset="0"/>
                <a:ea typeface="Consolas" panose="020B0609020204030204"/>
                <a:cs typeface="Times New Roman" panose="02020603050405020304" pitchFamily="18" charset="0"/>
                <a:sym typeface="Consolas" panose="020B0609020204030204"/>
              </a:endParaRPr>
            </a:p>
          </p:txBody>
        </p:sp>
        <p:sp>
          <p:nvSpPr>
            <p:cNvPr id="5" name="Google Shape;703;p27">
              <a:extLst>
                <a:ext uri="{FF2B5EF4-FFF2-40B4-BE49-F238E27FC236}">
                  <a16:creationId xmlns:a16="http://schemas.microsoft.com/office/drawing/2014/main" id="{887F0DE7-C068-30BD-2EBE-2770594BC50A}"/>
                </a:ext>
              </a:extLst>
            </p:cNvPr>
            <p:cNvSpPr txBox="1"/>
            <p:nvPr/>
          </p:nvSpPr>
          <p:spPr>
            <a:xfrm>
              <a:off x="3558032" y="760053"/>
              <a:ext cx="2383390" cy="676571"/>
            </a:xfrm>
            <a:prstGeom prst="rect">
              <a:avLst/>
            </a:prstGeom>
            <a:noFill/>
            <a:ln w="9525" cap="flat" cmpd="sng">
              <a:solidFill>
                <a:srgbClr val="CFE2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Hidden Layers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(</a:t>
              </a:r>
              <a:r>
                <a:rPr lang="en-GB" b="1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5 neurons</a:t>
              </a: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)</a:t>
              </a:r>
              <a:endParaRPr dirty="0">
                <a:latin typeface="Times New Roman" panose="02020603050405020304" pitchFamily="18" charset="0"/>
                <a:ea typeface="Consolas" panose="020B0609020204030204"/>
                <a:cs typeface="Times New Roman" panose="02020603050405020304" pitchFamily="18" charset="0"/>
                <a:sym typeface="Consolas" panose="020B0609020204030204"/>
              </a:endParaRPr>
            </a:p>
          </p:txBody>
        </p:sp>
        <p:sp>
          <p:nvSpPr>
            <p:cNvPr id="6" name="Google Shape;704;p27">
              <a:extLst>
                <a:ext uri="{FF2B5EF4-FFF2-40B4-BE49-F238E27FC236}">
                  <a16:creationId xmlns:a16="http://schemas.microsoft.com/office/drawing/2014/main" id="{C1077A41-02FF-053D-3C28-69A1BEA3C691}"/>
                </a:ext>
              </a:extLst>
            </p:cNvPr>
            <p:cNvSpPr txBox="1"/>
            <p:nvPr/>
          </p:nvSpPr>
          <p:spPr>
            <a:xfrm>
              <a:off x="6043925" y="941967"/>
              <a:ext cx="1219200" cy="376200"/>
            </a:xfrm>
            <a:prstGeom prst="rect">
              <a:avLst/>
            </a:prstGeom>
            <a:noFill/>
            <a:ln w="9525" cap="flat" cmpd="sng">
              <a:solidFill>
                <a:srgbClr val="CFE2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Output Layer</a:t>
              </a:r>
              <a:endParaRPr dirty="0">
                <a:latin typeface="Times New Roman" panose="02020603050405020304" pitchFamily="18" charset="0"/>
                <a:ea typeface="Consolas" panose="020B0609020204030204"/>
                <a:cs typeface="Times New Roman" panose="02020603050405020304" pitchFamily="18" charset="0"/>
                <a:sym typeface="Consolas" panose="020B0609020204030204"/>
              </a:endParaRPr>
            </a:p>
          </p:txBody>
        </p:sp>
        <p:sp>
          <p:nvSpPr>
            <p:cNvPr id="8" name="Google Shape;706;p27">
              <a:extLst>
                <a:ext uri="{FF2B5EF4-FFF2-40B4-BE49-F238E27FC236}">
                  <a16:creationId xmlns:a16="http://schemas.microsoft.com/office/drawing/2014/main" id="{ED5DD84A-C7FC-E459-5200-A0AF5AF2EAD3}"/>
                </a:ext>
              </a:extLst>
            </p:cNvPr>
            <p:cNvSpPr/>
            <p:nvPr/>
          </p:nvSpPr>
          <p:spPr>
            <a:xfrm>
              <a:off x="2948168" y="2564694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7;p27">
              <a:extLst>
                <a:ext uri="{FF2B5EF4-FFF2-40B4-BE49-F238E27FC236}">
                  <a16:creationId xmlns:a16="http://schemas.microsoft.com/office/drawing/2014/main" id="{00610C54-2110-87AC-60C4-92C4F2D5A99A}"/>
                </a:ext>
              </a:extLst>
            </p:cNvPr>
            <p:cNvSpPr/>
            <p:nvPr/>
          </p:nvSpPr>
          <p:spPr>
            <a:xfrm>
              <a:off x="2948168" y="2832181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08;p27">
              <a:extLst>
                <a:ext uri="{FF2B5EF4-FFF2-40B4-BE49-F238E27FC236}">
                  <a16:creationId xmlns:a16="http://schemas.microsoft.com/office/drawing/2014/main" id="{F35E5552-8F0F-A0F7-2856-049723D820B7}"/>
                </a:ext>
              </a:extLst>
            </p:cNvPr>
            <p:cNvSpPr/>
            <p:nvPr/>
          </p:nvSpPr>
          <p:spPr>
            <a:xfrm>
              <a:off x="2948168" y="3099668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5;p27">
              <a:extLst>
                <a:ext uri="{FF2B5EF4-FFF2-40B4-BE49-F238E27FC236}">
                  <a16:creationId xmlns:a16="http://schemas.microsoft.com/office/drawing/2014/main" id="{D46A8D71-7E46-41F7-D2AC-82EAD28C597E}"/>
                </a:ext>
              </a:extLst>
            </p:cNvPr>
            <p:cNvSpPr txBox="1"/>
            <p:nvPr/>
          </p:nvSpPr>
          <p:spPr>
            <a:xfrm>
              <a:off x="2475406" y="3025169"/>
              <a:ext cx="452100" cy="376200"/>
            </a:xfrm>
            <a:prstGeom prst="rect">
              <a:avLst/>
            </a:prstGeom>
            <a:noFill/>
            <a:ln w="9525" cap="flat" cmpd="sng">
              <a:solidFill>
                <a:srgbClr val="0097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X</a:t>
              </a:r>
              <a:endParaRPr b="1">
                <a:latin typeface="Times New Roman" panose="02020603050405020304" pitchFamily="18" charset="0"/>
                <a:ea typeface="Consolas" panose="020B0609020204030204"/>
                <a:cs typeface="Times New Roman" panose="02020603050405020304" pitchFamily="18" charset="0"/>
                <a:sym typeface="Consolas" panose="020B0609020204030204"/>
              </a:endParaRPr>
            </a:p>
          </p:txBody>
        </p:sp>
        <p:sp>
          <p:nvSpPr>
            <p:cNvPr id="22" name="Google Shape;723;p27">
              <a:extLst>
                <a:ext uri="{FF2B5EF4-FFF2-40B4-BE49-F238E27FC236}">
                  <a16:creationId xmlns:a16="http://schemas.microsoft.com/office/drawing/2014/main" id="{8BF90059-B248-548D-7CFD-5B668C4F329A}"/>
                </a:ext>
              </a:extLst>
            </p:cNvPr>
            <p:cNvSpPr/>
            <p:nvPr/>
          </p:nvSpPr>
          <p:spPr>
            <a:xfrm>
              <a:off x="4505825" y="1591755"/>
              <a:ext cx="593100" cy="619446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200" baseline="-25000" dirty="0"/>
            </a:p>
          </p:txBody>
        </p:sp>
        <p:sp>
          <p:nvSpPr>
            <p:cNvPr id="23" name="Google Shape;725;p27">
              <a:extLst>
                <a:ext uri="{FF2B5EF4-FFF2-40B4-BE49-F238E27FC236}">
                  <a16:creationId xmlns:a16="http://schemas.microsoft.com/office/drawing/2014/main" id="{5B9C9FAC-6D6D-9DFF-49B9-EF36ADE0800F}"/>
                </a:ext>
              </a:extLst>
            </p:cNvPr>
            <p:cNvSpPr/>
            <p:nvPr/>
          </p:nvSpPr>
          <p:spPr>
            <a:xfrm>
              <a:off x="4505825" y="2398767"/>
              <a:ext cx="593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 dirty="0">
                <a:solidFill>
                  <a:srgbClr val="000000"/>
                </a:solidFill>
              </a:endParaRPr>
            </a:p>
          </p:txBody>
        </p:sp>
        <p:sp>
          <p:nvSpPr>
            <p:cNvPr id="24" name="Google Shape;726;p27">
              <a:extLst>
                <a:ext uri="{FF2B5EF4-FFF2-40B4-BE49-F238E27FC236}">
                  <a16:creationId xmlns:a16="http://schemas.microsoft.com/office/drawing/2014/main" id="{CF19AC78-7E05-C563-A430-AD2D0557BC74}"/>
                </a:ext>
              </a:extLst>
            </p:cNvPr>
            <p:cNvSpPr/>
            <p:nvPr/>
          </p:nvSpPr>
          <p:spPr>
            <a:xfrm>
              <a:off x="4505825" y="3198033"/>
              <a:ext cx="593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 dirty="0">
                <a:solidFill>
                  <a:srgbClr val="000000"/>
                </a:solidFill>
              </a:endParaRPr>
            </a:p>
          </p:txBody>
        </p:sp>
        <p:sp>
          <p:nvSpPr>
            <p:cNvPr id="25" name="Google Shape;727;p27">
              <a:extLst>
                <a:ext uri="{FF2B5EF4-FFF2-40B4-BE49-F238E27FC236}">
                  <a16:creationId xmlns:a16="http://schemas.microsoft.com/office/drawing/2014/main" id="{276B4477-8587-0693-CD36-87E0518E60FD}"/>
                </a:ext>
              </a:extLst>
            </p:cNvPr>
            <p:cNvSpPr/>
            <p:nvPr/>
          </p:nvSpPr>
          <p:spPr>
            <a:xfrm>
              <a:off x="4505825" y="3997299"/>
              <a:ext cx="587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100" dirty="0">
                <a:solidFill>
                  <a:srgbClr val="000000"/>
                </a:solidFill>
              </a:endParaRPr>
            </a:p>
          </p:txBody>
        </p:sp>
        <p:sp>
          <p:nvSpPr>
            <p:cNvPr id="35" name="Google Shape;733;p27">
              <a:extLst>
                <a:ext uri="{FF2B5EF4-FFF2-40B4-BE49-F238E27FC236}">
                  <a16:creationId xmlns:a16="http://schemas.microsoft.com/office/drawing/2014/main" id="{25871EB7-946E-D3FF-8182-E3E1A53D391A}"/>
                </a:ext>
              </a:extLst>
            </p:cNvPr>
            <p:cNvSpPr/>
            <p:nvPr/>
          </p:nvSpPr>
          <p:spPr>
            <a:xfrm>
              <a:off x="2948168" y="3367169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34;p27">
              <a:extLst>
                <a:ext uri="{FF2B5EF4-FFF2-40B4-BE49-F238E27FC236}">
                  <a16:creationId xmlns:a16="http://schemas.microsoft.com/office/drawing/2014/main" id="{6A558B4D-0CF3-3C8E-4F65-57615DFE1A02}"/>
                </a:ext>
              </a:extLst>
            </p:cNvPr>
            <p:cNvSpPr/>
            <p:nvPr/>
          </p:nvSpPr>
          <p:spPr>
            <a:xfrm>
              <a:off x="2948168" y="3634656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35;p27">
              <a:extLst>
                <a:ext uri="{FF2B5EF4-FFF2-40B4-BE49-F238E27FC236}">
                  <a16:creationId xmlns:a16="http://schemas.microsoft.com/office/drawing/2014/main" id="{8927FC16-39BB-9EE7-E0FA-B02655E5A0AF}"/>
                </a:ext>
              </a:extLst>
            </p:cNvPr>
            <p:cNvSpPr/>
            <p:nvPr/>
          </p:nvSpPr>
          <p:spPr>
            <a:xfrm>
              <a:off x="2948168" y="3902143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36;p27">
              <a:extLst>
                <a:ext uri="{FF2B5EF4-FFF2-40B4-BE49-F238E27FC236}">
                  <a16:creationId xmlns:a16="http://schemas.microsoft.com/office/drawing/2014/main" id="{BD3E4335-4288-87BF-E2E2-38AA6D3BCBA6}"/>
                </a:ext>
              </a:extLst>
            </p:cNvPr>
            <p:cNvSpPr/>
            <p:nvPr/>
          </p:nvSpPr>
          <p:spPr>
            <a:xfrm>
              <a:off x="2948168" y="4104043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737;p27">
              <a:extLst>
                <a:ext uri="{FF2B5EF4-FFF2-40B4-BE49-F238E27FC236}">
                  <a16:creationId xmlns:a16="http://schemas.microsoft.com/office/drawing/2014/main" id="{4F29D509-EA51-541B-A667-C9146A82F86A}"/>
                </a:ext>
              </a:extLst>
            </p:cNvPr>
            <p:cNvCxnSpPr>
              <a:cxnSpLocks/>
              <a:stCxn id="8" idx="6"/>
              <a:endCxn id="22" idx="2"/>
            </p:cNvCxnSpPr>
            <p:nvPr/>
          </p:nvCxnSpPr>
          <p:spPr>
            <a:xfrm flipV="1">
              <a:off x="3027668" y="1901478"/>
              <a:ext cx="1478157" cy="69741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738;p27">
              <a:extLst>
                <a:ext uri="{FF2B5EF4-FFF2-40B4-BE49-F238E27FC236}">
                  <a16:creationId xmlns:a16="http://schemas.microsoft.com/office/drawing/2014/main" id="{F25D66A6-1533-AFE6-B5CE-FD635CCA1D45}"/>
                </a:ext>
              </a:extLst>
            </p:cNvPr>
            <p:cNvCxnSpPr>
              <a:stCxn id="8" idx="5"/>
              <a:endCxn id="23" idx="2"/>
            </p:cNvCxnSpPr>
            <p:nvPr/>
          </p:nvCxnSpPr>
          <p:spPr>
            <a:xfrm>
              <a:off x="3016025" y="2623077"/>
              <a:ext cx="1489800" cy="8154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Google Shape;739;p27">
              <a:extLst>
                <a:ext uri="{FF2B5EF4-FFF2-40B4-BE49-F238E27FC236}">
                  <a16:creationId xmlns:a16="http://schemas.microsoft.com/office/drawing/2014/main" id="{02B50F0B-1200-3906-56C7-75204D8C0264}"/>
                </a:ext>
              </a:extLst>
            </p:cNvPr>
            <p:cNvCxnSpPr>
              <a:stCxn id="8" idx="5"/>
              <a:endCxn id="24" idx="2"/>
            </p:cNvCxnSpPr>
            <p:nvPr/>
          </p:nvCxnSpPr>
          <p:spPr>
            <a:xfrm>
              <a:off x="3016025" y="2623077"/>
              <a:ext cx="1489800" cy="88080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740;p27">
              <a:extLst>
                <a:ext uri="{FF2B5EF4-FFF2-40B4-BE49-F238E27FC236}">
                  <a16:creationId xmlns:a16="http://schemas.microsoft.com/office/drawing/2014/main" id="{BB2507B4-A60D-C46D-AA54-30B8DF6B2190}"/>
                </a:ext>
              </a:extLst>
            </p:cNvPr>
            <p:cNvCxnSpPr>
              <a:stCxn id="8" idx="5"/>
              <a:endCxn id="25" idx="2"/>
            </p:cNvCxnSpPr>
            <p:nvPr/>
          </p:nvCxnSpPr>
          <p:spPr>
            <a:xfrm>
              <a:off x="3016025" y="2623077"/>
              <a:ext cx="1489800" cy="168007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" name="Google Shape;741;p27">
              <a:extLst>
                <a:ext uri="{FF2B5EF4-FFF2-40B4-BE49-F238E27FC236}">
                  <a16:creationId xmlns:a16="http://schemas.microsoft.com/office/drawing/2014/main" id="{CF73C898-F4A2-D124-15E2-77A1A9EA2868}"/>
                </a:ext>
              </a:extLst>
            </p:cNvPr>
            <p:cNvCxnSpPr>
              <a:cxnSpLocks/>
              <a:stCxn id="9" idx="5"/>
              <a:endCxn id="22" idx="2"/>
            </p:cNvCxnSpPr>
            <p:nvPr/>
          </p:nvCxnSpPr>
          <p:spPr>
            <a:xfrm flipV="1">
              <a:off x="3016025" y="1901478"/>
              <a:ext cx="1489800" cy="98908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Google Shape;742;p27">
              <a:extLst>
                <a:ext uri="{FF2B5EF4-FFF2-40B4-BE49-F238E27FC236}">
                  <a16:creationId xmlns:a16="http://schemas.microsoft.com/office/drawing/2014/main" id="{FDB00CF9-C501-8E1F-4DD6-A0BF0302E548}"/>
                </a:ext>
              </a:extLst>
            </p:cNvPr>
            <p:cNvCxnSpPr>
              <a:stCxn id="9" idx="5"/>
              <a:endCxn id="24" idx="2"/>
            </p:cNvCxnSpPr>
            <p:nvPr/>
          </p:nvCxnSpPr>
          <p:spPr>
            <a:xfrm>
              <a:off x="3016025" y="2890564"/>
              <a:ext cx="1489800" cy="61331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" name="Google Shape;743;p27">
              <a:extLst>
                <a:ext uri="{FF2B5EF4-FFF2-40B4-BE49-F238E27FC236}">
                  <a16:creationId xmlns:a16="http://schemas.microsoft.com/office/drawing/2014/main" id="{ECB28281-B289-47B6-AEBC-1C4C64455B89}"/>
                </a:ext>
              </a:extLst>
            </p:cNvPr>
            <p:cNvCxnSpPr>
              <a:stCxn id="9" idx="6"/>
              <a:endCxn id="23" idx="2"/>
            </p:cNvCxnSpPr>
            <p:nvPr/>
          </p:nvCxnSpPr>
          <p:spPr>
            <a:xfrm flipV="1">
              <a:off x="3027668" y="2704617"/>
              <a:ext cx="1478157" cy="16176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6" name="Google Shape;744;p27">
              <a:extLst>
                <a:ext uri="{FF2B5EF4-FFF2-40B4-BE49-F238E27FC236}">
                  <a16:creationId xmlns:a16="http://schemas.microsoft.com/office/drawing/2014/main" id="{F62AFD8F-810D-B3FE-4AB7-75571A74A3BD}"/>
                </a:ext>
              </a:extLst>
            </p:cNvPr>
            <p:cNvCxnSpPr>
              <a:stCxn id="9" idx="6"/>
              <a:endCxn id="25" idx="2"/>
            </p:cNvCxnSpPr>
            <p:nvPr/>
          </p:nvCxnSpPr>
          <p:spPr>
            <a:xfrm>
              <a:off x="3027668" y="2866381"/>
              <a:ext cx="1478157" cy="143676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7" name="Google Shape;745;p27">
              <a:extLst>
                <a:ext uri="{FF2B5EF4-FFF2-40B4-BE49-F238E27FC236}">
                  <a16:creationId xmlns:a16="http://schemas.microsoft.com/office/drawing/2014/main" id="{09910644-1278-F01C-7CC1-A4740F2070A2}"/>
                </a:ext>
              </a:extLst>
            </p:cNvPr>
            <p:cNvCxnSpPr>
              <a:cxnSpLocks/>
              <a:stCxn id="10" idx="4"/>
              <a:endCxn id="22" idx="2"/>
            </p:cNvCxnSpPr>
            <p:nvPr/>
          </p:nvCxnSpPr>
          <p:spPr>
            <a:xfrm flipV="1">
              <a:off x="2987918" y="1901478"/>
              <a:ext cx="1517907" cy="126659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Google Shape;746;p27">
              <a:extLst>
                <a:ext uri="{FF2B5EF4-FFF2-40B4-BE49-F238E27FC236}">
                  <a16:creationId xmlns:a16="http://schemas.microsoft.com/office/drawing/2014/main" id="{4D9830C9-85E9-42C6-58B0-38B0C46C7301}"/>
                </a:ext>
              </a:extLst>
            </p:cNvPr>
            <p:cNvCxnSpPr>
              <a:stCxn id="10" idx="6"/>
              <a:endCxn id="23" idx="2"/>
            </p:cNvCxnSpPr>
            <p:nvPr/>
          </p:nvCxnSpPr>
          <p:spPr>
            <a:xfrm flipV="1">
              <a:off x="3027668" y="2704617"/>
              <a:ext cx="1478157" cy="42925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" name="Google Shape;747;p27">
              <a:extLst>
                <a:ext uri="{FF2B5EF4-FFF2-40B4-BE49-F238E27FC236}">
                  <a16:creationId xmlns:a16="http://schemas.microsoft.com/office/drawing/2014/main" id="{4703AFDE-3A8A-A3EE-4728-6D416B7D474F}"/>
                </a:ext>
              </a:extLst>
            </p:cNvPr>
            <p:cNvCxnSpPr>
              <a:stCxn id="10" idx="6"/>
              <a:endCxn id="24" idx="2"/>
            </p:cNvCxnSpPr>
            <p:nvPr/>
          </p:nvCxnSpPr>
          <p:spPr>
            <a:xfrm>
              <a:off x="3027668" y="3133868"/>
              <a:ext cx="1478157" cy="37001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" name="Google Shape;748;p27">
              <a:extLst>
                <a:ext uri="{FF2B5EF4-FFF2-40B4-BE49-F238E27FC236}">
                  <a16:creationId xmlns:a16="http://schemas.microsoft.com/office/drawing/2014/main" id="{EBE61A64-F6B9-D58C-00E6-7638C1D2B801}"/>
                </a:ext>
              </a:extLst>
            </p:cNvPr>
            <p:cNvCxnSpPr>
              <a:stCxn id="10" idx="5"/>
              <a:endCxn id="25" idx="2"/>
            </p:cNvCxnSpPr>
            <p:nvPr/>
          </p:nvCxnSpPr>
          <p:spPr>
            <a:xfrm>
              <a:off x="3016025" y="3158051"/>
              <a:ext cx="1489800" cy="114509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749;p27">
              <a:extLst>
                <a:ext uri="{FF2B5EF4-FFF2-40B4-BE49-F238E27FC236}">
                  <a16:creationId xmlns:a16="http://schemas.microsoft.com/office/drawing/2014/main" id="{F71B0F33-6B8E-7D88-003C-4D276DC3CD4A}"/>
                </a:ext>
              </a:extLst>
            </p:cNvPr>
            <p:cNvCxnSpPr>
              <a:cxnSpLocks/>
              <a:stCxn id="35" idx="4"/>
              <a:endCxn id="22" idx="2"/>
            </p:cNvCxnSpPr>
            <p:nvPr/>
          </p:nvCxnSpPr>
          <p:spPr>
            <a:xfrm flipV="1">
              <a:off x="2987918" y="1901478"/>
              <a:ext cx="1517907" cy="15340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750;p27">
              <a:extLst>
                <a:ext uri="{FF2B5EF4-FFF2-40B4-BE49-F238E27FC236}">
                  <a16:creationId xmlns:a16="http://schemas.microsoft.com/office/drawing/2014/main" id="{26139B89-B22A-4E30-6063-F56DB156B3FD}"/>
                </a:ext>
              </a:extLst>
            </p:cNvPr>
            <p:cNvCxnSpPr>
              <a:stCxn id="35" idx="5"/>
              <a:endCxn id="23" idx="2"/>
            </p:cNvCxnSpPr>
            <p:nvPr/>
          </p:nvCxnSpPr>
          <p:spPr>
            <a:xfrm flipV="1">
              <a:off x="3016025" y="2704617"/>
              <a:ext cx="1489800" cy="72093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Google Shape;751;p27">
              <a:extLst>
                <a:ext uri="{FF2B5EF4-FFF2-40B4-BE49-F238E27FC236}">
                  <a16:creationId xmlns:a16="http://schemas.microsoft.com/office/drawing/2014/main" id="{E69B3CAC-8126-DB4E-E719-273290F7C95D}"/>
                </a:ext>
              </a:extLst>
            </p:cNvPr>
            <p:cNvCxnSpPr>
              <a:stCxn id="35" idx="6"/>
              <a:endCxn id="24" idx="2"/>
            </p:cNvCxnSpPr>
            <p:nvPr/>
          </p:nvCxnSpPr>
          <p:spPr>
            <a:xfrm>
              <a:off x="3027668" y="3401369"/>
              <a:ext cx="1478157" cy="10251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Google Shape;752;p27">
              <a:extLst>
                <a:ext uri="{FF2B5EF4-FFF2-40B4-BE49-F238E27FC236}">
                  <a16:creationId xmlns:a16="http://schemas.microsoft.com/office/drawing/2014/main" id="{1907E994-7F1E-DEA1-F4DF-0E1E9F2DE691}"/>
                </a:ext>
              </a:extLst>
            </p:cNvPr>
            <p:cNvCxnSpPr>
              <a:stCxn id="35" idx="5"/>
              <a:endCxn id="25" idx="2"/>
            </p:cNvCxnSpPr>
            <p:nvPr/>
          </p:nvCxnSpPr>
          <p:spPr>
            <a:xfrm>
              <a:off x="3016025" y="3425552"/>
              <a:ext cx="1489800" cy="87759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Google Shape;753;p27">
              <a:extLst>
                <a:ext uri="{FF2B5EF4-FFF2-40B4-BE49-F238E27FC236}">
                  <a16:creationId xmlns:a16="http://schemas.microsoft.com/office/drawing/2014/main" id="{67B2F9BE-C6C6-B8F5-0FC1-B06928C6C9C3}"/>
                </a:ext>
              </a:extLst>
            </p:cNvPr>
            <p:cNvCxnSpPr>
              <a:cxnSpLocks/>
              <a:stCxn id="36" idx="5"/>
              <a:endCxn id="22" idx="2"/>
            </p:cNvCxnSpPr>
            <p:nvPr/>
          </p:nvCxnSpPr>
          <p:spPr>
            <a:xfrm flipV="1">
              <a:off x="3016025" y="1901478"/>
              <a:ext cx="1489800" cy="179156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" name="Google Shape;754;p27">
              <a:extLst>
                <a:ext uri="{FF2B5EF4-FFF2-40B4-BE49-F238E27FC236}">
                  <a16:creationId xmlns:a16="http://schemas.microsoft.com/office/drawing/2014/main" id="{321E6C1C-C7B7-D2AD-C98F-9C6765B2CC90}"/>
                </a:ext>
              </a:extLst>
            </p:cNvPr>
            <p:cNvCxnSpPr>
              <a:stCxn id="36" idx="6"/>
              <a:endCxn id="23" idx="2"/>
            </p:cNvCxnSpPr>
            <p:nvPr/>
          </p:nvCxnSpPr>
          <p:spPr>
            <a:xfrm flipV="1">
              <a:off x="3027668" y="2704617"/>
              <a:ext cx="1478157" cy="9642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Google Shape;755;p27">
              <a:extLst>
                <a:ext uri="{FF2B5EF4-FFF2-40B4-BE49-F238E27FC236}">
                  <a16:creationId xmlns:a16="http://schemas.microsoft.com/office/drawing/2014/main" id="{0B479547-E6BE-0EDD-62EB-656AE6B566B4}"/>
                </a:ext>
              </a:extLst>
            </p:cNvPr>
            <p:cNvCxnSpPr>
              <a:stCxn id="36" idx="5"/>
              <a:endCxn id="24" idx="2"/>
            </p:cNvCxnSpPr>
            <p:nvPr/>
          </p:nvCxnSpPr>
          <p:spPr>
            <a:xfrm flipV="1">
              <a:off x="3016025" y="3503883"/>
              <a:ext cx="1489800" cy="18915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756;p27">
              <a:extLst>
                <a:ext uri="{FF2B5EF4-FFF2-40B4-BE49-F238E27FC236}">
                  <a16:creationId xmlns:a16="http://schemas.microsoft.com/office/drawing/2014/main" id="{AD66C9CA-FA1D-4C87-505C-1689077565AB}"/>
                </a:ext>
              </a:extLst>
            </p:cNvPr>
            <p:cNvCxnSpPr>
              <a:stCxn id="36" idx="5"/>
              <a:endCxn id="25" idx="2"/>
            </p:cNvCxnSpPr>
            <p:nvPr/>
          </p:nvCxnSpPr>
          <p:spPr>
            <a:xfrm>
              <a:off x="3016025" y="3693039"/>
              <a:ext cx="1489800" cy="61011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" name="Google Shape;757;p27">
              <a:extLst>
                <a:ext uri="{FF2B5EF4-FFF2-40B4-BE49-F238E27FC236}">
                  <a16:creationId xmlns:a16="http://schemas.microsoft.com/office/drawing/2014/main" id="{3B428878-3F59-EE7F-087E-DC545930216B}"/>
                </a:ext>
              </a:extLst>
            </p:cNvPr>
            <p:cNvCxnSpPr>
              <a:stCxn id="37" idx="0"/>
              <a:endCxn id="24" idx="2"/>
            </p:cNvCxnSpPr>
            <p:nvPr/>
          </p:nvCxnSpPr>
          <p:spPr>
            <a:xfrm flipV="1">
              <a:off x="2987918" y="3503883"/>
              <a:ext cx="1517907" cy="39826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" name="Google Shape;758;p27">
              <a:extLst>
                <a:ext uri="{FF2B5EF4-FFF2-40B4-BE49-F238E27FC236}">
                  <a16:creationId xmlns:a16="http://schemas.microsoft.com/office/drawing/2014/main" id="{737EE2EE-7D23-EB43-1DB6-91FAC948F054}"/>
                </a:ext>
              </a:extLst>
            </p:cNvPr>
            <p:cNvCxnSpPr>
              <a:stCxn id="37" idx="5"/>
              <a:endCxn id="23" idx="2"/>
            </p:cNvCxnSpPr>
            <p:nvPr/>
          </p:nvCxnSpPr>
          <p:spPr>
            <a:xfrm flipV="1">
              <a:off x="3016025" y="2704617"/>
              <a:ext cx="1489800" cy="125590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" name="Google Shape;759;p27">
              <a:extLst>
                <a:ext uri="{FF2B5EF4-FFF2-40B4-BE49-F238E27FC236}">
                  <a16:creationId xmlns:a16="http://schemas.microsoft.com/office/drawing/2014/main" id="{BA5A582F-DBE4-861D-628D-1702F49C20DC}"/>
                </a:ext>
              </a:extLst>
            </p:cNvPr>
            <p:cNvCxnSpPr>
              <a:stCxn id="37" idx="6"/>
              <a:endCxn id="24" idx="2"/>
            </p:cNvCxnSpPr>
            <p:nvPr/>
          </p:nvCxnSpPr>
          <p:spPr>
            <a:xfrm flipV="1">
              <a:off x="3027668" y="3503883"/>
              <a:ext cx="1478157" cy="43246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" name="Google Shape;760;p27">
              <a:extLst>
                <a:ext uri="{FF2B5EF4-FFF2-40B4-BE49-F238E27FC236}">
                  <a16:creationId xmlns:a16="http://schemas.microsoft.com/office/drawing/2014/main" id="{F0948864-F349-7E5F-9C21-3F50A064E381}"/>
                </a:ext>
              </a:extLst>
            </p:cNvPr>
            <p:cNvCxnSpPr>
              <a:stCxn id="37" idx="5"/>
              <a:endCxn id="25" idx="2"/>
            </p:cNvCxnSpPr>
            <p:nvPr/>
          </p:nvCxnSpPr>
          <p:spPr>
            <a:xfrm>
              <a:off x="3016025" y="3960526"/>
              <a:ext cx="1489800" cy="34262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" name="Google Shape;761;p27">
              <a:extLst>
                <a:ext uri="{FF2B5EF4-FFF2-40B4-BE49-F238E27FC236}">
                  <a16:creationId xmlns:a16="http://schemas.microsoft.com/office/drawing/2014/main" id="{F2051D4E-1E77-2D2E-59D6-D68577BAE69A}"/>
                </a:ext>
              </a:extLst>
            </p:cNvPr>
            <p:cNvCxnSpPr>
              <a:cxnSpLocks/>
              <a:stCxn id="38" idx="5"/>
              <a:endCxn id="22" idx="2"/>
            </p:cNvCxnSpPr>
            <p:nvPr/>
          </p:nvCxnSpPr>
          <p:spPr>
            <a:xfrm flipV="1">
              <a:off x="3016025" y="1901478"/>
              <a:ext cx="1489800" cy="226094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4" name="Google Shape;762;p27">
              <a:extLst>
                <a:ext uri="{FF2B5EF4-FFF2-40B4-BE49-F238E27FC236}">
                  <a16:creationId xmlns:a16="http://schemas.microsoft.com/office/drawing/2014/main" id="{D48C8FF6-4C23-7DE5-6C8B-1C632D2E1FFD}"/>
                </a:ext>
              </a:extLst>
            </p:cNvPr>
            <p:cNvCxnSpPr>
              <a:stCxn id="38" idx="5"/>
              <a:endCxn id="23" idx="2"/>
            </p:cNvCxnSpPr>
            <p:nvPr/>
          </p:nvCxnSpPr>
          <p:spPr>
            <a:xfrm flipV="1">
              <a:off x="3016025" y="2704617"/>
              <a:ext cx="1489800" cy="145780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" name="Google Shape;763;p27">
              <a:extLst>
                <a:ext uri="{FF2B5EF4-FFF2-40B4-BE49-F238E27FC236}">
                  <a16:creationId xmlns:a16="http://schemas.microsoft.com/office/drawing/2014/main" id="{3934AD39-6895-F751-BC9D-084D988F503F}"/>
                </a:ext>
              </a:extLst>
            </p:cNvPr>
            <p:cNvCxnSpPr>
              <a:stCxn id="38" idx="5"/>
              <a:endCxn id="24" idx="2"/>
            </p:cNvCxnSpPr>
            <p:nvPr/>
          </p:nvCxnSpPr>
          <p:spPr>
            <a:xfrm flipV="1">
              <a:off x="3016025" y="3503883"/>
              <a:ext cx="1489800" cy="65854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" name="Google Shape;764;p27">
              <a:extLst>
                <a:ext uri="{FF2B5EF4-FFF2-40B4-BE49-F238E27FC236}">
                  <a16:creationId xmlns:a16="http://schemas.microsoft.com/office/drawing/2014/main" id="{3C2D5982-97CE-517A-3157-F2EA0DD06F8B}"/>
                </a:ext>
              </a:extLst>
            </p:cNvPr>
            <p:cNvCxnSpPr>
              <a:stCxn id="38" idx="5"/>
              <a:endCxn id="25" idx="2"/>
            </p:cNvCxnSpPr>
            <p:nvPr/>
          </p:nvCxnSpPr>
          <p:spPr>
            <a:xfrm>
              <a:off x="3016025" y="4162426"/>
              <a:ext cx="1489800" cy="14072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9" name="Google Shape;725;p27">
              <a:extLst>
                <a:ext uri="{FF2B5EF4-FFF2-40B4-BE49-F238E27FC236}">
                  <a16:creationId xmlns:a16="http://schemas.microsoft.com/office/drawing/2014/main" id="{DF27BAC9-AACD-7031-2047-A5B6093A0B65}"/>
                </a:ext>
              </a:extLst>
            </p:cNvPr>
            <p:cNvSpPr/>
            <p:nvPr/>
          </p:nvSpPr>
          <p:spPr>
            <a:xfrm>
              <a:off x="4505825" y="4796565"/>
              <a:ext cx="593100" cy="6117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 dirty="0">
                <a:solidFill>
                  <a:srgbClr val="000000"/>
                </a:solidFill>
              </a:endParaRPr>
            </a:p>
          </p:txBody>
        </p: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2D63663D-6FCD-E5C5-47B3-B57088423807}"/>
                </a:ext>
              </a:extLst>
            </p:cNvPr>
            <p:cNvCxnSpPr>
              <a:stCxn id="8" idx="5"/>
              <a:endCxn id="109" idx="2"/>
            </p:cNvCxnSpPr>
            <p:nvPr/>
          </p:nvCxnSpPr>
          <p:spPr>
            <a:xfrm>
              <a:off x="3016025" y="2623077"/>
              <a:ext cx="1489800" cy="2479338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F600179B-C89D-1952-F064-D737B54774EC}"/>
                </a:ext>
              </a:extLst>
            </p:cNvPr>
            <p:cNvCxnSpPr>
              <a:stCxn id="9" idx="4"/>
              <a:endCxn id="109" idx="2"/>
            </p:cNvCxnSpPr>
            <p:nvPr/>
          </p:nvCxnSpPr>
          <p:spPr>
            <a:xfrm>
              <a:off x="2987918" y="2900581"/>
              <a:ext cx="1517907" cy="2201834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73AB1AC7-4BB9-28EC-3A1F-8B4105ADD75C}"/>
                </a:ext>
              </a:extLst>
            </p:cNvPr>
            <p:cNvCxnSpPr>
              <a:stCxn id="10" idx="5"/>
              <a:endCxn id="109" idx="2"/>
            </p:cNvCxnSpPr>
            <p:nvPr/>
          </p:nvCxnSpPr>
          <p:spPr>
            <a:xfrm>
              <a:off x="3016025" y="3158051"/>
              <a:ext cx="1489800" cy="1944364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E937727B-10F4-A59B-72EC-888E21FBE0D1}"/>
                </a:ext>
              </a:extLst>
            </p:cNvPr>
            <p:cNvCxnSpPr>
              <a:stCxn id="35" idx="1"/>
              <a:endCxn id="109" idx="2"/>
            </p:cNvCxnSpPr>
            <p:nvPr/>
          </p:nvCxnSpPr>
          <p:spPr>
            <a:xfrm>
              <a:off x="2959811" y="3377186"/>
              <a:ext cx="1546014" cy="1725229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BBD90B17-BD10-AB1F-0FA5-A71E90046BD4}"/>
                </a:ext>
              </a:extLst>
            </p:cNvPr>
            <p:cNvCxnSpPr>
              <a:stCxn id="36" idx="0"/>
              <a:endCxn id="109" idx="2"/>
            </p:cNvCxnSpPr>
            <p:nvPr/>
          </p:nvCxnSpPr>
          <p:spPr>
            <a:xfrm>
              <a:off x="2987918" y="3634656"/>
              <a:ext cx="1517907" cy="1467759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106FE86D-3138-82CB-76E9-15AA14C84F96}"/>
                </a:ext>
              </a:extLst>
            </p:cNvPr>
            <p:cNvCxnSpPr>
              <a:stCxn id="37" idx="0"/>
              <a:endCxn id="109" idx="2"/>
            </p:cNvCxnSpPr>
            <p:nvPr/>
          </p:nvCxnSpPr>
          <p:spPr>
            <a:xfrm>
              <a:off x="2987918" y="3902143"/>
              <a:ext cx="1517907" cy="1200272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45B0D37D-9068-CDDA-8C80-13864D5420B7}"/>
                </a:ext>
              </a:extLst>
            </p:cNvPr>
            <p:cNvCxnSpPr>
              <a:stCxn id="38" idx="5"/>
              <a:endCxn id="109" idx="2"/>
            </p:cNvCxnSpPr>
            <p:nvPr/>
          </p:nvCxnSpPr>
          <p:spPr>
            <a:xfrm>
              <a:off x="3016025" y="4162426"/>
              <a:ext cx="1489800" cy="939989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Google Shape;709;p27">
              <a:extLst>
                <a:ext uri="{FF2B5EF4-FFF2-40B4-BE49-F238E27FC236}">
                  <a16:creationId xmlns:a16="http://schemas.microsoft.com/office/drawing/2014/main" id="{264C476D-ABDB-796E-6567-633BE43EA647}"/>
                </a:ext>
              </a:extLst>
            </p:cNvPr>
            <p:cNvSpPr/>
            <p:nvPr/>
          </p:nvSpPr>
          <p:spPr>
            <a:xfrm>
              <a:off x="6043925" y="3225033"/>
              <a:ext cx="538800" cy="557700"/>
            </a:xfrm>
            <a:prstGeom prst="ellipse">
              <a:avLst/>
            </a:prstGeom>
            <a:gradFill>
              <a:gsLst>
                <a:gs pos="0">
                  <a:srgbClr val="E9BFC6">
                    <a:alpha val="78824"/>
                  </a:srgbClr>
                </a:gs>
                <a:gs pos="100000">
                  <a:srgbClr val="FFCC99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algn="ctr">
                <a:buSzPts val="1100"/>
              </a:pPr>
              <a:r>
                <a:rPr lang="en-GB" altLang="zh-CN" sz="1200" b="1" dirty="0">
                  <a:latin typeface="Times New Roman" panose="02020603050405020304" pitchFamily="18" charset="0"/>
                  <a:ea typeface="Consolas" panose="020B0609020204030204"/>
                  <a:cs typeface="Times New Roman" panose="02020603050405020304" pitchFamily="18" charset="0"/>
                  <a:sym typeface="Consolas" panose="020B0609020204030204"/>
                </a:rPr>
                <a:t>Ŷ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  <p:cxnSp>
          <p:nvCxnSpPr>
            <p:cNvPr id="239" name="直接箭头连接符 238">
              <a:extLst>
                <a:ext uri="{FF2B5EF4-FFF2-40B4-BE49-F238E27FC236}">
                  <a16:creationId xmlns:a16="http://schemas.microsoft.com/office/drawing/2014/main" id="{EF7E71C2-D3FA-8D4F-5F47-47DC2525116F}"/>
                </a:ext>
              </a:extLst>
            </p:cNvPr>
            <p:cNvCxnSpPr>
              <a:cxnSpLocks/>
              <a:stCxn id="22" idx="6"/>
              <a:endCxn id="152" idx="2"/>
            </p:cNvCxnSpPr>
            <p:nvPr/>
          </p:nvCxnSpPr>
          <p:spPr>
            <a:xfrm>
              <a:off x="5098925" y="1901478"/>
              <a:ext cx="945000" cy="1602405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BCD5639F-E419-21FF-AF2D-DFC63C6DB628}"/>
                </a:ext>
              </a:extLst>
            </p:cNvPr>
            <p:cNvCxnSpPr>
              <a:cxnSpLocks/>
              <a:stCxn id="23" idx="6"/>
              <a:endCxn id="152" idx="2"/>
            </p:cNvCxnSpPr>
            <p:nvPr/>
          </p:nvCxnSpPr>
          <p:spPr>
            <a:xfrm>
              <a:off x="5098925" y="2704617"/>
              <a:ext cx="945000" cy="799266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42FF1771-3979-1B8C-9AF3-677E35B2E4A7}"/>
                </a:ext>
              </a:extLst>
            </p:cNvPr>
            <p:cNvCxnSpPr>
              <a:cxnSpLocks/>
              <a:stCxn id="24" idx="6"/>
              <a:endCxn id="152" idx="2"/>
            </p:cNvCxnSpPr>
            <p:nvPr/>
          </p:nvCxnSpPr>
          <p:spPr>
            <a:xfrm>
              <a:off x="5098925" y="3503883"/>
              <a:ext cx="945000" cy="0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41BE47C-EE95-F604-5D83-CD17F72E9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2925" y="3401369"/>
              <a:ext cx="951000" cy="901780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7BDDB3A-5284-AA23-4CD6-FE0F8A8622E0}"/>
                </a:ext>
              </a:extLst>
            </p:cNvPr>
            <p:cNvCxnSpPr>
              <a:cxnSpLocks/>
              <a:endCxn id="152" idx="2"/>
            </p:cNvCxnSpPr>
            <p:nvPr/>
          </p:nvCxnSpPr>
          <p:spPr>
            <a:xfrm flipV="1">
              <a:off x="5084900" y="3503883"/>
              <a:ext cx="959025" cy="1598532"/>
            </a:xfrm>
            <a:prstGeom prst="straightConnector1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3894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</Words>
  <Application>Microsoft Office PowerPoint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浩桐 程</dc:creator>
  <cp:lastModifiedBy>浩桐 程</cp:lastModifiedBy>
  <cp:revision>5</cp:revision>
  <dcterms:created xsi:type="dcterms:W3CDTF">2025-01-15T11:02:00Z</dcterms:created>
  <dcterms:modified xsi:type="dcterms:W3CDTF">2025-01-16T09:01:56Z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BE8719CC2F3C458EB9F7D218B2E8E3C4_13</vt:lpwstr>
  </property>
  <property fmtid="{D5CDD505-2E9C-101B-9397-08002B2CF9AE}" pid="3" name="KSOProductBuildVer">
    <vt:lpwstr>2052-12.1.0.19302</vt:lpwstr>
  </property>
</Properties>
</file>